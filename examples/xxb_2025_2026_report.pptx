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6.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2"/>
  </p:handoutMasterIdLst>
  <p:sldIdLst>
    <p:sldId id="256" r:id="rId9"/>
    <p:sldId id="257" r:id="rId10"/>
    <p:sldId id="258" r:id="rId11"/>
    <p:sldId id="259" r:id="rId8"/>
    <p:sldId id="260" r:id="rId7"/>
    <p:sldId id="261" r:id="rId6"/>
    <p:sldId id="262" r:id="rId5"/>
    <p:sldId id="263" r:id="rId3"/>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PT使用规范" id="{CD8C59C6-70F4-4B29-B335-DE890E0A5637}">
          <p14:sldIdLst>
            <p14:sldId id="1353"/>
          </p14:sldIdLst>
        </p14:section>
        <p14:section name="封面及目录" id="{A28A5254-EC2B-4ED4-B973-BD3A72C58C1B}">
          <p14:sldIdLst>
            <p14:sldId id="3619"/>
            <p14:sldId id="1356"/>
            <p14:sldId id="3621"/>
            <p14:sldId id="3625"/>
            <p14:sldId id="3623"/>
            <p14:sldId id="3624"/>
          </p14:sldIdLst>
        </p14:section>
        <p14:section name="封底" id="{FF6846BB-1712-414F-A7D8-F652A1400B1D}">
          <p14:sldIdLst>
            <p14:sldId id="3620"/>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jun zhang" initials="ez"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E6EC"/>
    <a:srgbClr val="ABAB0C"/>
    <a:srgbClr val="F8D3A9"/>
    <a:srgbClr val="C81526"/>
    <a:srgbClr val="5D5755"/>
    <a:srgbClr val="EAEAEF"/>
    <a:srgbClr val="E4E4E4"/>
    <a:srgbClr val="B51120"/>
    <a:srgbClr val="F8EFF0"/>
    <a:srgbClr val="D015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7229" autoAdjust="0"/>
    <p:restoredTop sz="95267" autoAdjust="0"/>
  </p:normalViewPr>
  <p:slideViewPr>
    <p:cSldViewPr snapToGrid="0">
      <p:cViewPr>
        <p:scale>
          <a:sx n="100" d="100"/>
          <a:sy n="100" d="100"/>
        </p:scale>
        <p:origin x="210" y="282"/>
      </p:cViewPr>
      <p:guideLst/>
    </p:cSldViewPr>
  </p:slideViewPr>
  <p:outlineViewPr>
    <p:cViewPr>
      <p:scale>
        <a:sx n="100" d="100"/>
        <a:sy n="100" d="100"/>
      </p:scale>
      <p:origin x="0" y="0"/>
    </p:cViewPr>
  </p:outlineViewPr>
  <p:notesTextViewPr>
    <p:cViewPr>
      <p:scale>
        <a:sx n="1" d="1"/>
        <a:sy n="1" d="1"/>
      </p:scale>
      <p:origin x="0" y="0"/>
    </p:cViewPr>
  </p:notesTextViewPr>
  <p:sorterViewPr>
    <p:cViewPr varScale="1">
      <p:scale>
        <a:sx n="100" d="100"/>
        <a:sy n="100" d="100"/>
      </p:scale>
      <p:origin x="0" y="-1388"/>
    </p:cViewPr>
  </p:sorterViewPr>
  <p:notesViewPr>
    <p:cSldViewPr snapToGrid="0">
      <p:cViewPr varScale="1">
        <p:scale>
          <a:sx n="77" d="100"/>
          <a:sy n="77" d="100"/>
        </p:scale>
        <p:origin x="3534" y="114"/>
      </p:cViewPr>
      <p:guideLst>
        <p:guide orient="horz" pos="3492"/>
        <p:guide pos="2140"/>
      </p:guideLst>
    </p:cSldViewPr>
  </p:notesViewPr>
  <p:gridSpacing cx="72000" cy="72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8.xml"/><Relationship Id="rId4" Type="http://schemas.openxmlformats.org/officeDocument/2006/relationships/notesMaster" Target="notesMasters/notesMaster1.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commentAuthors" Target="commentAuthors.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96844467-C1F1-4AF2-BE51-74133C29A4AA}"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8F6512F6-4211-4FBC-94FB-8C1A1DFC57C6}"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B456AB67-17BB-42ED-9EAA-B024EC0CB7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28177EAF-7395-4956-AC66-DE7D772EED5A}"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microsoft.com/office/2007/relationships/hdphoto" Target="../media/image4.wdp"/><Relationship Id="rId5"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jpe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microsoft.com/office/2007/relationships/hdphoto" Target="../media/image7.wdp"/><Relationship Id="rId5"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microsoft.com/office/2007/relationships/hdphoto" Target="../media/image7.wdp"/><Relationship Id="rId5"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tags" Target="../tags/tag1.xml"/><Relationship Id="rId4" Type="http://schemas.openxmlformats.org/officeDocument/2006/relationships/tags" Target="../tags/tag2.xml"/><Relationship Id="rId5" Type="http://schemas.openxmlformats.org/officeDocument/2006/relationships/tags" Target="../tags/tag3.xml"/><Relationship Id="rId6" Type="http://schemas.openxmlformats.org/officeDocument/2006/relationships/tags" Target="../tags/tag4.xml"/><Relationship Id="rId7" Type="http://schemas.openxmlformats.org/officeDocument/2006/relationships/tags" Target="../tags/tag5.xml"/><Relationship Id="rId8" Type="http://schemas.openxmlformats.org/officeDocument/2006/relationships/tags" Target="../tags/tag6.xml"/><Relationship Id="rId9" Type="http://schemas.openxmlformats.org/officeDocument/2006/relationships/tags" Target="../tags/tag7.xml"/><Relationship Id="rId10" Type="http://schemas.openxmlformats.org/officeDocument/2006/relationships/tags" Target="../tags/tag8.xml"/><Relationship Id="rId11" Type="http://schemas.openxmlformats.org/officeDocument/2006/relationships/tags" Target="../tags/tag9.xml"/><Relationship Id="rId12" Type="http://schemas.openxmlformats.org/officeDocument/2006/relationships/tags" Target="../tags/tag10.xml"/><Relationship Id="rId13" Type="http://schemas.openxmlformats.org/officeDocument/2006/relationships/tags" Target="../tags/tag11.xml"/><Relationship Id="rId1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8.jpe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eg"/><Relationship Id="rId3"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5.png"/><Relationship Id="rId4" Type="http://schemas.microsoft.com/office/2007/relationships/hdphoto" Target="../media/image26.wdp"/><Relationship Id="rId5"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7.jpeg"/><Relationship Id="rId4"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jpeg"/><Relationship Id="rId3" Type="http://schemas.openxmlformats.org/officeDocument/2006/relationships/image" Target="../media/image1.png"/><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2.jpeg"/><Relationship Id="rId4" Type="http://schemas.openxmlformats.org/officeDocument/2006/relationships/image" Target="../media/image33.jpeg"/><Relationship Id="rId5"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4.jpeg"/><Relationship Id="rId4" Type="http://schemas.openxmlformats.org/officeDocument/2006/relationships/image" Target="../media/image35.jpeg"/><Relationship Id="rId5" Type="http://schemas.openxmlformats.org/officeDocument/2006/relationships/image" Target="../media/image36.jpeg"/><Relationship Id="rId6"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8.jpeg"/><Relationship Id="rId4"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9.jpeg"/><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0.jpeg"/><Relationship Id="rId4" Type="http://schemas.openxmlformats.org/officeDocument/2006/relationships/image" Target="../media/image41.jpeg"/><Relationship Id="rId5" Type="http://schemas.openxmlformats.org/officeDocument/2006/relationships/image" Target="../media/image2.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2.jpeg"/><Relationship Id="rId4"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 Id="rId7" Type="http://schemas.openxmlformats.org/officeDocument/2006/relationships/tags" Target="../tags/tag16.xml"/><Relationship Id="rId8" Type="http://schemas.openxmlformats.org/officeDocument/2006/relationships/tags" Target="../tags/tag17.xml"/><Relationship Id="rId9" Type="http://schemas.openxmlformats.org/officeDocument/2006/relationships/tags" Target="../tags/tag18.xml"/><Relationship Id="rId10" Type="http://schemas.openxmlformats.org/officeDocument/2006/relationships/tags" Target="../tags/tag19.xml"/><Relationship Id="rId11" Type="http://schemas.openxmlformats.org/officeDocument/2006/relationships/tags" Target="../tags/tag20.xml"/><Relationship Id="rId12" Type="http://schemas.openxmlformats.org/officeDocument/2006/relationships/tags" Target="../tags/tag21.xml"/><Relationship Id="rId13" Type="http://schemas.openxmlformats.org/officeDocument/2006/relationships/tags" Target="../tags/tag22.xml"/><Relationship Id="rId14" Type="http://schemas.openxmlformats.org/officeDocument/2006/relationships/tags" Target="../tags/tag23.xml"/><Relationship Id="rId15" Type="http://schemas.openxmlformats.org/officeDocument/2006/relationships/tags" Target="../tags/tag24.xml"/><Relationship Id="rId16" Type="http://schemas.openxmlformats.org/officeDocument/2006/relationships/tags" Target="../tags/tag25.xml"/><Relationship Id="rId17" Type="http://schemas.openxmlformats.org/officeDocument/2006/relationships/tags" Target="../tags/tag26.xml"/><Relationship Id="rId18" Type="http://schemas.openxmlformats.org/officeDocument/2006/relationships/tags" Target="../tags/tag27.xml"/><Relationship Id="rId19" Type="http://schemas.openxmlformats.org/officeDocument/2006/relationships/tags" Target="../tags/tag28.xml"/><Relationship Id="rId20" Type="http://schemas.openxmlformats.org/officeDocument/2006/relationships/tags" Target="../tags/tag29.xml"/><Relationship Id="rId21" Type="http://schemas.openxmlformats.org/officeDocument/2006/relationships/tags" Target="../tags/tag30.xml"/><Relationship Id="rId22" Type="http://schemas.openxmlformats.org/officeDocument/2006/relationships/tags" Target="../tags/tag31.xml"/><Relationship Id="rId23" Type="http://schemas.openxmlformats.org/officeDocument/2006/relationships/tags" Target="../tags/tag32.xml"/><Relationship Id="rId24" Type="http://schemas.openxmlformats.org/officeDocument/2006/relationships/image" Target="../media/image2.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4.png"/><Relationship Id="rId4" Type="http://schemas.openxmlformats.org/officeDocument/2006/relationships/image" Target="../media/image45.svg"/><Relationship Id="rId5" Type="http://schemas.openxmlformats.org/officeDocument/2006/relationships/image" Target="../media/image46.png"/><Relationship Id="rId6" Type="http://schemas.openxmlformats.org/officeDocument/2006/relationships/image" Target="../media/image47.svg"/><Relationship Id="rId7" Type="http://schemas.openxmlformats.org/officeDocument/2006/relationships/image" Target="../media/image48.png"/><Relationship Id="rId8" Type="http://schemas.openxmlformats.org/officeDocument/2006/relationships/image" Target="../media/image49.svg"/><Relationship Id="rId9" Type="http://schemas.openxmlformats.org/officeDocument/2006/relationships/image" Target="../media/image50.png"/><Relationship Id="rId10" Type="http://schemas.openxmlformats.org/officeDocument/2006/relationships/image" Target="../media/image51.svg"/><Relationship Id="rId11" Type="http://schemas.openxmlformats.org/officeDocument/2006/relationships/image" Target="../media/image52.png"/><Relationship Id="rId12" Type="http://schemas.openxmlformats.org/officeDocument/2006/relationships/image" Target="../media/image53.svg"/><Relationship Id="rId13" Type="http://schemas.openxmlformats.org/officeDocument/2006/relationships/image" Target="../media/image54.png"/><Relationship Id="rId14" Type="http://schemas.openxmlformats.org/officeDocument/2006/relationships/image" Target="../media/image55.svg"/><Relationship Id="rId15"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6.jpeg"/><Relationship Id="rId4" Type="http://schemas.openxmlformats.org/officeDocument/2006/relationships/image" Target="../media/image57.jpeg"/><Relationship Id="rId5" Type="http://schemas.openxmlformats.org/officeDocument/2006/relationships/image" Target="../media/image58.jpeg"/><Relationship Id="rId6" Type="http://schemas.openxmlformats.org/officeDocument/2006/relationships/image" Target="../media/image59.jpeg"/><Relationship Id="rId7" Type="http://schemas.openxmlformats.org/officeDocument/2006/relationships/image" Target="../media/image2.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0.jpeg"/><Relationship Id="rId4" Type="http://schemas.openxmlformats.org/officeDocument/2006/relationships/image" Target="../media/image2.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2.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2.jpeg"/><Relationship Id="rId4"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3.png"/><Relationship Id="rId3" Type="http://schemas.microsoft.com/office/2007/relationships/hdphoto" Target="../media/image64.wdp"/></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5.png"/><Relationship Id="rId3" Type="http://schemas.microsoft.com/office/2007/relationships/hdphoto" Target="../media/image66.wdp"/><Relationship Id="rId4" Type="http://schemas.openxmlformats.org/officeDocument/2006/relationships/image" Target="../media/image67.png"/><Relationship Id="rId5" Type="http://schemas.openxmlformats.org/officeDocument/2006/relationships/image" Target="../media/image6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空白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椭圆 6"/>
          <p:cNvSpPr/>
          <p:nvPr userDrawn="1"/>
        </p:nvSpPr>
        <p:spPr>
          <a:xfrm>
            <a:off x="6085495" y="1932765"/>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8" name="直接连接符 7"/>
          <p:cNvCxnSpPr/>
          <p:nvPr userDrawn="1"/>
        </p:nvCxnSpPr>
        <p:spPr>
          <a:xfrm>
            <a:off x="4429287" y="1809966"/>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任意多边形: 形状 8"/>
          <p:cNvSpPr/>
          <p:nvPr userDrawn="1"/>
        </p:nvSpPr>
        <p:spPr>
          <a:xfrm rot="16200000">
            <a:off x="4979042" y="3390694"/>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 name="矩形 9"/>
          <p:cNvSpPr/>
          <p:nvPr userDrawn="1"/>
        </p:nvSpPr>
        <p:spPr>
          <a:xfrm rot="16200000">
            <a:off x="2494632" y="1295122"/>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1" name="椭圆 10"/>
          <p:cNvSpPr/>
          <p:nvPr userDrawn="1"/>
        </p:nvSpPr>
        <p:spPr>
          <a:xfrm>
            <a:off x="6085495" y="3537272"/>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2" name="直接连接符 11"/>
          <p:cNvCxnSpPr/>
          <p:nvPr userDrawn="1"/>
        </p:nvCxnSpPr>
        <p:spPr>
          <a:xfrm>
            <a:off x="4429287" y="3414473"/>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任意多边形: 形状 12"/>
          <p:cNvSpPr/>
          <p:nvPr userDrawn="1"/>
        </p:nvSpPr>
        <p:spPr>
          <a:xfrm rot="16200000">
            <a:off x="4979042" y="4995200"/>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4" name="矩形 13"/>
          <p:cNvSpPr/>
          <p:nvPr userDrawn="1"/>
        </p:nvSpPr>
        <p:spPr>
          <a:xfrm rot="16200000">
            <a:off x="2494632" y="2899629"/>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6" name="椭圆 15"/>
          <p:cNvSpPr/>
          <p:nvPr userDrawn="1"/>
        </p:nvSpPr>
        <p:spPr>
          <a:xfrm>
            <a:off x="6085495" y="5141778"/>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7" name="直接连接符 16"/>
          <p:cNvCxnSpPr/>
          <p:nvPr userDrawn="1"/>
        </p:nvCxnSpPr>
        <p:spPr>
          <a:xfrm>
            <a:off x="4429287" y="5018979"/>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6614642" y="2280616"/>
            <a:ext cx="8889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任意多边形: 形状 18"/>
          <p:cNvSpPr/>
          <p:nvPr userDrawn="1"/>
        </p:nvSpPr>
        <p:spPr>
          <a:xfrm>
            <a:off x="6253269" y="5125411"/>
            <a:ext cx="221879" cy="271185"/>
          </a:xfrm>
          <a:custGeom>
            <a:avLst/>
            <a:gdLst/>
            <a:ahLst/>
            <a:cxnLst/>
            <a:rect l="0" t="0" r="0" b="0"/>
            <a:pathLst>
              <a:path w="120000" h="120000" extrusionOk="0">
                <a:moveTo>
                  <a:pt x="76666" y="103638"/>
                </a:moveTo>
                <a:cubicBezTo>
                  <a:pt x="74822" y="103638"/>
                  <a:pt x="73333" y="104855"/>
                  <a:pt x="73333" y="106361"/>
                </a:cubicBezTo>
                <a:cubicBezTo>
                  <a:pt x="73333" y="107872"/>
                  <a:pt x="74822" y="109088"/>
                  <a:pt x="76666" y="109088"/>
                </a:cubicBezTo>
                <a:cubicBezTo>
                  <a:pt x="78511" y="109088"/>
                  <a:pt x="80000" y="107872"/>
                  <a:pt x="80000" y="106361"/>
                </a:cubicBezTo>
                <a:cubicBezTo>
                  <a:pt x="80000" y="104855"/>
                  <a:pt x="78511" y="103638"/>
                  <a:pt x="76666" y="103638"/>
                </a:cubicBezTo>
                <a:moveTo>
                  <a:pt x="56666" y="87272"/>
                </a:moveTo>
                <a:cubicBezTo>
                  <a:pt x="54822" y="87272"/>
                  <a:pt x="53333" y="86055"/>
                  <a:pt x="53333" y="84544"/>
                </a:cubicBezTo>
                <a:cubicBezTo>
                  <a:pt x="53333" y="83038"/>
                  <a:pt x="54822" y="81816"/>
                  <a:pt x="56666" y="81816"/>
                </a:cubicBezTo>
                <a:cubicBezTo>
                  <a:pt x="58511" y="81816"/>
                  <a:pt x="60000" y="83038"/>
                  <a:pt x="60000" y="84544"/>
                </a:cubicBezTo>
                <a:cubicBezTo>
                  <a:pt x="60000" y="86055"/>
                  <a:pt x="58511" y="87272"/>
                  <a:pt x="56666" y="87272"/>
                </a:cubicBezTo>
                <a:moveTo>
                  <a:pt x="56666" y="76361"/>
                </a:moveTo>
                <a:cubicBezTo>
                  <a:pt x="51144" y="76361"/>
                  <a:pt x="46666" y="80027"/>
                  <a:pt x="46666" y="84544"/>
                </a:cubicBezTo>
                <a:cubicBezTo>
                  <a:pt x="46666" y="89061"/>
                  <a:pt x="51144" y="92727"/>
                  <a:pt x="56666" y="92727"/>
                </a:cubicBezTo>
                <a:cubicBezTo>
                  <a:pt x="62188" y="92727"/>
                  <a:pt x="66666" y="89061"/>
                  <a:pt x="66666" y="84544"/>
                </a:cubicBezTo>
                <a:cubicBezTo>
                  <a:pt x="66666" y="80027"/>
                  <a:pt x="62188" y="76361"/>
                  <a:pt x="56666" y="76361"/>
                </a:cubicBezTo>
                <a:moveTo>
                  <a:pt x="86666" y="76361"/>
                </a:moveTo>
                <a:cubicBezTo>
                  <a:pt x="82988" y="76361"/>
                  <a:pt x="80000" y="78811"/>
                  <a:pt x="80000" y="81816"/>
                </a:cubicBezTo>
                <a:cubicBezTo>
                  <a:pt x="80000" y="84827"/>
                  <a:pt x="82988" y="87272"/>
                  <a:pt x="86666" y="87272"/>
                </a:cubicBezTo>
                <a:cubicBezTo>
                  <a:pt x="90344" y="87272"/>
                  <a:pt x="93333" y="84827"/>
                  <a:pt x="93333" y="81816"/>
                </a:cubicBezTo>
                <a:cubicBezTo>
                  <a:pt x="93333" y="78811"/>
                  <a:pt x="90344" y="76361"/>
                  <a:pt x="86666" y="76361"/>
                </a:cubicBezTo>
                <a:moveTo>
                  <a:pt x="80000" y="114544"/>
                </a:moveTo>
                <a:lnTo>
                  <a:pt x="40000" y="114544"/>
                </a:lnTo>
                <a:cubicBezTo>
                  <a:pt x="21622" y="114544"/>
                  <a:pt x="6666" y="102311"/>
                  <a:pt x="6666" y="87272"/>
                </a:cubicBezTo>
                <a:cubicBezTo>
                  <a:pt x="6666" y="72905"/>
                  <a:pt x="12122" y="64555"/>
                  <a:pt x="18444" y="54888"/>
                </a:cubicBezTo>
                <a:cubicBezTo>
                  <a:pt x="19316" y="53550"/>
                  <a:pt x="20200" y="52177"/>
                  <a:pt x="21094" y="50777"/>
                </a:cubicBezTo>
                <a:cubicBezTo>
                  <a:pt x="21694" y="50516"/>
                  <a:pt x="35666" y="44655"/>
                  <a:pt x="54522" y="53472"/>
                </a:cubicBezTo>
                <a:cubicBezTo>
                  <a:pt x="60883" y="56444"/>
                  <a:pt x="67022" y="57555"/>
                  <a:pt x="72661" y="57555"/>
                </a:cubicBezTo>
                <a:cubicBezTo>
                  <a:pt x="84177" y="57555"/>
                  <a:pt x="93588" y="52905"/>
                  <a:pt x="98394" y="49950"/>
                </a:cubicBezTo>
                <a:cubicBezTo>
                  <a:pt x="99455" y="51638"/>
                  <a:pt x="100516" y="53288"/>
                  <a:pt x="101555" y="54888"/>
                </a:cubicBezTo>
                <a:cubicBezTo>
                  <a:pt x="107877" y="64555"/>
                  <a:pt x="113333" y="72905"/>
                  <a:pt x="113333" y="87272"/>
                </a:cubicBezTo>
                <a:cubicBezTo>
                  <a:pt x="113333" y="102311"/>
                  <a:pt x="98377" y="114544"/>
                  <a:pt x="80000" y="114544"/>
                </a:cubicBezTo>
                <a:moveTo>
                  <a:pt x="33150" y="16361"/>
                </a:moveTo>
                <a:lnTo>
                  <a:pt x="86850" y="16361"/>
                </a:lnTo>
                <a:cubicBezTo>
                  <a:pt x="87677" y="28516"/>
                  <a:pt x="91250" y="37416"/>
                  <a:pt x="95444" y="44944"/>
                </a:cubicBezTo>
                <a:cubicBezTo>
                  <a:pt x="90450" y="48277"/>
                  <a:pt x="75050" y="56777"/>
                  <a:pt x="57833" y="48733"/>
                </a:cubicBezTo>
                <a:cubicBezTo>
                  <a:pt x="44005" y="42272"/>
                  <a:pt x="32222" y="42661"/>
                  <a:pt x="25111" y="43955"/>
                </a:cubicBezTo>
                <a:cubicBezTo>
                  <a:pt x="29061" y="36633"/>
                  <a:pt x="32355" y="27983"/>
                  <a:pt x="33150" y="16361"/>
                </a:cubicBezTo>
                <a:moveTo>
                  <a:pt x="20000" y="5455"/>
                </a:moveTo>
                <a:lnTo>
                  <a:pt x="100000" y="5455"/>
                </a:lnTo>
                <a:lnTo>
                  <a:pt x="100000" y="10911"/>
                </a:lnTo>
                <a:lnTo>
                  <a:pt x="20000" y="10911"/>
                </a:lnTo>
                <a:cubicBezTo>
                  <a:pt x="20000" y="10911"/>
                  <a:pt x="20000" y="5455"/>
                  <a:pt x="20000" y="5455"/>
                </a:cubicBezTo>
                <a:close/>
                <a:moveTo>
                  <a:pt x="93572" y="16361"/>
                </a:moveTo>
                <a:lnTo>
                  <a:pt x="100000" y="16361"/>
                </a:lnTo>
                <a:cubicBezTo>
                  <a:pt x="103677" y="16361"/>
                  <a:pt x="106666" y="13916"/>
                  <a:pt x="106666" y="10911"/>
                </a:cubicBezTo>
                <a:lnTo>
                  <a:pt x="106666" y="5455"/>
                </a:lnTo>
                <a:cubicBezTo>
                  <a:pt x="106666" y="2444"/>
                  <a:pt x="103677" y="0"/>
                  <a:pt x="100000" y="0"/>
                </a:cubicBezTo>
                <a:lnTo>
                  <a:pt x="20000" y="0"/>
                </a:lnTo>
                <a:cubicBezTo>
                  <a:pt x="16322" y="0"/>
                  <a:pt x="13333" y="2444"/>
                  <a:pt x="13333" y="5455"/>
                </a:cubicBezTo>
                <a:lnTo>
                  <a:pt x="13333" y="10911"/>
                </a:lnTo>
                <a:cubicBezTo>
                  <a:pt x="13333" y="13916"/>
                  <a:pt x="16322" y="16361"/>
                  <a:pt x="20000" y="16361"/>
                </a:cubicBezTo>
                <a:lnTo>
                  <a:pt x="26427" y="16361"/>
                </a:lnTo>
                <a:cubicBezTo>
                  <a:pt x="24011" y="49650"/>
                  <a:pt x="0" y="56188"/>
                  <a:pt x="0" y="87272"/>
                </a:cubicBezTo>
                <a:cubicBezTo>
                  <a:pt x="0" y="105344"/>
                  <a:pt x="17911" y="120000"/>
                  <a:pt x="40000" y="120000"/>
                </a:cubicBezTo>
                <a:lnTo>
                  <a:pt x="80000" y="120000"/>
                </a:lnTo>
                <a:cubicBezTo>
                  <a:pt x="102088" y="120000"/>
                  <a:pt x="120000" y="105344"/>
                  <a:pt x="120000" y="87272"/>
                </a:cubicBezTo>
                <a:cubicBezTo>
                  <a:pt x="120000" y="56188"/>
                  <a:pt x="95988" y="49650"/>
                  <a:pt x="93572" y="16361"/>
                </a:cubicBezTo>
                <a:moveTo>
                  <a:pt x="96666" y="65455"/>
                </a:moveTo>
                <a:cubicBezTo>
                  <a:pt x="94822" y="65455"/>
                  <a:pt x="93333" y="66672"/>
                  <a:pt x="93333" y="68183"/>
                </a:cubicBezTo>
                <a:cubicBezTo>
                  <a:pt x="93333" y="69688"/>
                  <a:pt x="94822" y="70911"/>
                  <a:pt x="96666" y="70911"/>
                </a:cubicBezTo>
                <a:cubicBezTo>
                  <a:pt x="98511" y="70911"/>
                  <a:pt x="100000" y="69688"/>
                  <a:pt x="100000" y="68183"/>
                </a:cubicBezTo>
                <a:cubicBezTo>
                  <a:pt x="100000" y="66672"/>
                  <a:pt x="98511" y="65455"/>
                  <a:pt x="96666" y="65455"/>
                </a:cubicBezTo>
                <a:moveTo>
                  <a:pt x="33333" y="60000"/>
                </a:moveTo>
                <a:cubicBezTo>
                  <a:pt x="29655" y="60000"/>
                  <a:pt x="26666" y="62444"/>
                  <a:pt x="26666" y="65455"/>
                </a:cubicBezTo>
                <a:cubicBezTo>
                  <a:pt x="26666" y="68466"/>
                  <a:pt x="29655" y="70911"/>
                  <a:pt x="33333" y="70911"/>
                </a:cubicBezTo>
                <a:cubicBezTo>
                  <a:pt x="37011" y="70911"/>
                  <a:pt x="40000" y="68466"/>
                  <a:pt x="40000" y="65455"/>
                </a:cubicBezTo>
                <a:cubicBezTo>
                  <a:pt x="40000" y="62444"/>
                  <a:pt x="37011" y="60000"/>
                  <a:pt x="33333" y="60000"/>
                </a:cubicBezTo>
                <a:moveTo>
                  <a:pt x="30000" y="92727"/>
                </a:moveTo>
                <a:cubicBezTo>
                  <a:pt x="28155" y="92727"/>
                  <a:pt x="26666" y="93944"/>
                  <a:pt x="26666" y="95455"/>
                </a:cubicBezTo>
                <a:cubicBezTo>
                  <a:pt x="26666" y="96961"/>
                  <a:pt x="28155" y="98183"/>
                  <a:pt x="30000" y="98183"/>
                </a:cubicBezTo>
                <a:cubicBezTo>
                  <a:pt x="31844" y="98183"/>
                  <a:pt x="33333" y="96961"/>
                  <a:pt x="33333" y="95455"/>
                </a:cubicBezTo>
                <a:cubicBezTo>
                  <a:pt x="33333" y="93944"/>
                  <a:pt x="31844" y="92727"/>
                  <a:pt x="30000" y="92727"/>
                </a:cubicBezTo>
              </a:path>
            </a:pathLst>
          </a:custGeom>
          <a:solidFill>
            <a:schemeClr val="bg1"/>
          </a:solidFill>
          <a:ln>
            <a:noFill/>
          </a:ln>
        </p:spPr>
        <p:txBody>
          <a:bodyPr lIns="19038" tIns="19038" rIns="19038" bIns="19038" anchor="ctr" anchorCtr="0">
            <a:spAutoFit/>
          </a:bodyPr>
          <a:lstStyle/>
          <a:p>
            <a:endParaRPr sz="1500" dirty="0">
              <a:solidFill>
                <a:schemeClr val="tx1">
                  <a:lumMod val="75000"/>
                  <a:lumOff val="25000"/>
                </a:schemeClr>
              </a:solidFill>
              <a:latin typeface="Arial Black" panose="020B0A04020102020204" pitchFamily="34" charset="0"/>
              <a:ea typeface="Lato" panose="020F0502020204030203"/>
              <a:cs typeface="Lato" panose="020F0502020204030203"/>
              <a:sym typeface="Lato" panose="020F0502020204030203"/>
            </a:endParaRPr>
          </a:p>
        </p:txBody>
      </p:sp>
      <p:sp>
        <p:nvSpPr>
          <p:cNvPr id="20" name="矩形 19"/>
          <p:cNvSpPr/>
          <p:nvPr userDrawn="1"/>
        </p:nvSpPr>
        <p:spPr>
          <a:xfrm>
            <a:off x="8886825" y="5500688"/>
            <a:ext cx="3305175" cy="31064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1" name="文本占位符 374"/>
          <p:cNvSpPr>
            <a:spLocks noGrp="1"/>
          </p:cNvSpPr>
          <p:nvPr>
            <p:ph type="body" sz="quarter" idx="16" hasCustomPrompt="1"/>
          </p:nvPr>
        </p:nvSpPr>
        <p:spPr>
          <a:xfrm>
            <a:off x="4015215" y="1446223"/>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2" name="文本占位符 6"/>
          <p:cNvSpPr>
            <a:spLocks noGrp="1"/>
          </p:cNvSpPr>
          <p:nvPr>
            <p:ph type="body" sz="quarter" idx="18" hasCustomPrompt="1"/>
          </p:nvPr>
        </p:nvSpPr>
        <p:spPr>
          <a:xfrm>
            <a:off x="2158403" y="2009484"/>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3" name="任意多边形: 形状 22"/>
          <p:cNvSpPr/>
          <p:nvPr userDrawn="1"/>
        </p:nvSpPr>
        <p:spPr>
          <a:xfrm rot="16200000">
            <a:off x="4986132" y="1789415"/>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文本占位符 374"/>
          <p:cNvSpPr>
            <a:spLocks noGrp="1"/>
          </p:cNvSpPr>
          <p:nvPr>
            <p:ph type="body" sz="quarter" idx="19" hasCustomPrompt="1"/>
          </p:nvPr>
        </p:nvSpPr>
        <p:spPr>
          <a:xfrm>
            <a:off x="4015215" y="3031480"/>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5" name="文本占位符 6"/>
          <p:cNvSpPr>
            <a:spLocks noGrp="1"/>
          </p:cNvSpPr>
          <p:nvPr>
            <p:ph type="body" sz="quarter" idx="20" hasCustomPrompt="1"/>
          </p:nvPr>
        </p:nvSpPr>
        <p:spPr>
          <a:xfrm>
            <a:off x="2158403" y="3594741"/>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6" name="文本占位符 374"/>
          <p:cNvSpPr>
            <a:spLocks noGrp="1"/>
          </p:cNvSpPr>
          <p:nvPr>
            <p:ph type="body" sz="quarter" idx="21" hasCustomPrompt="1"/>
          </p:nvPr>
        </p:nvSpPr>
        <p:spPr>
          <a:xfrm>
            <a:off x="3914832" y="4658297"/>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7" name="文本占位符 6"/>
          <p:cNvSpPr>
            <a:spLocks noGrp="1"/>
          </p:cNvSpPr>
          <p:nvPr>
            <p:ph type="body" sz="quarter" idx="22" hasCustomPrompt="1"/>
          </p:nvPr>
        </p:nvSpPr>
        <p:spPr>
          <a:xfrm>
            <a:off x="2058020" y="5221558"/>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28" name="文本占位符 374"/>
          <p:cNvSpPr>
            <a:spLocks noGrp="1"/>
          </p:cNvSpPr>
          <p:nvPr>
            <p:ph type="body" sz="quarter" idx="15" hasCustomPrompt="1"/>
          </p:nvPr>
        </p:nvSpPr>
        <p:spPr>
          <a:xfrm>
            <a:off x="6614642" y="1811133"/>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9" name="图片占位符 36"/>
          <p:cNvSpPr>
            <a:spLocks noGrp="1"/>
          </p:cNvSpPr>
          <p:nvPr>
            <p:ph type="pic" sz="quarter" idx="23"/>
          </p:nvPr>
        </p:nvSpPr>
        <p:spPr>
          <a:xfrm>
            <a:off x="6598029" y="2515035"/>
            <a:ext cx="5584446" cy="2417763"/>
          </a:xfrm>
          <a:prstGeom prst="rect">
            <a:avLst/>
          </a:prstGeom>
          <a:pattFill prst="wdUpDiag">
            <a:fgClr>
              <a:schemeClr val="accent1"/>
            </a:fgClr>
            <a:bgClr>
              <a:schemeClr val="bg1"/>
            </a:bgClr>
          </a:pattFill>
        </p:spPr>
        <p:txBody>
          <a:bodyPr/>
          <a:lstStyle/>
          <a:p>
            <a:endParaRPr lang="zh-CN" altLang="en-US"/>
          </a:p>
        </p:txBody>
      </p:sp>
      <p:pic>
        <p:nvPicPr>
          <p:cNvPr id="30" name="图片 2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randombar(horizontal)">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文字模板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93" name="组合 92"/>
          <p:cNvGrpSpPr/>
          <p:nvPr userDrawn="1"/>
        </p:nvGrpSpPr>
        <p:grpSpPr>
          <a:xfrm>
            <a:off x="-184651" y="1596665"/>
            <a:ext cx="12789901" cy="4530638"/>
            <a:chOff x="-250307" y="1743162"/>
            <a:chExt cx="12789901" cy="4530638"/>
          </a:xfrm>
        </p:grpSpPr>
        <p:sp>
          <p:nvSpPr>
            <p:cNvPr id="94" name="矩形 93"/>
            <p:cNvSpPr/>
            <p:nvPr/>
          </p:nvSpPr>
          <p:spPr>
            <a:xfrm>
              <a:off x="442913" y="1743162"/>
              <a:ext cx="11306175" cy="4530638"/>
            </a:xfrm>
            <a:prstGeom prst="rect">
              <a:avLst/>
            </a:prstGeom>
            <a:gradFill>
              <a:gsLst>
                <a:gs pos="0">
                  <a:schemeClr val="accent1"/>
                </a:gs>
                <a:gs pos="100000">
                  <a:schemeClr val="accent1"/>
                </a:gs>
                <a:gs pos="80000">
                  <a:schemeClr val="accent2">
                    <a:alpha val="0"/>
                  </a:schemeClr>
                </a:gs>
                <a:gs pos="20000">
                  <a:schemeClr val="accent1">
                    <a:alpha val="0"/>
                  </a:schemeClr>
                </a:gs>
              </a:gsLst>
              <a:lin ang="0" scaled="0"/>
            </a:gradFill>
            <a:ln>
              <a:gradFill>
                <a:gsLst>
                  <a:gs pos="98000">
                    <a:schemeClr val="accent2">
                      <a:alpha val="0"/>
                    </a:schemeClr>
                  </a:gs>
                  <a:gs pos="100000">
                    <a:schemeClr val="accent2"/>
                  </a:gs>
                  <a:gs pos="0">
                    <a:schemeClr val="accent2"/>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n-ea"/>
                <a:ea typeface="+mn-ea"/>
                <a:cs typeface="阿里巴巴普惠体" panose="00020600040101010101" pitchFamily="18" charset="-122"/>
              </a:endParaRPr>
            </a:p>
          </p:txBody>
        </p:sp>
        <p:pic>
          <p:nvPicPr>
            <p:cNvPr id="95" name="图片 94" descr="图片包含 室内, 餐桌, 就坐&#10;&#10;描述已自动生成"/>
            <p:cNvPicPr>
              <a:picLocks noChangeAspect="1"/>
            </p:cNvPicPr>
            <p:nvPr/>
          </p:nvPicPr>
          <p:blipFill>
            <a:blip r:embed="rId3" cstate="screen">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28000"/>
                      </a14:imgEffect>
                    </a14:imgLayer>
                  </a14:imgProps>
                </a:ext>
              </a:extLst>
            </a:blip>
            <a:stretch>
              <a:fillRect/>
            </a:stretch>
          </p:blipFill>
          <p:spPr>
            <a:xfrm rot="5400000">
              <a:off x="10459540" y="4157972"/>
              <a:ext cx="2674355" cy="1485753"/>
            </a:xfrm>
            <a:prstGeom prst="rect">
              <a:avLst/>
            </a:prstGeom>
          </p:spPr>
        </p:pic>
        <p:pic>
          <p:nvPicPr>
            <p:cNvPr id="96" name="图片 95" descr="图片包含 室内, 餐桌, 就坐&#10;&#10;描述已自动生成"/>
            <p:cNvPicPr>
              <a:picLocks noChangeAspect="1"/>
            </p:cNvPicPr>
            <p:nvPr userDrawn="1"/>
          </p:nvPicPr>
          <p:blipFill>
            <a:blip r:embed="rId3" cstate="screen">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28000"/>
                      </a14:imgEffect>
                    </a14:imgLayer>
                  </a14:imgProps>
                </a:ext>
              </a:extLst>
            </a:blip>
            <a:stretch>
              <a:fillRect/>
            </a:stretch>
          </p:blipFill>
          <p:spPr>
            <a:xfrm rot="5400000">
              <a:off x="-844608" y="2444886"/>
              <a:ext cx="2674355" cy="1485753"/>
            </a:xfrm>
            <a:prstGeom prst="rect">
              <a:avLst/>
            </a:prstGeom>
          </p:spPr>
        </p:pic>
      </p:grpSp>
      <p:sp>
        <p:nvSpPr>
          <p:cNvPr id="97" name="任意多边形: 形状 96"/>
          <p:cNvSpPr/>
          <p:nvPr userDrawn="1"/>
        </p:nvSpPr>
        <p:spPr bwMode="auto">
          <a:xfrm>
            <a:off x="627205" y="1724495"/>
            <a:ext cx="744667" cy="690510"/>
          </a:xfrm>
          <a:custGeom>
            <a:avLst/>
            <a:gdLst>
              <a:gd name="connsiteX0" fmla="*/ 174625 w 174625"/>
              <a:gd name="connsiteY0" fmla="*/ 0 h 161925"/>
              <a:gd name="connsiteX1" fmla="*/ 174625 w 174625"/>
              <a:gd name="connsiteY1" fmla="*/ 36051 h 161925"/>
              <a:gd name="connsiteX2" fmla="*/ 145783 w 174625"/>
              <a:gd name="connsiteY2" fmla="*/ 81268 h 161925"/>
              <a:gd name="connsiteX3" fmla="*/ 147548 w 174625"/>
              <a:gd name="connsiteY3" fmla="*/ 81268 h 161925"/>
              <a:gd name="connsiteX4" fmla="*/ 164193 w 174625"/>
              <a:gd name="connsiteY4" fmla="*/ 81268 h 161925"/>
              <a:gd name="connsiteX5" fmla="*/ 174625 w 174625"/>
              <a:gd name="connsiteY5" fmla="*/ 91656 h 161925"/>
              <a:gd name="connsiteX6" fmla="*/ 174625 w 174625"/>
              <a:gd name="connsiteY6" fmla="*/ 151538 h 161925"/>
              <a:gd name="connsiteX7" fmla="*/ 164193 w 174625"/>
              <a:gd name="connsiteY7" fmla="*/ 161925 h 161925"/>
              <a:gd name="connsiteX8" fmla="*/ 112032 w 174625"/>
              <a:gd name="connsiteY8" fmla="*/ 161925 h 161925"/>
              <a:gd name="connsiteX9" fmla="*/ 101600 w 174625"/>
              <a:gd name="connsiteY9" fmla="*/ 151538 h 161925"/>
              <a:gd name="connsiteX10" fmla="*/ 101600 w 174625"/>
              <a:gd name="connsiteY10" fmla="*/ 91656 h 161925"/>
              <a:gd name="connsiteX11" fmla="*/ 102214 w 174625"/>
              <a:gd name="connsiteY11" fmla="*/ 89823 h 161925"/>
              <a:gd name="connsiteX12" fmla="*/ 174625 w 174625"/>
              <a:gd name="connsiteY12" fmla="*/ 0 h 161925"/>
              <a:gd name="connsiteX13" fmla="*/ 71438 w 174625"/>
              <a:gd name="connsiteY13" fmla="*/ 0 h 161925"/>
              <a:gd name="connsiteX14" fmla="*/ 71438 w 174625"/>
              <a:gd name="connsiteY14" fmla="*/ 36051 h 161925"/>
              <a:gd name="connsiteX15" fmla="*/ 42984 w 174625"/>
              <a:gd name="connsiteY15" fmla="*/ 81268 h 161925"/>
              <a:gd name="connsiteX16" fmla="*/ 44725 w 174625"/>
              <a:gd name="connsiteY16" fmla="*/ 81268 h 161925"/>
              <a:gd name="connsiteX17" fmla="*/ 61146 w 174625"/>
              <a:gd name="connsiteY17" fmla="*/ 81268 h 161925"/>
              <a:gd name="connsiteX18" fmla="*/ 71438 w 174625"/>
              <a:gd name="connsiteY18" fmla="*/ 91656 h 161925"/>
              <a:gd name="connsiteX19" fmla="*/ 71438 w 174625"/>
              <a:gd name="connsiteY19" fmla="*/ 151538 h 161925"/>
              <a:gd name="connsiteX20" fmla="*/ 61146 w 174625"/>
              <a:gd name="connsiteY20" fmla="*/ 161925 h 161925"/>
              <a:gd name="connsiteX21" fmla="*/ 10292 w 174625"/>
              <a:gd name="connsiteY21" fmla="*/ 161925 h 161925"/>
              <a:gd name="connsiteX22" fmla="*/ 0 w 174625"/>
              <a:gd name="connsiteY22" fmla="*/ 151538 h 161925"/>
              <a:gd name="connsiteX23" fmla="*/ 0 w 174625"/>
              <a:gd name="connsiteY23" fmla="*/ 91656 h 161925"/>
              <a:gd name="connsiteX24" fmla="*/ 0 w 174625"/>
              <a:gd name="connsiteY24" fmla="*/ 89823 h 161925"/>
              <a:gd name="connsiteX25" fmla="*/ 71438 w 174625"/>
              <a:gd name="connsiteY2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4625" h="161925">
                <a:moveTo>
                  <a:pt x="174625" y="0"/>
                </a:moveTo>
                <a:cubicBezTo>
                  <a:pt x="174625" y="0"/>
                  <a:pt x="174625" y="0"/>
                  <a:pt x="174625" y="36051"/>
                </a:cubicBezTo>
                <a:cubicBezTo>
                  <a:pt x="153761" y="36051"/>
                  <a:pt x="145783" y="50716"/>
                  <a:pt x="145783" y="81268"/>
                </a:cubicBezTo>
                <a:lnTo>
                  <a:pt x="147548" y="81268"/>
                </a:lnTo>
                <a:cubicBezTo>
                  <a:pt x="149926" y="81268"/>
                  <a:pt x="154682" y="81268"/>
                  <a:pt x="164193" y="81268"/>
                </a:cubicBezTo>
                <a:cubicBezTo>
                  <a:pt x="169716" y="81268"/>
                  <a:pt x="174625" y="86157"/>
                  <a:pt x="174625" y="91656"/>
                </a:cubicBezTo>
                <a:cubicBezTo>
                  <a:pt x="174625" y="91656"/>
                  <a:pt x="174625" y="91656"/>
                  <a:pt x="174625" y="151538"/>
                </a:cubicBezTo>
                <a:cubicBezTo>
                  <a:pt x="174625" y="157037"/>
                  <a:pt x="169716" y="161925"/>
                  <a:pt x="164193" y="161925"/>
                </a:cubicBezTo>
                <a:cubicBezTo>
                  <a:pt x="164193" y="161925"/>
                  <a:pt x="164193" y="161925"/>
                  <a:pt x="112032" y="161925"/>
                </a:cubicBezTo>
                <a:cubicBezTo>
                  <a:pt x="106509" y="161925"/>
                  <a:pt x="101600" y="157037"/>
                  <a:pt x="101600" y="151538"/>
                </a:cubicBezTo>
                <a:cubicBezTo>
                  <a:pt x="101600" y="151538"/>
                  <a:pt x="101600" y="151538"/>
                  <a:pt x="101600" y="91656"/>
                </a:cubicBezTo>
                <a:cubicBezTo>
                  <a:pt x="101600" y="91045"/>
                  <a:pt x="102214" y="90434"/>
                  <a:pt x="102214" y="89823"/>
                </a:cubicBezTo>
                <a:cubicBezTo>
                  <a:pt x="102214" y="44606"/>
                  <a:pt x="112646" y="3666"/>
                  <a:pt x="174625" y="0"/>
                </a:cubicBezTo>
                <a:close/>
                <a:moveTo>
                  <a:pt x="71438" y="0"/>
                </a:moveTo>
                <a:cubicBezTo>
                  <a:pt x="71438" y="0"/>
                  <a:pt x="71438" y="0"/>
                  <a:pt x="71438" y="36051"/>
                </a:cubicBezTo>
                <a:cubicBezTo>
                  <a:pt x="50854" y="36051"/>
                  <a:pt x="42984" y="50716"/>
                  <a:pt x="42984" y="81268"/>
                </a:cubicBezTo>
                <a:lnTo>
                  <a:pt x="44725" y="81268"/>
                </a:lnTo>
                <a:cubicBezTo>
                  <a:pt x="47071" y="81268"/>
                  <a:pt x="51762" y="81268"/>
                  <a:pt x="61146" y="81268"/>
                </a:cubicBezTo>
                <a:cubicBezTo>
                  <a:pt x="67200" y="81268"/>
                  <a:pt x="71438" y="86157"/>
                  <a:pt x="71438" y="91656"/>
                </a:cubicBezTo>
                <a:cubicBezTo>
                  <a:pt x="71438" y="91656"/>
                  <a:pt x="71438" y="91656"/>
                  <a:pt x="71438" y="151538"/>
                </a:cubicBezTo>
                <a:cubicBezTo>
                  <a:pt x="71438" y="157037"/>
                  <a:pt x="67200" y="161925"/>
                  <a:pt x="61146" y="161925"/>
                </a:cubicBezTo>
                <a:cubicBezTo>
                  <a:pt x="61146" y="161925"/>
                  <a:pt x="61146" y="161925"/>
                  <a:pt x="10292" y="161925"/>
                </a:cubicBezTo>
                <a:cubicBezTo>
                  <a:pt x="4238" y="161925"/>
                  <a:pt x="0" y="157037"/>
                  <a:pt x="0" y="151538"/>
                </a:cubicBezTo>
                <a:cubicBezTo>
                  <a:pt x="0" y="151538"/>
                  <a:pt x="0" y="151538"/>
                  <a:pt x="0" y="91656"/>
                </a:cubicBezTo>
                <a:cubicBezTo>
                  <a:pt x="0" y="91045"/>
                  <a:pt x="0" y="90434"/>
                  <a:pt x="0" y="89823"/>
                </a:cubicBezTo>
                <a:cubicBezTo>
                  <a:pt x="606" y="44606"/>
                  <a:pt x="10292" y="3666"/>
                  <a:pt x="71438" y="0"/>
                </a:cubicBezTo>
                <a:close/>
              </a:path>
            </a:pathLst>
          </a:custGeom>
          <a:solidFill>
            <a:schemeClr val="accent3"/>
          </a:solidFill>
          <a:ln>
            <a:noFill/>
          </a:ln>
        </p:spPr>
        <p:txBody>
          <a:bodyPr vert="horz" wrap="square" lIns="91440" tIns="45720" rIns="91440" bIns="45720" numCol="1" anchor="t" anchorCtr="0" compatLnSpc="1">
            <a:noAutofit/>
          </a:bodyPr>
          <a:lstStyle/>
          <a:p>
            <a:endParaRPr lang="zh-CN" altLang="en-US" dirty="0">
              <a:solidFill>
                <a:srgbClr val="000000"/>
              </a:solidFill>
              <a:latin typeface="+mn-ea"/>
              <a:ea typeface="+mn-ea"/>
            </a:endParaRPr>
          </a:p>
        </p:txBody>
      </p:sp>
      <p:sp>
        <p:nvSpPr>
          <p:cNvPr id="98" name="任意多边形: 形状 97"/>
          <p:cNvSpPr/>
          <p:nvPr userDrawn="1"/>
        </p:nvSpPr>
        <p:spPr bwMode="auto">
          <a:xfrm rot="10800000">
            <a:off x="11029956" y="5369655"/>
            <a:ext cx="693773" cy="643317"/>
          </a:xfrm>
          <a:custGeom>
            <a:avLst/>
            <a:gdLst>
              <a:gd name="connsiteX0" fmla="*/ 174625 w 174625"/>
              <a:gd name="connsiteY0" fmla="*/ 0 h 161925"/>
              <a:gd name="connsiteX1" fmla="*/ 174625 w 174625"/>
              <a:gd name="connsiteY1" fmla="*/ 36051 h 161925"/>
              <a:gd name="connsiteX2" fmla="*/ 145783 w 174625"/>
              <a:gd name="connsiteY2" fmla="*/ 81268 h 161925"/>
              <a:gd name="connsiteX3" fmla="*/ 147548 w 174625"/>
              <a:gd name="connsiteY3" fmla="*/ 81268 h 161925"/>
              <a:gd name="connsiteX4" fmla="*/ 164193 w 174625"/>
              <a:gd name="connsiteY4" fmla="*/ 81268 h 161925"/>
              <a:gd name="connsiteX5" fmla="*/ 174625 w 174625"/>
              <a:gd name="connsiteY5" fmla="*/ 91656 h 161925"/>
              <a:gd name="connsiteX6" fmla="*/ 174625 w 174625"/>
              <a:gd name="connsiteY6" fmla="*/ 151538 h 161925"/>
              <a:gd name="connsiteX7" fmla="*/ 164193 w 174625"/>
              <a:gd name="connsiteY7" fmla="*/ 161925 h 161925"/>
              <a:gd name="connsiteX8" fmla="*/ 112032 w 174625"/>
              <a:gd name="connsiteY8" fmla="*/ 161925 h 161925"/>
              <a:gd name="connsiteX9" fmla="*/ 101600 w 174625"/>
              <a:gd name="connsiteY9" fmla="*/ 151538 h 161925"/>
              <a:gd name="connsiteX10" fmla="*/ 101600 w 174625"/>
              <a:gd name="connsiteY10" fmla="*/ 91656 h 161925"/>
              <a:gd name="connsiteX11" fmla="*/ 102214 w 174625"/>
              <a:gd name="connsiteY11" fmla="*/ 89823 h 161925"/>
              <a:gd name="connsiteX12" fmla="*/ 174625 w 174625"/>
              <a:gd name="connsiteY12" fmla="*/ 0 h 161925"/>
              <a:gd name="connsiteX13" fmla="*/ 71438 w 174625"/>
              <a:gd name="connsiteY13" fmla="*/ 0 h 161925"/>
              <a:gd name="connsiteX14" fmla="*/ 71438 w 174625"/>
              <a:gd name="connsiteY14" fmla="*/ 36051 h 161925"/>
              <a:gd name="connsiteX15" fmla="*/ 42984 w 174625"/>
              <a:gd name="connsiteY15" fmla="*/ 81268 h 161925"/>
              <a:gd name="connsiteX16" fmla="*/ 44725 w 174625"/>
              <a:gd name="connsiteY16" fmla="*/ 81268 h 161925"/>
              <a:gd name="connsiteX17" fmla="*/ 61146 w 174625"/>
              <a:gd name="connsiteY17" fmla="*/ 81268 h 161925"/>
              <a:gd name="connsiteX18" fmla="*/ 71438 w 174625"/>
              <a:gd name="connsiteY18" fmla="*/ 91656 h 161925"/>
              <a:gd name="connsiteX19" fmla="*/ 71438 w 174625"/>
              <a:gd name="connsiteY19" fmla="*/ 151538 h 161925"/>
              <a:gd name="connsiteX20" fmla="*/ 61146 w 174625"/>
              <a:gd name="connsiteY20" fmla="*/ 161925 h 161925"/>
              <a:gd name="connsiteX21" fmla="*/ 10292 w 174625"/>
              <a:gd name="connsiteY21" fmla="*/ 161925 h 161925"/>
              <a:gd name="connsiteX22" fmla="*/ 0 w 174625"/>
              <a:gd name="connsiteY22" fmla="*/ 151538 h 161925"/>
              <a:gd name="connsiteX23" fmla="*/ 0 w 174625"/>
              <a:gd name="connsiteY23" fmla="*/ 91656 h 161925"/>
              <a:gd name="connsiteX24" fmla="*/ 0 w 174625"/>
              <a:gd name="connsiteY24" fmla="*/ 89823 h 161925"/>
              <a:gd name="connsiteX25" fmla="*/ 71438 w 174625"/>
              <a:gd name="connsiteY25" fmla="*/ 0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4625" h="161925">
                <a:moveTo>
                  <a:pt x="174625" y="0"/>
                </a:moveTo>
                <a:cubicBezTo>
                  <a:pt x="174625" y="0"/>
                  <a:pt x="174625" y="0"/>
                  <a:pt x="174625" y="36051"/>
                </a:cubicBezTo>
                <a:cubicBezTo>
                  <a:pt x="153761" y="36051"/>
                  <a:pt x="145783" y="50716"/>
                  <a:pt x="145783" y="81268"/>
                </a:cubicBezTo>
                <a:lnTo>
                  <a:pt x="147548" y="81268"/>
                </a:lnTo>
                <a:cubicBezTo>
                  <a:pt x="149926" y="81268"/>
                  <a:pt x="154682" y="81268"/>
                  <a:pt x="164193" y="81268"/>
                </a:cubicBezTo>
                <a:cubicBezTo>
                  <a:pt x="169716" y="81268"/>
                  <a:pt x="174625" y="86157"/>
                  <a:pt x="174625" y="91656"/>
                </a:cubicBezTo>
                <a:cubicBezTo>
                  <a:pt x="174625" y="91656"/>
                  <a:pt x="174625" y="91656"/>
                  <a:pt x="174625" y="151538"/>
                </a:cubicBezTo>
                <a:cubicBezTo>
                  <a:pt x="174625" y="157037"/>
                  <a:pt x="169716" y="161925"/>
                  <a:pt x="164193" y="161925"/>
                </a:cubicBezTo>
                <a:cubicBezTo>
                  <a:pt x="164193" y="161925"/>
                  <a:pt x="164193" y="161925"/>
                  <a:pt x="112032" y="161925"/>
                </a:cubicBezTo>
                <a:cubicBezTo>
                  <a:pt x="106509" y="161925"/>
                  <a:pt x="101600" y="157037"/>
                  <a:pt x="101600" y="151538"/>
                </a:cubicBezTo>
                <a:cubicBezTo>
                  <a:pt x="101600" y="151538"/>
                  <a:pt x="101600" y="151538"/>
                  <a:pt x="101600" y="91656"/>
                </a:cubicBezTo>
                <a:cubicBezTo>
                  <a:pt x="101600" y="91045"/>
                  <a:pt x="102214" y="90434"/>
                  <a:pt x="102214" y="89823"/>
                </a:cubicBezTo>
                <a:cubicBezTo>
                  <a:pt x="102214" y="44606"/>
                  <a:pt x="112646" y="3666"/>
                  <a:pt x="174625" y="0"/>
                </a:cubicBezTo>
                <a:close/>
                <a:moveTo>
                  <a:pt x="71438" y="0"/>
                </a:moveTo>
                <a:cubicBezTo>
                  <a:pt x="71438" y="0"/>
                  <a:pt x="71438" y="0"/>
                  <a:pt x="71438" y="36051"/>
                </a:cubicBezTo>
                <a:cubicBezTo>
                  <a:pt x="50854" y="36051"/>
                  <a:pt x="42984" y="50716"/>
                  <a:pt x="42984" y="81268"/>
                </a:cubicBezTo>
                <a:lnTo>
                  <a:pt x="44725" y="81268"/>
                </a:lnTo>
                <a:cubicBezTo>
                  <a:pt x="47071" y="81268"/>
                  <a:pt x="51762" y="81268"/>
                  <a:pt x="61146" y="81268"/>
                </a:cubicBezTo>
                <a:cubicBezTo>
                  <a:pt x="67200" y="81268"/>
                  <a:pt x="71438" y="86157"/>
                  <a:pt x="71438" y="91656"/>
                </a:cubicBezTo>
                <a:cubicBezTo>
                  <a:pt x="71438" y="91656"/>
                  <a:pt x="71438" y="91656"/>
                  <a:pt x="71438" y="151538"/>
                </a:cubicBezTo>
                <a:cubicBezTo>
                  <a:pt x="71438" y="157037"/>
                  <a:pt x="67200" y="161925"/>
                  <a:pt x="61146" y="161925"/>
                </a:cubicBezTo>
                <a:cubicBezTo>
                  <a:pt x="61146" y="161925"/>
                  <a:pt x="61146" y="161925"/>
                  <a:pt x="10292" y="161925"/>
                </a:cubicBezTo>
                <a:cubicBezTo>
                  <a:pt x="4238" y="161925"/>
                  <a:pt x="0" y="157037"/>
                  <a:pt x="0" y="151538"/>
                </a:cubicBezTo>
                <a:cubicBezTo>
                  <a:pt x="0" y="151538"/>
                  <a:pt x="0" y="151538"/>
                  <a:pt x="0" y="91656"/>
                </a:cubicBezTo>
                <a:cubicBezTo>
                  <a:pt x="0" y="91045"/>
                  <a:pt x="0" y="90434"/>
                  <a:pt x="0" y="89823"/>
                </a:cubicBezTo>
                <a:cubicBezTo>
                  <a:pt x="606" y="44606"/>
                  <a:pt x="10292" y="3666"/>
                  <a:pt x="71438" y="0"/>
                </a:cubicBezTo>
                <a:close/>
              </a:path>
            </a:pathLst>
          </a:custGeom>
          <a:solidFill>
            <a:schemeClr val="accent4"/>
          </a:solidFill>
          <a:ln>
            <a:noFill/>
          </a:ln>
        </p:spPr>
        <p:txBody>
          <a:bodyPr vert="horz" wrap="square" lIns="91440" tIns="45720" rIns="91440" bIns="45720" numCol="1" anchor="t" anchorCtr="0" compatLnSpc="1">
            <a:noAutofit/>
          </a:bodyPr>
          <a:lstStyle/>
          <a:p>
            <a:endParaRPr lang="zh-CN" altLang="en-US" dirty="0">
              <a:solidFill>
                <a:srgbClr val="000000"/>
              </a:solidFill>
              <a:latin typeface="+mn-ea"/>
              <a:ea typeface="+mn-ea"/>
            </a:endParaRPr>
          </a:p>
        </p:txBody>
      </p:sp>
      <p:sp>
        <p:nvSpPr>
          <p:cNvPr id="100" name="文本占位符 31"/>
          <p:cNvSpPr>
            <a:spLocks noGrp="1"/>
          </p:cNvSpPr>
          <p:nvPr>
            <p:ph type="body" sz="quarter" idx="13" hasCustomPrompt="1"/>
          </p:nvPr>
        </p:nvSpPr>
        <p:spPr>
          <a:xfrm>
            <a:off x="1007010" y="2402706"/>
            <a:ext cx="10190729" cy="3270720"/>
          </a:xfrm>
          <a:prstGeom prst="rect">
            <a:avLst/>
          </a:prstGeom>
        </p:spPr>
        <p:txBody>
          <a:bodyPr/>
          <a:lstStyle>
            <a:lvl1pPr marL="0" indent="0" algn="l">
              <a:buNone/>
              <a:defRPr sz="1200" b="0">
                <a:solidFill>
                  <a:schemeClr val="accent4"/>
                </a:solidFill>
              </a:defRPr>
            </a:lvl1pPr>
          </a:lstStyle>
          <a:p>
            <a:pPr lvl="0"/>
            <a:r>
              <a:rPr lang="zh-CN" altLang="en-US" dirty="0"/>
              <a:t>一段话</a:t>
            </a:r>
            <a:endParaRPr lang="zh-CN" altLang="en-US" dirty="0"/>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文字模板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887663" y="4672185"/>
            <a:ext cx="10901801" cy="1680196"/>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87663" y="2206031"/>
            <a:ext cx="10901801" cy="1680196"/>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2"/>
                </a:gs>
                <a:gs pos="0">
                  <a:schemeClr val="accent2"/>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806905" y="1543913"/>
            <a:ext cx="4360332" cy="484898"/>
          </a:xfrm>
          <a:prstGeom prst="roundRect">
            <a:avLst>
              <a:gd name="adj" fmla="val 50000"/>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806905" y="4086765"/>
            <a:ext cx="4360332" cy="484898"/>
          </a:xfrm>
          <a:prstGeom prst="roundRect">
            <a:avLst>
              <a:gd name="adj" fmla="val 50000"/>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66963" y="4015340"/>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366963" y="1472488"/>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椭圆 12"/>
          <p:cNvSpPr/>
          <p:nvPr userDrawn="1"/>
        </p:nvSpPr>
        <p:spPr>
          <a:xfrm>
            <a:off x="524936" y="1630461"/>
            <a:ext cx="311802" cy="311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6" name="文本占位符 1"/>
          <p:cNvSpPr>
            <a:spLocks noGrp="1"/>
          </p:cNvSpPr>
          <p:nvPr>
            <p:ph type="body" sz="quarter" idx="10" hasCustomPrompt="1"/>
          </p:nvPr>
        </p:nvSpPr>
        <p:spPr>
          <a:xfrm>
            <a:off x="987061" y="1586307"/>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请在这里输入标题一</a:t>
            </a:r>
            <a:endParaRPr lang="zh-CN" altLang="en-US" dirty="0"/>
          </a:p>
        </p:txBody>
      </p:sp>
      <p:sp>
        <p:nvSpPr>
          <p:cNvPr id="17" name="文本占位符 25"/>
          <p:cNvSpPr>
            <a:spLocks noGrp="1"/>
          </p:cNvSpPr>
          <p:nvPr>
            <p:ph type="body" sz="quarter" idx="13" hasCustomPrompt="1"/>
          </p:nvPr>
        </p:nvSpPr>
        <p:spPr>
          <a:xfrm>
            <a:off x="987061" y="4129159"/>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请在这里输入标题二</a:t>
            </a:r>
            <a:endParaRPr lang="zh-CN" altLang="en-US" dirty="0"/>
          </a:p>
        </p:txBody>
      </p:sp>
      <p:sp>
        <p:nvSpPr>
          <p:cNvPr id="18" name="文本占位符 26"/>
          <p:cNvSpPr>
            <a:spLocks noGrp="1"/>
          </p:cNvSpPr>
          <p:nvPr>
            <p:ph type="body" sz="quarter" idx="14" hasCustomPrompt="1"/>
          </p:nvPr>
        </p:nvSpPr>
        <p:spPr>
          <a:xfrm>
            <a:off x="1007010" y="2277948"/>
            <a:ext cx="10577705"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endParaRPr lang="zh-CN" altLang="en-US" dirty="0"/>
          </a:p>
        </p:txBody>
      </p:sp>
      <p:sp>
        <p:nvSpPr>
          <p:cNvPr id="19" name="文本占位符 27"/>
          <p:cNvSpPr>
            <a:spLocks noGrp="1"/>
          </p:cNvSpPr>
          <p:nvPr>
            <p:ph type="body" sz="quarter" idx="15" hasCustomPrompt="1"/>
          </p:nvPr>
        </p:nvSpPr>
        <p:spPr>
          <a:xfrm>
            <a:off x="1007010" y="4750953"/>
            <a:ext cx="10577705" cy="174785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请在此处添加文字说明，请在此处添加文字说明，请在此处添加文字说明，请在此处添加文字说明，请在此处添加文字说明</a:t>
            </a:r>
            <a:endParaRPr lang="zh-CN" altLang="en-US" dirty="0"/>
          </a:p>
          <a:p>
            <a:pPr lvl="0"/>
            <a:endParaRPr lang="zh-CN" altLang="en-US" dirty="0"/>
          </a:p>
        </p:txBody>
      </p:sp>
      <p:cxnSp>
        <p:nvCxnSpPr>
          <p:cNvPr id="20" name="直接连接符 19"/>
          <p:cNvCxnSpPr/>
          <p:nvPr userDrawn="1"/>
        </p:nvCxnSpPr>
        <p:spPr>
          <a:xfrm>
            <a:off x="483291" y="6518855"/>
            <a:ext cx="11306175" cy="0"/>
          </a:xfrm>
          <a:prstGeom prst="line">
            <a:avLst/>
          </a:prstGeom>
          <a:ln w="12700" cap="rnd">
            <a:gradFill>
              <a:gsLst>
                <a:gs pos="0">
                  <a:schemeClr val="accent2"/>
                </a:gs>
                <a:gs pos="100000">
                  <a:schemeClr val="accent2"/>
                </a:gs>
                <a:gs pos="59621">
                  <a:schemeClr val="accent2">
                    <a:alpha val="0"/>
                  </a:schemeClr>
                </a:gs>
                <a:gs pos="40000">
                  <a:schemeClr val="accent2">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21" name="椭圆 20"/>
          <p:cNvSpPr/>
          <p:nvPr userDrawn="1"/>
        </p:nvSpPr>
        <p:spPr>
          <a:xfrm>
            <a:off x="515387" y="4155967"/>
            <a:ext cx="311802" cy="3118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pic>
        <p:nvPicPr>
          <p:cNvPr id="14" name="图片 13"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文字模板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887663" y="4672185"/>
            <a:ext cx="7102451" cy="1680196"/>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2"/>
                </a:gs>
                <a:gs pos="0">
                  <a:schemeClr val="accent2"/>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87663" y="2206031"/>
            <a:ext cx="7102451" cy="1680196"/>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2"/>
                </a:gs>
                <a:gs pos="0">
                  <a:schemeClr val="accent2"/>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806905" y="1543913"/>
            <a:ext cx="4360332" cy="484898"/>
          </a:xfrm>
          <a:prstGeom prst="roundRect">
            <a:avLst>
              <a:gd name="adj" fmla="val 50000"/>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806905" y="4086765"/>
            <a:ext cx="4360332" cy="484898"/>
          </a:xfrm>
          <a:prstGeom prst="roundRect">
            <a:avLst>
              <a:gd name="adj" fmla="val 50000"/>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66963" y="4015340"/>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366963" y="1472488"/>
            <a:ext cx="627748" cy="62774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椭圆 12"/>
          <p:cNvSpPr/>
          <p:nvPr userDrawn="1"/>
        </p:nvSpPr>
        <p:spPr>
          <a:xfrm>
            <a:off x="524936" y="1630461"/>
            <a:ext cx="311802" cy="31180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6" name="文本占位符 1"/>
          <p:cNvSpPr>
            <a:spLocks noGrp="1"/>
          </p:cNvSpPr>
          <p:nvPr>
            <p:ph type="body" sz="quarter" idx="10" hasCustomPrompt="1"/>
          </p:nvPr>
        </p:nvSpPr>
        <p:spPr>
          <a:xfrm>
            <a:off x="987061" y="1586307"/>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请在这里输入标题一</a:t>
            </a:r>
            <a:endParaRPr lang="zh-CN" altLang="en-US" dirty="0"/>
          </a:p>
        </p:txBody>
      </p:sp>
      <p:sp>
        <p:nvSpPr>
          <p:cNvPr id="17" name="文本占位符 25"/>
          <p:cNvSpPr>
            <a:spLocks noGrp="1"/>
          </p:cNvSpPr>
          <p:nvPr>
            <p:ph type="body" sz="quarter" idx="13" hasCustomPrompt="1"/>
          </p:nvPr>
        </p:nvSpPr>
        <p:spPr>
          <a:xfrm>
            <a:off x="987061" y="4129159"/>
            <a:ext cx="3731196" cy="400110"/>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请在这里输入标题二</a:t>
            </a:r>
            <a:endParaRPr lang="zh-CN" altLang="en-US" dirty="0"/>
          </a:p>
        </p:txBody>
      </p:sp>
      <p:sp>
        <p:nvSpPr>
          <p:cNvPr id="18" name="文本占位符 26"/>
          <p:cNvSpPr>
            <a:spLocks noGrp="1"/>
          </p:cNvSpPr>
          <p:nvPr>
            <p:ph type="body" sz="quarter" idx="14" hasCustomPrompt="1"/>
          </p:nvPr>
        </p:nvSpPr>
        <p:spPr>
          <a:xfrm>
            <a:off x="1007012" y="2277948"/>
            <a:ext cx="6808932"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a:t>
            </a:r>
            <a:endParaRPr lang="en-US" altLang="zh-CN" dirty="0"/>
          </a:p>
          <a:p>
            <a:pPr lvl="0"/>
            <a:r>
              <a:rPr lang="zh-CN" altLang="en-US" dirty="0"/>
              <a:t>请在此处添加文字说明，请在此处添加文字说明，请在此处添加文字说明，请在此处添加文字说明</a:t>
            </a:r>
            <a:endParaRPr lang="zh-CN" altLang="en-US" dirty="0"/>
          </a:p>
          <a:p>
            <a:pPr lvl="0"/>
            <a:endParaRPr lang="zh-CN" altLang="en-US" dirty="0"/>
          </a:p>
        </p:txBody>
      </p:sp>
      <p:sp>
        <p:nvSpPr>
          <p:cNvPr id="19" name="文本占位符 27"/>
          <p:cNvSpPr>
            <a:spLocks noGrp="1"/>
          </p:cNvSpPr>
          <p:nvPr>
            <p:ph type="body" sz="quarter" idx="15" hasCustomPrompt="1"/>
          </p:nvPr>
        </p:nvSpPr>
        <p:spPr>
          <a:xfrm>
            <a:off x="1007011" y="4750953"/>
            <a:ext cx="6808934" cy="1267719"/>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r>
              <a:rPr lang="zh-CN" altLang="en-US" dirty="0"/>
              <a:t>请在此处添加文字说明，请在此处添加文字说明，请在此处添加文字说明，请在此处添加文字说明，</a:t>
            </a:r>
            <a:endParaRPr lang="zh-CN" altLang="en-US" dirty="0"/>
          </a:p>
          <a:p>
            <a:pPr lvl="0"/>
            <a:endParaRPr lang="zh-CN" altLang="en-US" dirty="0"/>
          </a:p>
        </p:txBody>
      </p:sp>
      <p:sp>
        <p:nvSpPr>
          <p:cNvPr id="21" name="椭圆 20"/>
          <p:cNvSpPr/>
          <p:nvPr userDrawn="1"/>
        </p:nvSpPr>
        <p:spPr>
          <a:xfrm>
            <a:off x="515387" y="4155967"/>
            <a:ext cx="311802" cy="31180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4" name="图片占位符 2"/>
          <p:cNvSpPr>
            <a:spLocks noGrp="1"/>
          </p:cNvSpPr>
          <p:nvPr>
            <p:ph type="pic" sz="quarter" idx="24"/>
          </p:nvPr>
        </p:nvSpPr>
        <p:spPr>
          <a:xfrm>
            <a:off x="8238333" y="2277948"/>
            <a:ext cx="2953922" cy="1435052"/>
          </a:xfrm>
          <a:prstGeom prst="rect">
            <a:avLst/>
          </a:prstGeom>
        </p:spPr>
        <p:txBody>
          <a:bodyPr/>
          <a:lstStyle>
            <a:lvl1pPr>
              <a:defRPr>
                <a:latin typeface="+mj-lt"/>
              </a:defRPr>
            </a:lvl1pPr>
          </a:lstStyle>
          <a:p>
            <a:endParaRPr lang="zh-CN" altLang="en-US" dirty="0"/>
          </a:p>
        </p:txBody>
      </p:sp>
      <p:sp>
        <p:nvSpPr>
          <p:cNvPr id="22" name="图片占位符 45"/>
          <p:cNvSpPr>
            <a:spLocks noGrp="1"/>
          </p:cNvSpPr>
          <p:nvPr>
            <p:ph type="pic" sz="quarter" idx="25"/>
          </p:nvPr>
        </p:nvSpPr>
        <p:spPr>
          <a:xfrm>
            <a:off x="8238334" y="4746083"/>
            <a:ext cx="2953922" cy="1435052"/>
          </a:xfrm>
          <a:prstGeom prst="rect">
            <a:avLst/>
          </a:prstGeom>
        </p:spPr>
        <p:txBody>
          <a:bodyPr/>
          <a:lstStyle>
            <a:lvl1pPr>
              <a:defRPr>
                <a:latin typeface="+mj-lt"/>
              </a:defRPr>
            </a:lvl1pPr>
          </a:lstStyle>
          <a:p>
            <a:endParaRPr lang="zh-CN" altLang="en-US"/>
          </a:p>
        </p:txBody>
      </p:sp>
      <p:pic>
        <p:nvPicPr>
          <p:cNvPr id="20" name="图片 1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文字模板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圆角 6"/>
          <p:cNvSpPr/>
          <p:nvPr userDrawn="1"/>
        </p:nvSpPr>
        <p:spPr>
          <a:xfrm>
            <a:off x="6455474" y="2608438"/>
            <a:ext cx="5382514" cy="3883766"/>
          </a:xfrm>
          <a:prstGeom prst="roundRect">
            <a:avLst>
              <a:gd name="adj" fmla="val 61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圆角 7"/>
          <p:cNvSpPr/>
          <p:nvPr userDrawn="1"/>
        </p:nvSpPr>
        <p:spPr>
          <a:xfrm>
            <a:off x="531812" y="2608438"/>
            <a:ext cx="5382514" cy="3883766"/>
          </a:xfrm>
          <a:prstGeom prst="roundRect">
            <a:avLst>
              <a:gd name="adj" fmla="val 61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ea typeface="+mn-ea"/>
              <a:cs typeface="阿里巴巴普惠体" panose="00020600040101010101" pitchFamily="18" charset="-122"/>
            </a:endParaRPr>
          </a:p>
        </p:txBody>
      </p:sp>
      <p:sp>
        <p:nvSpPr>
          <p:cNvPr id="9" name="矩形: 圆角 8"/>
          <p:cNvSpPr/>
          <p:nvPr userDrawn="1"/>
        </p:nvSpPr>
        <p:spPr>
          <a:xfrm>
            <a:off x="531812" y="1713741"/>
            <a:ext cx="5382514" cy="729835"/>
          </a:xfrm>
          <a:prstGeom prst="roundRect">
            <a:avLst>
              <a:gd name="adj" fmla="val 24233"/>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0" name="矩形: 圆角 9"/>
          <p:cNvSpPr/>
          <p:nvPr userDrawn="1"/>
        </p:nvSpPr>
        <p:spPr>
          <a:xfrm>
            <a:off x="6455474" y="1713741"/>
            <a:ext cx="5382514" cy="729835"/>
          </a:xfrm>
          <a:prstGeom prst="roundRect">
            <a:avLst>
              <a:gd name="adj" fmla="val 2423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ea typeface="+mn-ea"/>
              <a:cs typeface="阿里巴巴普惠体" panose="00020600040101010101" pitchFamily="18" charset="-122"/>
            </a:endParaRPr>
          </a:p>
        </p:txBody>
      </p:sp>
      <p:sp useBgFill="1">
        <p:nvSpPr>
          <p:cNvPr id="11" name="椭圆 10"/>
          <p:cNvSpPr/>
          <p:nvPr userDrawn="1"/>
        </p:nvSpPr>
        <p:spPr>
          <a:xfrm>
            <a:off x="301139" y="1591614"/>
            <a:ext cx="1265624" cy="12656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useBgFill="1">
        <p:nvSpPr>
          <p:cNvPr id="12" name="椭圆 11"/>
          <p:cNvSpPr/>
          <p:nvPr userDrawn="1"/>
        </p:nvSpPr>
        <p:spPr>
          <a:xfrm>
            <a:off x="6224801" y="1591614"/>
            <a:ext cx="1265624" cy="126562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13" name="文本占位符 1"/>
          <p:cNvSpPr>
            <a:spLocks noGrp="1"/>
          </p:cNvSpPr>
          <p:nvPr>
            <p:ph type="body" sz="quarter" idx="10" hasCustomPrompt="1"/>
          </p:nvPr>
        </p:nvSpPr>
        <p:spPr>
          <a:xfrm>
            <a:off x="1974785" y="1878603"/>
            <a:ext cx="3761381"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i="0" spc="0">
                <a:solidFill>
                  <a:schemeClr val="accent3"/>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请在此处输入小标题</a:t>
            </a:r>
            <a:r>
              <a:rPr lang="en-US" altLang="zh-CN" dirty="0"/>
              <a:t>1</a:t>
            </a:r>
            <a:endParaRPr lang="zh-CN" altLang="en-US" dirty="0"/>
          </a:p>
        </p:txBody>
      </p:sp>
      <p:sp>
        <p:nvSpPr>
          <p:cNvPr id="14" name="文本占位符 25"/>
          <p:cNvSpPr>
            <a:spLocks noGrp="1"/>
          </p:cNvSpPr>
          <p:nvPr>
            <p:ph type="body" sz="quarter" idx="13" hasCustomPrompt="1"/>
          </p:nvPr>
        </p:nvSpPr>
        <p:spPr>
          <a:xfrm>
            <a:off x="619475" y="3076262"/>
            <a:ext cx="5190268" cy="318824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en-US" altLang="zh-CN"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endParaRPr lang="zh-CN" altLang="en-US" dirty="0"/>
          </a:p>
        </p:txBody>
      </p:sp>
      <p:sp>
        <p:nvSpPr>
          <p:cNvPr id="16" name="文本占位符 26"/>
          <p:cNvSpPr>
            <a:spLocks noGrp="1"/>
          </p:cNvSpPr>
          <p:nvPr>
            <p:ph type="body" sz="quarter" idx="14" hasCustomPrompt="1"/>
          </p:nvPr>
        </p:nvSpPr>
        <p:spPr>
          <a:xfrm>
            <a:off x="6543136" y="3076263"/>
            <a:ext cx="5207191" cy="318824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j-lt"/>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en-US" altLang="zh-CN"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r>
              <a:rPr lang="zh-CN" altLang="en-US" dirty="0"/>
              <a:t>请在此处添加文字说明请在此处添加文字说明</a:t>
            </a:r>
            <a:endParaRPr lang="zh-CN" altLang="en-US" dirty="0"/>
          </a:p>
          <a:p>
            <a:pPr lvl="0"/>
            <a:endParaRPr lang="zh-CN" altLang="en-US" dirty="0"/>
          </a:p>
        </p:txBody>
      </p:sp>
      <p:sp>
        <p:nvSpPr>
          <p:cNvPr id="17" name="文本占位符 27"/>
          <p:cNvSpPr>
            <a:spLocks noGrp="1"/>
          </p:cNvSpPr>
          <p:nvPr>
            <p:ph type="body" sz="quarter" idx="15" hasCustomPrompt="1"/>
          </p:nvPr>
        </p:nvSpPr>
        <p:spPr>
          <a:xfrm>
            <a:off x="7898447" y="1878603"/>
            <a:ext cx="3761381"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i="0" spc="0">
                <a:solidFill>
                  <a:schemeClr val="accent3"/>
                </a:solidFill>
                <a:latin typeface="+mj-ea"/>
                <a:ea typeface="+mj-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请在此处输入小标题</a:t>
            </a:r>
            <a:r>
              <a:rPr lang="en-US" altLang="zh-CN" dirty="0"/>
              <a:t>2</a:t>
            </a:r>
            <a:endParaRPr lang="zh-CN" altLang="en-US" dirty="0"/>
          </a:p>
        </p:txBody>
      </p:sp>
      <p:sp>
        <p:nvSpPr>
          <p:cNvPr id="18" name="图片占位符 31"/>
          <p:cNvSpPr>
            <a:spLocks noGrp="1"/>
          </p:cNvSpPr>
          <p:nvPr>
            <p:ph type="pic" sz="quarter" idx="16"/>
          </p:nvPr>
        </p:nvSpPr>
        <p:spPr>
          <a:xfrm>
            <a:off x="434965" y="1725441"/>
            <a:ext cx="997971" cy="997971"/>
          </a:xfrm>
          <a:prstGeom prst="ellipse">
            <a:avLst/>
          </a:prstGeom>
        </p:spPr>
        <p:txBody>
          <a:bodyPr/>
          <a:lstStyle>
            <a:lvl1pPr>
              <a:defRPr>
                <a:latin typeface="+mj-lt"/>
                <a:ea typeface="+mn-ea"/>
              </a:defRPr>
            </a:lvl1pPr>
          </a:lstStyle>
          <a:p>
            <a:endParaRPr lang="zh-CN" altLang="en-US" dirty="0"/>
          </a:p>
        </p:txBody>
      </p:sp>
      <p:sp>
        <p:nvSpPr>
          <p:cNvPr id="19" name="图片占位符 32"/>
          <p:cNvSpPr>
            <a:spLocks noGrp="1"/>
          </p:cNvSpPr>
          <p:nvPr>
            <p:ph type="pic" sz="quarter" idx="17"/>
          </p:nvPr>
        </p:nvSpPr>
        <p:spPr>
          <a:xfrm>
            <a:off x="6358627" y="1725440"/>
            <a:ext cx="997971" cy="997971"/>
          </a:xfrm>
          <a:prstGeom prst="ellipse">
            <a:avLst/>
          </a:prstGeom>
        </p:spPr>
        <p:txBody>
          <a:bodyPr/>
          <a:lstStyle>
            <a:lvl1pPr>
              <a:defRPr>
                <a:latin typeface="+mj-lt"/>
                <a:ea typeface="+mn-ea"/>
              </a:defRPr>
            </a:lvl1pPr>
          </a:lstStyle>
          <a:p>
            <a:endParaRPr lang="zh-CN" altLang="en-US" dirty="0"/>
          </a:p>
        </p:txBody>
      </p:sp>
      <p:pic>
        <p:nvPicPr>
          <p:cNvPr id="20" name="图片 19"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文字模板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442913" y="1626061"/>
            <a:ext cx="3330190" cy="4299683"/>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sp>
        <p:nvSpPr>
          <p:cNvPr id="8" name="矩形 7"/>
          <p:cNvSpPr/>
          <p:nvPr userDrawn="1"/>
        </p:nvSpPr>
        <p:spPr>
          <a:xfrm>
            <a:off x="8418897" y="1626061"/>
            <a:ext cx="3330190" cy="4299683"/>
          </a:xfrm>
          <a:prstGeom prst="rect">
            <a:avLst/>
          </a:prstGeom>
          <a:gradFill>
            <a:gsLst>
              <a:gs pos="0">
                <a:schemeClr val="accent1">
                  <a:alpha val="11000"/>
                </a:schemeClr>
              </a:gs>
              <a:gs pos="100000">
                <a:schemeClr val="accent1">
                  <a:alpha val="11000"/>
                </a:schemeClr>
              </a:gs>
              <a:gs pos="80000">
                <a:schemeClr val="accent1">
                  <a:alpha val="0"/>
                </a:schemeClr>
              </a:gs>
              <a:gs pos="20000">
                <a:schemeClr val="accent1">
                  <a:alpha val="0"/>
                </a:schemeClr>
              </a:gs>
            </a:gsLst>
            <a:lin ang="0" scaled="0"/>
          </a:gradFill>
          <a:ln>
            <a:gradFill>
              <a:gsLst>
                <a:gs pos="98000">
                  <a:schemeClr val="accent1">
                    <a:alpha val="0"/>
                  </a:schemeClr>
                </a:gs>
                <a:gs pos="100000">
                  <a:schemeClr val="accent1"/>
                </a:gs>
                <a:gs pos="0">
                  <a:schemeClr val="accent1"/>
                </a:gs>
                <a:gs pos="2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2000" dirty="0">
              <a:latin typeface="+mj-lt"/>
              <a:cs typeface="阿里巴巴普惠体" panose="00020600040101010101" pitchFamily="18" charset="-122"/>
            </a:endParaRPr>
          </a:p>
        </p:txBody>
      </p:sp>
      <p:sp>
        <p:nvSpPr>
          <p:cNvPr id="9" name="矩形 8"/>
          <p:cNvSpPr/>
          <p:nvPr userDrawn="1"/>
        </p:nvSpPr>
        <p:spPr>
          <a:xfrm>
            <a:off x="4430905" y="1626061"/>
            <a:ext cx="3330190" cy="4299683"/>
          </a:xfrm>
          <a:prstGeom prst="rect">
            <a:avLst/>
          </a:prstGeom>
          <a:gradFill>
            <a:gsLst>
              <a:gs pos="0">
                <a:schemeClr val="accent2">
                  <a:alpha val="11000"/>
                </a:schemeClr>
              </a:gs>
              <a:gs pos="100000">
                <a:schemeClr val="accent2">
                  <a:alpha val="11000"/>
                </a:schemeClr>
              </a:gs>
              <a:gs pos="80000">
                <a:schemeClr val="accent2">
                  <a:alpha val="0"/>
                </a:schemeClr>
              </a:gs>
              <a:gs pos="20000">
                <a:schemeClr val="accent2">
                  <a:alpha val="0"/>
                </a:schemeClr>
              </a:gs>
            </a:gsLst>
            <a:lin ang="0" scaled="0"/>
          </a:gradFill>
          <a:ln>
            <a:gradFill>
              <a:gsLst>
                <a:gs pos="98000">
                  <a:schemeClr val="accent2">
                    <a:alpha val="0"/>
                  </a:schemeClr>
                </a:gs>
                <a:gs pos="100000">
                  <a:schemeClr val="accent1"/>
                </a:gs>
                <a:gs pos="0">
                  <a:schemeClr val="accent1"/>
                </a:gs>
                <a:gs pos="2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mj-lt"/>
              <a:ea typeface="+mn-ea"/>
              <a:cs typeface="阿里巴巴普惠体" panose="00020600040101010101" pitchFamily="18" charset="-122"/>
            </a:endParaRPr>
          </a:p>
        </p:txBody>
      </p:sp>
      <p:cxnSp>
        <p:nvCxnSpPr>
          <p:cNvPr id="10" name="直接连接符 9"/>
          <p:cNvCxnSpPr/>
          <p:nvPr userDrawn="1"/>
        </p:nvCxnSpPr>
        <p:spPr>
          <a:xfrm>
            <a:off x="4998720" y="3723717"/>
            <a:ext cx="2194560" cy="0"/>
          </a:xfrm>
          <a:prstGeom prst="line">
            <a:avLst/>
          </a:prstGeom>
          <a:ln w="19050" cap="rnd">
            <a:gradFill>
              <a:gsLst>
                <a:gs pos="45000">
                  <a:schemeClr val="accent2">
                    <a:alpha val="0"/>
                  </a:schemeClr>
                </a:gs>
                <a:gs pos="0">
                  <a:schemeClr val="accent3"/>
                </a:gs>
                <a:gs pos="100000">
                  <a:schemeClr val="accent3"/>
                </a:gs>
                <a:gs pos="55000">
                  <a:schemeClr val="accent2">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1" name="文本占位符 41"/>
          <p:cNvSpPr>
            <a:spLocks noGrp="1"/>
          </p:cNvSpPr>
          <p:nvPr>
            <p:ph type="body" sz="quarter" idx="26" hasCustomPrompt="1"/>
          </p:nvPr>
        </p:nvSpPr>
        <p:spPr>
          <a:xfrm>
            <a:off x="4430900" y="3099324"/>
            <a:ext cx="3330189"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cxnSp>
        <p:nvCxnSpPr>
          <p:cNvPr id="12" name="直接连接符 11"/>
          <p:cNvCxnSpPr/>
          <p:nvPr userDrawn="1"/>
        </p:nvCxnSpPr>
        <p:spPr>
          <a:xfrm>
            <a:off x="8986712" y="3723717"/>
            <a:ext cx="2194560" cy="0"/>
          </a:xfrm>
          <a:prstGeom prst="line">
            <a:avLst/>
          </a:prstGeom>
          <a:ln w="19050" cap="rnd">
            <a:gradFill>
              <a:gsLst>
                <a:gs pos="45000">
                  <a:schemeClr val="accent1">
                    <a:alpha val="0"/>
                  </a:schemeClr>
                </a:gs>
                <a:gs pos="0">
                  <a:schemeClr val="accent1"/>
                </a:gs>
                <a:gs pos="100000">
                  <a:schemeClr val="accent1"/>
                </a:gs>
                <a:gs pos="55000">
                  <a:schemeClr val="accent1">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3" name="文本占位符 43"/>
          <p:cNvSpPr>
            <a:spLocks noGrp="1"/>
          </p:cNvSpPr>
          <p:nvPr>
            <p:ph type="body" sz="quarter" idx="27" hasCustomPrompt="1"/>
          </p:nvPr>
        </p:nvSpPr>
        <p:spPr>
          <a:xfrm>
            <a:off x="8418886" y="3099324"/>
            <a:ext cx="3330190"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cxnSp>
        <p:nvCxnSpPr>
          <p:cNvPr id="14" name="直接连接符 13"/>
          <p:cNvCxnSpPr/>
          <p:nvPr userDrawn="1"/>
        </p:nvCxnSpPr>
        <p:spPr>
          <a:xfrm>
            <a:off x="1010728" y="3723717"/>
            <a:ext cx="2194560" cy="0"/>
          </a:xfrm>
          <a:prstGeom prst="line">
            <a:avLst/>
          </a:prstGeom>
          <a:ln w="19050" cap="rnd">
            <a:gradFill>
              <a:gsLst>
                <a:gs pos="45000">
                  <a:schemeClr val="accent1">
                    <a:alpha val="0"/>
                  </a:schemeClr>
                </a:gs>
                <a:gs pos="0">
                  <a:schemeClr val="accent1"/>
                </a:gs>
                <a:gs pos="100000">
                  <a:schemeClr val="accent1"/>
                </a:gs>
                <a:gs pos="55000">
                  <a:schemeClr val="accent1">
                    <a:alpha val="0"/>
                  </a:schemeClr>
                </a:gs>
              </a:gsLst>
              <a:lin ang="0" scaled="0"/>
            </a:gradFill>
            <a:headEnd type="none"/>
          </a:ln>
        </p:spPr>
        <p:style>
          <a:lnRef idx="1">
            <a:schemeClr val="accent1"/>
          </a:lnRef>
          <a:fillRef idx="0">
            <a:schemeClr val="accent1"/>
          </a:fillRef>
          <a:effectRef idx="0">
            <a:schemeClr val="accent1"/>
          </a:effectRef>
          <a:fontRef idx="minor">
            <a:schemeClr val="tx1"/>
          </a:fontRef>
        </p:style>
      </p:cxnSp>
      <p:sp>
        <p:nvSpPr>
          <p:cNvPr id="16" name="文本占位符 45"/>
          <p:cNvSpPr>
            <a:spLocks noGrp="1"/>
          </p:cNvSpPr>
          <p:nvPr>
            <p:ph type="body" sz="quarter" idx="28" hasCustomPrompt="1"/>
          </p:nvPr>
        </p:nvSpPr>
        <p:spPr>
          <a:xfrm>
            <a:off x="442912" y="3099324"/>
            <a:ext cx="3330187" cy="400110"/>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0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输入标题</a:t>
            </a:r>
            <a:endParaRPr lang="zh-CN" altLang="en-US" dirty="0"/>
          </a:p>
        </p:txBody>
      </p:sp>
      <p:sp>
        <p:nvSpPr>
          <p:cNvPr id="17" name="文本占位符 46"/>
          <p:cNvSpPr>
            <a:spLocks noGrp="1"/>
          </p:cNvSpPr>
          <p:nvPr>
            <p:ph type="body" sz="quarter" idx="25" hasCustomPrompt="1"/>
          </p:nvPr>
        </p:nvSpPr>
        <p:spPr>
          <a:xfrm>
            <a:off x="690363" y="3788737"/>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grpSp>
        <p:nvGrpSpPr>
          <p:cNvPr id="20" name="组合 19"/>
          <p:cNvGrpSpPr/>
          <p:nvPr userDrawn="1"/>
        </p:nvGrpSpPr>
        <p:grpSpPr>
          <a:xfrm>
            <a:off x="1713869" y="2012292"/>
            <a:ext cx="797729" cy="797729"/>
            <a:chOff x="1319776" y="-2623613"/>
            <a:chExt cx="797730" cy="797729"/>
          </a:xfrm>
        </p:grpSpPr>
        <p:sp>
          <p:nvSpPr>
            <p:cNvPr id="21" name="矩形: 圆角 20"/>
            <p:cNvSpPr/>
            <p:nvPr userDrawn="1"/>
          </p:nvSpPr>
          <p:spPr>
            <a:xfrm>
              <a:off x="1319776" y="-2623613"/>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22" name="文本框 21"/>
            <p:cNvSpPr txBox="1"/>
            <p:nvPr userDrawn="1"/>
          </p:nvSpPr>
          <p:spPr>
            <a:xfrm>
              <a:off x="1614051" y="-2449594"/>
              <a:ext cx="503455" cy="623710"/>
            </a:xfrm>
            <a:custGeom>
              <a:avLst/>
              <a:gdLst>
                <a:gd name="connsiteX0" fmla="*/ 129751 w 503455"/>
                <a:gd name="connsiteY0" fmla="*/ 0 h 623710"/>
                <a:gd name="connsiteX1" fmla="*/ 219721 w 503455"/>
                <a:gd name="connsiteY1" fmla="*/ 0 h 623710"/>
                <a:gd name="connsiteX2" fmla="*/ 219721 w 503455"/>
                <a:gd name="connsiteY2" fmla="*/ 6606 h 623710"/>
                <a:gd name="connsiteX3" fmla="*/ 227351 w 503455"/>
                <a:gd name="connsiteY3" fmla="*/ 6606 h 623710"/>
                <a:gd name="connsiteX4" fmla="*/ 227351 w 503455"/>
                <a:gd name="connsiteY4" fmla="*/ 13213 h 623710"/>
                <a:gd name="connsiteX5" fmla="*/ 234980 w 503455"/>
                <a:gd name="connsiteY5" fmla="*/ 13213 h 623710"/>
                <a:gd name="connsiteX6" fmla="*/ 234980 w 503455"/>
                <a:gd name="connsiteY6" fmla="*/ 19819 h 623710"/>
                <a:gd name="connsiteX7" fmla="*/ 242609 w 503455"/>
                <a:gd name="connsiteY7" fmla="*/ 19819 h 623710"/>
                <a:gd name="connsiteX8" fmla="*/ 242609 w 503455"/>
                <a:gd name="connsiteY8" fmla="*/ 26426 h 623710"/>
                <a:gd name="connsiteX9" fmla="*/ 250239 w 503455"/>
                <a:gd name="connsiteY9" fmla="*/ 26426 h 623710"/>
                <a:gd name="connsiteX10" fmla="*/ 250239 w 503455"/>
                <a:gd name="connsiteY10" fmla="*/ 33032 h 623710"/>
                <a:gd name="connsiteX11" fmla="*/ 257868 w 503455"/>
                <a:gd name="connsiteY11" fmla="*/ 33032 h 623710"/>
                <a:gd name="connsiteX12" fmla="*/ 257868 w 503455"/>
                <a:gd name="connsiteY12" fmla="*/ 39639 h 623710"/>
                <a:gd name="connsiteX13" fmla="*/ 265497 w 503455"/>
                <a:gd name="connsiteY13" fmla="*/ 39639 h 623710"/>
                <a:gd name="connsiteX14" fmla="*/ 265497 w 503455"/>
                <a:gd name="connsiteY14" fmla="*/ 46246 h 623710"/>
                <a:gd name="connsiteX15" fmla="*/ 273127 w 503455"/>
                <a:gd name="connsiteY15" fmla="*/ 46246 h 623710"/>
                <a:gd name="connsiteX16" fmla="*/ 273127 w 503455"/>
                <a:gd name="connsiteY16" fmla="*/ 52852 h 623710"/>
                <a:gd name="connsiteX17" fmla="*/ 280756 w 503455"/>
                <a:gd name="connsiteY17" fmla="*/ 52852 h 623710"/>
                <a:gd name="connsiteX18" fmla="*/ 280756 w 503455"/>
                <a:gd name="connsiteY18" fmla="*/ 59459 h 623710"/>
                <a:gd name="connsiteX19" fmla="*/ 288385 w 503455"/>
                <a:gd name="connsiteY19" fmla="*/ 59459 h 623710"/>
                <a:gd name="connsiteX20" fmla="*/ 288385 w 503455"/>
                <a:gd name="connsiteY20" fmla="*/ 66065 h 623710"/>
                <a:gd name="connsiteX21" fmla="*/ 296015 w 503455"/>
                <a:gd name="connsiteY21" fmla="*/ 66065 h 623710"/>
                <a:gd name="connsiteX22" fmla="*/ 296015 w 503455"/>
                <a:gd name="connsiteY22" fmla="*/ 72672 h 623710"/>
                <a:gd name="connsiteX23" fmla="*/ 303644 w 503455"/>
                <a:gd name="connsiteY23" fmla="*/ 72672 h 623710"/>
                <a:gd name="connsiteX24" fmla="*/ 303644 w 503455"/>
                <a:gd name="connsiteY24" fmla="*/ 79279 h 623710"/>
                <a:gd name="connsiteX25" fmla="*/ 311273 w 503455"/>
                <a:gd name="connsiteY25" fmla="*/ 79279 h 623710"/>
                <a:gd name="connsiteX26" fmla="*/ 311273 w 503455"/>
                <a:gd name="connsiteY26" fmla="*/ 85885 h 623710"/>
                <a:gd name="connsiteX27" fmla="*/ 318903 w 503455"/>
                <a:gd name="connsiteY27" fmla="*/ 85885 h 623710"/>
                <a:gd name="connsiteX28" fmla="*/ 318903 w 503455"/>
                <a:gd name="connsiteY28" fmla="*/ 92492 h 623710"/>
                <a:gd name="connsiteX29" fmla="*/ 326532 w 503455"/>
                <a:gd name="connsiteY29" fmla="*/ 92492 h 623710"/>
                <a:gd name="connsiteX30" fmla="*/ 326532 w 503455"/>
                <a:gd name="connsiteY30" fmla="*/ 99098 h 623710"/>
                <a:gd name="connsiteX31" fmla="*/ 334161 w 503455"/>
                <a:gd name="connsiteY31" fmla="*/ 99098 h 623710"/>
                <a:gd name="connsiteX32" fmla="*/ 334161 w 503455"/>
                <a:gd name="connsiteY32" fmla="*/ 105705 h 623710"/>
                <a:gd name="connsiteX33" fmla="*/ 341791 w 503455"/>
                <a:gd name="connsiteY33" fmla="*/ 105705 h 623710"/>
                <a:gd name="connsiteX34" fmla="*/ 341791 w 503455"/>
                <a:gd name="connsiteY34" fmla="*/ 112311 h 623710"/>
                <a:gd name="connsiteX35" fmla="*/ 349420 w 503455"/>
                <a:gd name="connsiteY35" fmla="*/ 112311 h 623710"/>
                <a:gd name="connsiteX36" fmla="*/ 349420 w 503455"/>
                <a:gd name="connsiteY36" fmla="*/ 118918 h 623710"/>
                <a:gd name="connsiteX37" fmla="*/ 357049 w 503455"/>
                <a:gd name="connsiteY37" fmla="*/ 118918 h 623710"/>
                <a:gd name="connsiteX38" fmla="*/ 357049 w 503455"/>
                <a:gd name="connsiteY38" fmla="*/ 125525 h 623710"/>
                <a:gd name="connsiteX39" fmla="*/ 364679 w 503455"/>
                <a:gd name="connsiteY39" fmla="*/ 125525 h 623710"/>
                <a:gd name="connsiteX40" fmla="*/ 364679 w 503455"/>
                <a:gd name="connsiteY40" fmla="*/ 132131 h 623710"/>
                <a:gd name="connsiteX41" fmla="*/ 372308 w 503455"/>
                <a:gd name="connsiteY41" fmla="*/ 132131 h 623710"/>
                <a:gd name="connsiteX42" fmla="*/ 372308 w 503455"/>
                <a:gd name="connsiteY42" fmla="*/ 138738 h 623710"/>
                <a:gd name="connsiteX43" fmla="*/ 379937 w 503455"/>
                <a:gd name="connsiteY43" fmla="*/ 138738 h 623710"/>
                <a:gd name="connsiteX44" fmla="*/ 379937 w 503455"/>
                <a:gd name="connsiteY44" fmla="*/ 145344 h 623710"/>
                <a:gd name="connsiteX45" fmla="*/ 387566 w 503455"/>
                <a:gd name="connsiteY45" fmla="*/ 145344 h 623710"/>
                <a:gd name="connsiteX46" fmla="*/ 387566 w 503455"/>
                <a:gd name="connsiteY46" fmla="*/ 151951 h 623710"/>
                <a:gd name="connsiteX47" fmla="*/ 395196 w 503455"/>
                <a:gd name="connsiteY47" fmla="*/ 151951 h 623710"/>
                <a:gd name="connsiteX48" fmla="*/ 395196 w 503455"/>
                <a:gd name="connsiteY48" fmla="*/ 158557 h 623710"/>
                <a:gd name="connsiteX49" fmla="*/ 402825 w 503455"/>
                <a:gd name="connsiteY49" fmla="*/ 158557 h 623710"/>
                <a:gd name="connsiteX50" fmla="*/ 402825 w 503455"/>
                <a:gd name="connsiteY50" fmla="*/ 165164 h 623710"/>
                <a:gd name="connsiteX51" fmla="*/ 410454 w 503455"/>
                <a:gd name="connsiteY51" fmla="*/ 165164 h 623710"/>
                <a:gd name="connsiteX52" fmla="*/ 410454 w 503455"/>
                <a:gd name="connsiteY52" fmla="*/ 171771 h 623710"/>
                <a:gd name="connsiteX53" fmla="*/ 418084 w 503455"/>
                <a:gd name="connsiteY53" fmla="*/ 171771 h 623710"/>
                <a:gd name="connsiteX54" fmla="*/ 418084 w 503455"/>
                <a:gd name="connsiteY54" fmla="*/ 178377 h 623710"/>
                <a:gd name="connsiteX55" fmla="*/ 425713 w 503455"/>
                <a:gd name="connsiteY55" fmla="*/ 178377 h 623710"/>
                <a:gd name="connsiteX56" fmla="*/ 425713 w 503455"/>
                <a:gd name="connsiteY56" fmla="*/ 184984 h 623710"/>
                <a:gd name="connsiteX57" fmla="*/ 433343 w 503455"/>
                <a:gd name="connsiteY57" fmla="*/ 184984 h 623710"/>
                <a:gd name="connsiteX58" fmla="*/ 433343 w 503455"/>
                <a:gd name="connsiteY58" fmla="*/ 191591 h 623710"/>
                <a:gd name="connsiteX59" fmla="*/ 440972 w 503455"/>
                <a:gd name="connsiteY59" fmla="*/ 191591 h 623710"/>
                <a:gd name="connsiteX60" fmla="*/ 440972 w 503455"/>
                <a:gd name="connsiteY60" fmla="*/ 198197 h 623710"/>
                <a:gd name="connsiteX61" fmla="*/ 448601 w 503455"/>
                <a:gd name="connsiteY61" fmla="*/ 198197 h 623710"/>
                <a:gd name="connsiteX62" fmla="*/ 448601 w 503455"/>
                <a:gd name="connsiteY62" fmla="*/ 204804 h 623710"/>
                <a:gd name="connsiteX63" fmla="*/ 456230 w 503455"/>
                <a:gd name="connsiteY63" fmla="*/ 204804 h 623710"/>
                <a:gd name="connsiteX64" fmla="*/ 456230 w 503455"/>
                <a:gd name="connsiteY64" fmla="*/ 211410 h 623710"/>
                <a:gd name="connsiteX65" fmla="*/ 463860 w 503455"/>
                <a:gd name="connsiteY65" fmla="*/ 211410 h 623710"/>
                <a:gd name="connsiteX66" fmla="*/ 463860 w 503455"/>
                <a:gd name="connsiteY66" fmla="*/ 218017 h 623710"/>
                <a:gd name="connsiteX67" fmla="*/ 471489 w 503455"/>
                <a:gd name="connsiteY67" fmla="*/ 218017 h 623710"/>
                <a:gd name="connsiteX68" fmla="*/ 471489 w 503455"/>
                <a:gd name="connsiteY68" fmla="*/ 224623 h 623710"/>
                <a:gd name="connsiteX69" fmla="*/ 479118 w 503455"/>
                <a:gd name="connsiteY69" fmla="*/ 224623 h 623710"/>
                <a:gd name="connsiteX70" fmla="*/ 479118 w 503455"/>
                <a:gd name="connsiteY70" fmla="*/ 231230 h 623710"/>
                <a:gd name="connsiteX71" fmla="*/ 486748 w 503455"/>
                <a:gd name="connsiteY71" fmla="*/ 231230 h 623710"/>
                <a:gd name="connsiteX72" fmla="*/ 486748 w 503455"/>
                <a:gd name="connsiteY72" fmla="*/ 237837 h 623710"/>
                <a:gd name="connsiteX73" fmla="*/ 494377 w 503455"/>
                <a:gd name="connsiteY73" fmla="*/ 237837 h 623710"/>
                <a:gd name="connsiteX74" fmla="*/ 494377 w 503455"/>
                <a:gd name="connsiteY74" fmla="*/ 244443 h 623710"/>
                <a:gd name="connsiteX75" fmla="*/ 502006 w 503455"/>
                <a:gd name="connsiteY75" fmla="*/ 244443 h 623710"/>
                <a:gd name="connsiteX76" fmla="*/ 502006 w 503455"/>
                <a:gd name="connsiteY76" fmla="*/ 251050 h 623710"/>
                <a:gd name="connsiteX77" fmla="*/ 503455 w 503455"/>
                <a:gd name="connsiteY77" fmla="*/ 251050 h 623710"/>
                <a:gd name="connsiteX78" fmla="*/ 503455 w 503455"/>
                <a:gd name="connsiteY78" fmla="*/ 514461 h 623710"/>
                <a:gd name="connsiteX79" fmla="*/ 394206 w 503455"/>
                <a:gd name="connsiteY79" fmla="*/ 623710 h 623710"/>
                <a:gd name="connsiteX80" fmla="*/ 339332 w 503455"/>
                <a:gd name="connsiteY80" fmla="*/ 623710 h 623710"/>
                <a:gd name="connsiteX81" fmla="*/ 339332 w 503455"/>
                <a:gd name="connsiteY81" fmla="*/ 622949 h 623710"/>
                <a:gd name="connsiteX82" fmla="*/ 331703 w 503455"/>
                <a:gd name="connsiteY82" fmla="*/ 622949 h 623710"/>
                <a:gd name="connsiteX83" fmla="*/ 331703 w 503455"/>
                <a:gd name="connsiteY83" fmla="*/ 616343 h 623710"/>
                <a:gd name="connsiteX84" fmla="*/ 324074 w 503455"/>
                <a:gd name="connsiteY84" fmla="*/ 616343 h 623710"/>
                <a:gd name="connsiteX85" fmla="*/ 324074 w 503455"/>
                <a:gd name="connsiteY85" fmla="*/ 609736 h 623710"/>
                <a:gd name="connsiteX86" fmla="*/ 316445 w 503455"/>
                <a:gd name="connsiteY86" fmla="*/ 609736 h 623710"/>
                <a:gd name="connsiteX87" fmla="*/ 316445 w 503455"/>
                <a:gd name="connsiteY87" fmla="*/ 603129 h 623710"/>
                <a:gd name="connsiteX88" fmla="*/ 308815 w 503455"/>
                <a:gd name="connsiteY88" fmla="*/ 603129 h 623710"/>
                <a:gd name="connsiteX89" fmla="*/ 308815 w 503455"/>
                <a:gd name="connsiteY89" fmla="*/ 596523 h 623710"/>
                <a:gd name="connsiteX90" fmla="*/ 301186 w 503455"/>
                <a:gd name="connsiteY90" fmla="*/ 596523 h 623710"/>
                <a:gd name="connsiteX91" fmla="*/ 301186 w 503455"/>
                <a:gd name="connsiteY91" fmla="*/ 589916 h 623710"/>
                <a:gd name="connsiteX92" fmla="*/ 293556 w 503455"/>
                <a:gd name="connsiteY92" fmla="*/ 589916 h 623710"/>
                <a:gd name="connsiteX93" fmla="*/ 293556 w 503455"/>
                <a:gd name="connsiteY93" fmla="*/ 583309 h 623710"/>
                <a:gd name="connsiteX94" fmla="*/ 285927 w 503455"/>
                <a:gd name="connsiteY94" fmla="*/ 583309 h 623710"/>
                <a:gd name="connsiteX95" fmla="*/ 285927 w 503455"/>
                <a:gd name="connsiteY95" fmla="*/ 576703 h 623710"/>
                <a:gd name="connsiteX96" fmla="*/ 278298 w 503455"/>
                <a:gd name="connsiteY96" fmla="*/ 576703 h 623710"/>
                <a:gd name="connsiteX97" fmla="*/ 278298 w 503455"/>
                <a:gd name="connsiteY97" fmla="*/ 570096 h 623710"/>
                <a:gd name="connsiteX98" fmla="*/ 270668 w 503455"/>
                <a:gd name="connsiteY98" fmla="*/ 570096 h 623710"/>
                <a:gd name="connsiteX99" fmla="*/ 270668 w 503455"/>
                <a:gd name="connsiteY99" fmla="*/ 563490 h 623710"/>
                <a:gd name="connsiteX100" fmla="*/ 263039 w 503455"/>
                <a:gd name="connsiteY100" fmla="*/ 563490 h 623710"/>
                <a:gd name="connsiteX101" fmla="*/ 263039 w 503455"/>
                <a:gd name="connsiteY101" fmla="*/ 556883 h 623710"/>
                <a:gd name="connsiteX102" fmla="*/ 255410 w 503455"/>
                <a:gd name="connsiteY102" fmla="*/ 556883 h 623710"/>
                <a:gd name="connsiteX103" fmla="*/ 255410 w 503455"/>
                <a:gd name="connsiteY103" fmla="*/ 550277 h 623710"/>
                <a:gd name="connsiteX104" fmla="*/ 247781 w 503455"/>
                <a:gd name="connsiteY104" fmla="*/ 550277 h 623710"/>
                <a:gd name="connsiteX105" fmla="*/ 247781 w 503455"/>
                <a:gd name="connsiteY105" fmla="*/ 543670 h 623710"/>
                <a:gd name="connsiteX106" fmla="*/ 240151 w 503455"/>
                <a:gd name="connsiteY106" fmla="*/ 543670 h 623710"/>
                <a:gd name="connsiteX107" fmla="*/ 240151 w 503455"/>
                <a:gd name="connsiteY107" fmla="*/ 537063 h 623710"/>
                <a:gd name="connsiteX108" fmla="*/ 232522 w 503455"/>
                <a:gd name="connsiteY108" fmla="*/ 537063 h 623710"/>
                <a:gd name="connsiteX109" fmla="*/ 232522 w 503455"/>
                <a:gd name="connsiteY109" fmla="*/ 530457 h 623710"/>
                <a:gd name="connsiteX110" fmla="*/ 224893 w 503455"/>
                <a:gd name="connsiteY110" fmla="*/ 530457 h 623710"/>
                <a:gd name="connsiteX111" fmla="*/ 224893 w 503455"/>
                <a:gd name="connsiteY111" fmla="*/ 523850 h 623710"/>
                <a:gd name="connsiteX112" fmla="*/ 217263 w 503455"/>
                <a:gd name="connsiteY112" fmla="*/ 523850 h 623710"/>
                <a:gd name="connsiteX113" fmla="*/ 217263 w 503455"/>
                <a:gd name="connsiteY113" fmla="*/ 517244 h 623710"/>
                <a:gd name="connsiteX114" fmla="*/ 209634 w 503455"/>
                <a:gd name="connsiteY114" fmla="*/ 517244 h 623710"/>
                <a:gd name="connsiteX115" fmla="*/ 209634 w 503455"/>
                <a:gd name="connsiteY115" fmla="*/ 510637 h 623710"/>
                <a:gd name="connsiteX116" fmla="*/ 202005 w 503455"/>
                <a:gd name="connsiteY116" fmla="*/ 510637 h 623710"/>
                <a:gd name="connsiteX117" fmla="*/ 202005 w 503455"/>
                <a:gd name="connsiteY117" fmla="*/ 504031 h 623710"/>
                <a:gd name="connsiteX118" fmla="*/ 194375 w 503455"/>
                <a:gd name="connsiteY118" fmla="*/ 504031 h 623710"/>
                <a:gd name="connsiteX119" fmla="*/ 194375 w 503455"/>
                <a:gd name="connsiteY119" fmla="*/ 497424 h 623710"/>
                <a:gd name="connsiteX120" fmla="*/ 186746 w 503455"/>
                <a:gd name="connsiteY120" fmla="*/ 497424 h 623710"/>
                <a:gd name="connsiteX121" fmla="*/ 186746 w 503455"/>
                <a:gd name="connsiteY121" fmla="*/ 490817 h 623710"/>
                <a:gd name="connsiteX122" fmla="*/ 179117 w 503455"/>
                <a:gd name="connsiteY122" fmla="*/ 490817 h 623710"/>
                <a:gd name="connsiteX123" fmla="*/ 179117 w 503455"/>
                <a:gd name="connsiteY123" fmla="*/ 484211 h 623710"/>
                <a:gd name="connsiteX124" fmla="*/ 171487 w 503455"/>
                <a:gd name="connsiteY124" fmla="*/ 484211 h 623710"/>
                <a:gd name="connsiteX125" fmla="*/ 171487 w 503455"/>
                <a:gd name="connsiteY125" fmla="*/ 477604 h 623710"/>
                <a:gd name="connsiteX126" fmla="*/ 163858 w 503455"/>
                <a:gd name="connsiteY126" fmla="*/ 477604 h 623710"/>
                <a:gd name="connsiteX127" fmla="*/ 163858 w 503455"/>
                <a:gd name="connsiteY127" fmla="*/ 470998 h 623710"/>
                <a:gd name="connsiteX128" fmla="*/ 156229 w 503455"/>
                <a:gd name="connsiteY128" fmla="*/ 470998 h 623710"/>
                <a:gd name="connsiteX129" fmla="*/ 156229 w 503455"/>
                <a:gd name="connsiteY129" fmla="*/ 464391 h 623710"/>
                <a:gd name="connsiteX130" fmla="*/ 148599 w 503455"/>
                <a:gd name="connsiteY130" fmla="*/ 464391 h 623710"/>
                <a:gd name="connsiteX131" fmla="*/ 148599 w 503455"/>
                <a:gd name="connsiteY131" fmla="*/ 457784 h 623710"/>
                <a:gd name="connsiteX132" fmla="*/ 140970 w 503455"/>
                <a:gd name="connsiteY132" fmla="*/ 457784 h 623710"/>
                <a:gd name="connsiteX133" fmla="*/ 140970 w 503455"/>
                <a:gd name="connsiteY133" fmla="*/ 451178 h 623710"/>
                <a:gd name="connsiteX134" fmla="*/ 133341 w 503455"/>
                <a:gd name="connsiteY134" fmla="*/ 451178 h 623710"/>
                <a:gd name="connsiteX135" fmla="*/ 133341 w 503455"/>
                <a:gd name="connsiteY135" fmla="*/ 444571 h 623710"/>
                <a:gd name="connsiteX136" fmla="*/ 125711 w 503455"/>
                <a:gd name="connsiteY136" fmla="*/ 444571 h 623710"/>
                <a:gd name="connsiteX137" fmla="*/ 125711 w 503455"/>
                <a:gd name="connsiteY137" fmla="*/ 437965 h 623710"/>
                <a:gd name="connsiteX138" fmla="*/ 118082 w 503455"/>
                <a:gd name="connsiteY138" fmla="*/ 437965 h 623710"/>
                <a:gd name="connsiteX139" fmla="*/ 118082 w 503455"/>
                <a:gd name="connsiteY139" fmla="*/ 431358 h 623710"/>
                <a:gd name="connsiteX140" fmla="*/ 110453 w 503455"/>
                <a:gd name="connsiteY140" fmla="*/ 431358 h 623710"/>
                <a:gd name="connsiteX141" fmla="*/ 110453 w 503455"/>
                <a:gd name="connsiteY141" fmla="*/ 424752 h 623710"/>
                <a:gd name="connsiteX142" fmla="*/ 102823 w 503455"/>
                <a:gd name="connsiteY142" fmla="*/ 424752 h 623710"/>
                <a:gd name="connsiteX143" fmla="*/ 102823 w 503455"/>
                <a:gd name="connsiteY143" fmla="*/ 208800 h 623710"/>
                <a:gd name="connsiteX144" fmla="*/ 99182 w 503455"/>
                <a:gd name="connsiteY144" fmla="*/ 209516 h 623710"/>
                <a:gd name="connsiteX145" fmla="*/ 99182 w 503455"/>
                <a:gd name="connsiteY145" fmla="*/ 201411 h 623710"/>
                <a:gd name="connsiteX146" fmla="*/ 91552 w 503455"/>
                <a:gd name="connsiteY146" fmla="*/ 202910 h 623710"/>
                <a:gd name="connsiteX147" fmla="*/ 91552 w 503455"/>
                <a:gd name="connsiteY147" fmla="*/ 194804 h 623710"/>
                <a:gd name="connsiteX148" fmla="*/ 83923 w 503455"/>
                <a:gd name="connsiteY148" fmla="*/ 196303 h 623710"/>
                <a:gd name="connsiteX149" fmla="*/ 83923 w 503455"/>
                <a:gd name="connsiteY149" fmla="*/ 188197 h 623710"/>
                <a:gd name="connsiteX150" fmla="*/ 76294 w 503455"/>
                <a:gd name="connsiteY150" fmla="*/ 189696 h 623710"/>
                <a:gd name="connsiteX151" fmla="*/ 76294 w 503455"/>
                <a:gd name="connsiteY151" fmla="*/ 181591 h 623710"/>
                <a:gd name="connsiteX152" fmla="*/ 68664 w 503455"/>
                <a:gd name="connsiteY152" fmla="*/ 183090 h 623710"/>
                <a:gd name="connsiteX153" fmla="*/ 68664 w 503455"/>
                <a:gd name="connsiteY153" fmla="*/ 174984 h 623710"/>
                <a:gd name="connsiteX154" fmla="*/ 61035 w 503455"/>
                <a:gd name="connsiteY154" fmla="*/ 176483 h 623710"/>
                <a:gd name="connsiteX155" fmla="*/ 61035 w 503455"/>
                <a:gd name="connsiteY155" fmla="*/ 168378 h 623710"/>
                <a:gd name="connsiteX156" fmla="*/ 53406 w 503455"/>
                <a:gd name="connsiteY156" fmla="*/ 169877 h 623710"/>
                <a:gd name="connsiteX157" fmla="*/ 53406 w 503455"/>
                <a:gd name="connsiteY157" fmla="*/ 161771 h 623710"/>
                <a:gd name="connsiteX158" fmla="*/ 45776 w 503455"/>
                <a:gd name="connsiteY158" fmla="*/ 163270 h 623710"/>
                <a:gd name="connsiteX159" fmla="*/ 45776 w 503455"/>
                <a:gd name="connsiteY159" fmla="*/ 155164 h 623710"/>
                <a:gd name="connsiteX160" fmla="*/ 38147 w 503455"/>
                <a:gd name="connsiteY160" fmla="*/ 156663 h 623710"/>
                <a:gd name="connsiteX161" fmla="*/ 38147 w 503455"/>
                <a:gd name="connsiteY161" fmla="*/ 148558 h 623710"/>
                <a:gd name="connsiteX162" fmla="*/ 30518 w 503455"/>
                <a:gd name="connsiteY162" fmla="*/ 150057 h 623710"/>
                <a:gd name="connsiteX163" fmla="*/ 30518 w 503455"/>
                <a:gd name="connsiteY163" fmla="*/ 141951 h 623710"/>
                <a:gd name="connsiteX164" fmla="*/ 22888 w 503455"/>
                <a:gd name="connsiteY164" fmla="*/ 143450 h 623710"/>
                <a:gd name="connsiteX165" fmla="*/ 22888 w 503455"/>
                <a:gd name="connsiteY165" fmla="*/ 135345 h 623710"/>
                <a:gd name="connsiteX166" fmla="*/ 15259 w 503455"/>
                <a:gd name="connsiteY166" fmla="*/ 136844 h 623710"/>
                <a:gd name="connsiteX167" fmla="*/ 15259 w 503455"/>
                <a:gd name="connsiteY167" fmla="*/ 128738 h 623710"/>
                <a:gd name="connsiteX168" fmla="*/ 7630 w 503455"/>
                <a:gd name="connsiteY168" fmla="*/ 130237 h 623710"/>
                <a:gd name="connsiteX169" fmla="*/ 7630 w 503455"/>
                <a:gd name="connsiteY169" fmla="*/ 122132 h 623710"/>
                <a:gd name="connsiteX170" fmla="*/ 0 w 503455"/>
                <a:gd name="connsiteY170" fmla="*/ 123631 h 623710"/>
                <a:gd name="connsiteX171" fmla="*/ 0 w 503455"/>
                <a:gd name="connsiteY171" fmla="*/ 25705 h 62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503455" h="623710">
                  <a:moveTo>
                    <a:pt x="129751" y="0"/>
                  </a:moveTo>
                  <a:lnTo>
                    <a:pt x="219721" y="0"/>
                  </a:lnTo>
                  <a:lnTo>
                    <a:pt x="219721" y="6606"/>
                  </a:lnTo>
                  <a:lnTo>
                    <a:pt x="227351" y="6606"/>
                  </a:lnTo>
                  <a:lnTo>
                    <a:pt x="227351" y="13213"/>
                  </a:lnTo>
                  <a:lnTo>
                    <a:pt x="234980" y="13213"/>
                  </a:lnTo>
                  <a:lnTo>
                    <a:pt x="234980" y="19819"/>
                  </a:lnTo>
                  <a:lnTo>
                    <a:pt x="242609" y="19819"/>
                  </a:lnTo>
                  <a:lnTo>
                    <a:pt x="242609" y="26426"/>
                  </a:lnTo>
                  <a:lnTo>
                    <a:pt x="250239" y="26426"/>
                  </a:lnTo>
                  <a:lnTo>
                    <a:pt x="250239" y="33032"/>
                  </a:lnTo>
                  <a:lnTo>
                    <a:pt x="257868" y="33032"/>
                  </a:lnTo>
                  <a:lnTo>
                    <a:pt x="257868" y="39639"/>
                  </a:lnTo>
                  <a:lnTo>
                    <a:pt x="265497" y="39639"/>
                  </a:lnTo>
                  <a:lnTo>
                    <a:pt x="265497" y="46246"/>
                  </a:lnTo>
                  <a:lnTo>
                    <a:pt x="273127" y="46246"/>
                  </a:lnTo>
                  <a:lnTo>
                    <a:pt x="273127" y="52852"/>
                  </a:lnTo>
                  <a:lnTo>
                    <a:pt x="280756" y="52852"/>
                  </a:lnTo>
                  <a:lnTo>
                    <a:pt x="280756" y="59459"/>
                  </a:lnTo>
                  <a:lnTo>
                    <a:pt x="288385" y="59459"/>
                  </a:lnTo>
                  <a:lnTo>
                    <a:pt x="288385" y="66065"/>
                  </a:lnTo>
                  <a:lnTo>
                    <a:pt x="296015" y="66065"/>
                  </a:lnTo>
                  <a:lnTo>
                    <a:pt x="296015" y="72672"/>
                  </a:lnTo>
                  <a:lnTo>
                    <a:pt x="303644" y="72672"/>
                  </a:lnTo>
                  <a:lnTo>
                    <a:pt x="303644" y="79279"/>
                  </a:lnTo>
                  <a:lnTo>
                    <a:pt x="311273" y="79279"/>
                  </a:lnTo>
                  <a:lnTo>
                    <a:pt x="311273" y="85885"/>
                  </a:lnTo>
                  <a:lnTo>
                    <a:pt x="318903" y="85885"/>
                  </a:lnTo>
                  <a:lnTo>
                    <a:pt x="318903" y="92492"/>
                  </a:lnTo>
                  <a:lnTo>
                    <a:pt x="326532" y="92492"/>
                  </a:lnTo>
                  <a:lnTo>
                    <a:pt x="326532" y="99098"/>
                  </a:lnTo>
                  <a:lnTo>
                    <a:pt x="334161" y="99098"/>
                  </a:lnTo>
                  <a:lnTo>
                    <a:pt x="334161" y="105705"/>
                  </a:lnTo>
                  <a:lnTo>
                    <a:pt x="341791" y="105705"/>
                  </a:lnTo>
                  <a:lnTo>
                    <a:pt x="341791" y="112311"/>
                  </a:lnTo>
                  <a:lnTo>
                    <a:pt x="349420" y="112311"/>
                  </a:lnTo>
                  <a:lnTo>
                    <a:pt x="349420" y="118918"/>
                  </a:lnTo>
                  <a:lnTo>
                    <a:pt x="357049" y="118918"/>
                  </a:lnTo>
                  <a:lnTo>
                    <a:pt x="357049" y="125525"/>
                  </a:lnTo>
                  <a:lnTo>
                    <a:pt x="364679" y="125525"/>
                  </a:lnTo>
                  <a:lnTo>
                    <a:pt x="364679" y="132131"/>
                  </a:lnTo>
                  <a:lnTo>
                    <a:pt x="372308" y="132131"/>
                  </a:lnTo>
                  <a:lnTo>
                    <a:pt x="372308" y="138738"/>
                  </a:lnTo>
                  <a:lnTo>
                    <a:pt x="379937" y="138738"/>
                  </a:lnTo>
                  <a:lnTo>
                    <a:pt x="379937" y="145344"/>
                  </a:lnTo>
                  <a:lnTo>
                    <a:pt x="387566" y="145344"/>
                  </a:lnTo>
                  <a:lnTo>
                    <a:pt x="387566" y="151951"/>
                  </a:lnTo>
                  <a:lnTo>
                    <a:pt x="395196" y="151951"/>
                  </a:lnTo>
                  <a:lnTo>
                    <a:pt x="395196" y="158557"/>
                  </a:lnTo>
                  <a:lnTo>
                    <a:pt x="402825" y="158557"/>
                  </a:lnTo>
                  <a:lnTo>
                    <a:pt x="402825" y="165164"/>
                  </a:lnTo>
                  <a:lnTo>
                    <a:pt x="410454" y="165164"/>
                  </a:lnTo>
                  <a:lnTo>
                    <a:pt x="410454" y="171771"/>
                  </a:lnTo>
                  <a:lnTo>
                    <a:pt x="418084" y="171771"/>
                  </a:lnTo>
                  <a:lnTo>
                    <a:pt x="418084" y="178377"/>
                  </a:lnTo>
                  <a:lnTo>
                    <a:pt x="425713" y="178377"/>
                  </a:lnTo>
                  <a:lnTo>
                    <a:pt x="425713" y="184984"/>
                  </a:lnTo>
                  <a:lnTo>
                    <a:pt x="433343" y="184984"/>
                  </a:lnTo>
                  <a:lnTo>
                    <a:pt x="433343" y="191591"/>
                  </a:lnTo>
                  <a:lnTo>
                    <a:pt x="440972" y="191591"/>
                  </a:lnTo>
                  <a:lnTo>
                    <a:pt x="440972" y="198197"/>
                  </a:lnTo>
                  <a:lnTo>
                    <a:pt x="448601" y="198197"/>
                  </a:lnTo>
                  <a:lnTo>
                    <a:pt x="448601" y="204804"/>
                  </a:lnTo>
                  <a:lnTo>
                    <a:pt x="456230" y="204804"/>
                  </a:lnTo>
                  <a:lnTo>
                    <a:pt x="456230" y="211410"/>
                  </a:lnTo>
                  <a:lnTo>
                    <a:pt x="463860" y="211410"/>
                  </a:lnTo>
                  <a:lnTo>
                    <a:pt x="463860" y="218017"/>
                  </a:lnTo>
                  <a:lnTo>
                    <a:pt x="471489" y="218017"/>
                  </a:lnTo>
                  <a:lnTo>
                    <a:pt x="471489" y="224623"/>
                  </a:lnTo>
                  <a:lnTo>
                    <a:pt x="479118" y="224623"/>
                  </a:lnTo>
                  <a:lnTo>
                    <a:pt x="479118" y="231230"/>
                  </a:lnTo>
                  <a:lnTo>
                    <a:pt x="486748" y="231230"/>
                  </a:lnTo>
                  <a:lnTo>
                    <a:pt x="486748" y="237837"/>
                  </a:lnTo>
                  <a:lnTo>
                    <a:pt x="494377" y="237837"/>
                  </a:lnTo>
                  <a:lnTo>
                    <a:pt x="494377" y="244443"/>
                  </a:lnTo>
                  <a:lnTo>
                    <a:pt x="502006" y="244443"/>
                  </a:lnTo>
                  <a:lnTo>
                    <a:pt x="502006" y="251050"/>
                  </a:lnTo>
                  <a:lnTo>
                    <a:pt x="503455" y="251050"/>
                  </a:lnTo>
                  <a:lnTo>
                    <a:pt x="503455" y="514461"/>
                  </a:lnTo>
                  <a:cubicBezTo>
                    <a:pt x="503455" y="574798"/>
                    <a:pt x="454543" y="623710"/>
                    <a:pt x="394206" y="623710"/>
                  </a:cubicBezTo>
                  <a:lnTo>
                    <a:pt x="339332" y="623710"/>
                  </a:lnTo>
                  <a:lnTo>
                    <a:pt x="339332" y="622949"/>
                  </a:lnTo>
                  <a:lnTo>
                    <a:pt x="331703" y="622949"/>
                  </a:lnTo>
                  <a:lnTo>
                    <a:pt x="331703" y="616343"/>
                  </a:lnTo>
                  <a:lnTo>
                    <a:pt x="324074" y="616343"/>
                  </a:lnTo>
                  <a:lnTo>
                    <a:pt x="324074" y="609736"/>
                  </a:lnTo>
                  <a:lnTo>
                    <a:pt x="316445" y="609736"/>
                  </a:lnTo>
                  <a:lnTo>
                    <a:pt x="316445" y="603129"/>
                  </a:lnTo>
                  <a:lnTo>
                    <a:pt x="308815" y="603129"/>
                  </a:lnTo>
                  <a:lnTo>
                    <a:pt x="308815" y="596523"/>
                  </a:lnTo>
                  <a:lnTo>
                    <a:pt x="301186" y="596523"/>
                  </a:lnTo>
                  <a:lnTo>
                    <a:pt x="301186" y="589916"/>
                  </a:lnTo>
                  <a:lnTo>
                    <a:pt x="293556" y="589916"/>
                  </a:lnTo>
                  <a:lnTo>
                    <a:pt x="293556" y="583309"/>
                  </a:lnTo>
                  <a:lnTo>
                    <a:pt x="285927" y="583309"/>
                  </a:lnTo>
                  <a:lnTo>
                    <a:pt x="285927" y="576703"/>
                  </a:lnTo>
                  <a:lnTo>
                    <a:pt x="278298" y="576703"/>
                  </a:lnTo>
                  <a:lnTo>
                    <a:pt x="278298" y="570096"/>
                  </a:lnTo>
                  <a:lnTo>
                    <a:pt x="270668" y="570096"/>
                  </a:lnTo>
                  <a:lnTo>
                    <a:pt x="270668" y="563490"/>
                  </a:lnTo>
                  <a:lnTo>
                    <a:pt x="263039" y="563490"/>
                  </a:lnTo>
                  <a:lnTo>
                    <a:pt x="263039" y="556883"/>
                  </a:lnTo>
                  <a:lnTo>
                    <a:pt x="255410" y="556883"/>
                  </a:lnTo>
                  <a:lnTo>
                    <a:pt x="255410" y="550277"/>
                  </a:lnTo>
                  <a:lnTo>
                    <a:pt x="247781" y="550277"/>
                  </a:lnTo>
                  <a:lnTo>
                    <a:pt x="247781" y="543670"/>
                  </a:lnTo>
                  <a:lnTo>
                    <a:pt x="240151" y="543670"/>
                  </a:lnTo>
                  <a:lnTo>
                    <a:pt x="240151" y="537063"/>
                  </a:lnTo>
                  <a:lnTo>
                    <a:pt x="232522" y="537063"/>
                  </a:lnTo>
                  <a:lnTo>
                    <a:pt x="232522" y="530457"/>
                  </a:lnTo>
                  <a:lnTo>
                    <a:pt x="224893" y="530457"/>
                  </a:lnTo>
                  <a:lnTo>
                    <a:pt x="224893" y="523850"/>
                  </a:lnTo>
                  <a:lnTo>
                    <a:pt x="217263" y="523850"/>
                  </a:lnTo>
                  <a:lnTo>
                    <a:pt x="217263" y="517244"/>
                  </a:lnTo>
                  <a:lnTo>
                    <a:pt x="209634" y="517244"/>
                  </a:lnTo>
                  <a:lnTo>
                    <a:pt x="209634" y="510637"/>
                  </a:lnTo>
                  <a:lnTo>
                    <a:pt x="202005" y="510637"/>
                  </a:lnTo>
                  <a:lnTo>
                    <a:pt x="202005" y="504031"/>
                  </a:lnTo>
                  <a:lnTo>
                    <a:pt x="194375" y="504031"/>
                  </a:lnTo>
                  <a:lnTo>
                    <a:pt x="194375" y="497424"/>
                  </a:lnTo>
                  <a:lnTo>
                    <a:pt x="186746" y="497424"/>
                  </a:lnTo>
                  <a:lnTo>
                    <a:pt x="186746" y="490817"/>
                  </a:lnTo>
                  <a:lnTo>
                    <a:pt x="179117" y="490817"/>
                  </a:lnTo>
                  <a:lnTo>
                    <a:pt x="179117" y="484211"/>
                  </a:lnTo>
                  <a:lnTo>
                    <a:pt x="171487" y="484211"/>
                  </a:lnTo>
                  <a:lnTo>
                    <a:pt x="171487" y="477604"/>
                  </a:lnTo>
                  <a:lnTo>
                    <a:pt x="163858" y="477604"/>
                  </a:lnTo>
                  <a:lnTo>
                    <a:pt x="163858" y="470998"/>
                  </a:lnTo>
                  <a:lnTo>
                    <a:pt x="156229" y="470998"/>
                  </a:lnTo>
                  <a:lnTo>
                    <a:pt x="156229" y="464391"/>
                  </a:lnTo>
                  <a:lnTo>
                    <a:pt x="148599" y="464391"/>
                  </a:lnTo>
                  <a:lnTo>
                    <a:pt x="148599" y="457784"/>
                  </a:lnTo>
                  <a:lnTo>
                    <a:pt x="140970" y="457784"/>
                  </a:lnTo>
                  <a:lnTo>
                    <a:pt x="140970" y="451178"/>
                  </a:lnTo>
                  <a:lnTo>
                    <a:pt x="133341" y="451178"/>
                  </a:lnTo>
                  <a:lnTo>
                    <a:pt x="133341" y="444571"/>
                  </a:lnTo>
                  <a:lnTo>
                    <a:pt x="125711" y="444571"/>
                  </a:lnTo>
                  <a:lnTo>
                    <a:pt x="125711" y="437965"/>
                  </a:lnTo>
                  <a:lnTo>
                    <a:pt x="118082" y="437965"/>
                  </a:lnTo>
                  <a:lnTo>
                    <a:pt x="118082" y="431358"/>
                  </a:lnTo>
                  <a:lnTo>
                    <a:pt x="110453" y="431358"/>
                  </a:lnTo>
                  <a:lnTo>
                    <a:pt x="110453" y="424752"/>
                  </a:lnTo>
                  <a:lnTo>
                    <a:pt x="102823" y="424752"/>
                  </a:lnTo>
                  <a:lnTo>
                    <a:pt x="102823" y="208800"/>
                  </a:lnTo>
                  <a:lnTo>
                    <a:pt x="99182" y="209516"/>
                  </a:lnTo>
                  <a:lnTo>
                    <a:pt x="99182" y="201411"/>
                  </a:lnTo>
                  <a:lnTo>
                    <a:pt x="91552" y="202910"/>
                  </a:lnTo>
                  <a:lnTo>
                    <a:pt x="91552" y="194804"/>
                  </a:lnTo>
                  <a:lnTo>
                    <a:pt x="83923" y="196303"/>
                  </a:lnTo>
                  <a:lnTo>
                    <a:pt x="83923" y="188197"/>
                  </a:lnTo>
                  <a:lnTo>
                    <a:pt x="76294" y="189696"/>
                  </a:lnTo>
                  <a:lnTo>
                    <a:pt x="76294" y="181591"/>
                  </a:lnTo>
                  <a:lnTo>
                    <a:pt x="68664" y="183090"/>
                  </a:lnTo>
                  <a:lnTo>
                    <a:pt x="68664" y="174984"/>
                  </a:lnTo>
                  <a:lnTo>
                    <a:pt x="61035" y="176483"/>
                  </a:lnTo>
                  <a:lnTo>
                    <a:pt x="61035" y="168378"/>
                  </a:lnTo>
                  <a:lnTo>
                    <a:pt x="53406" y="169877"/>
                  </a:lnTo>
                  <a:lnTo>
                    <a:pt x="53406" y="161771"/>
                  </a:lnTo>
                  <a:lnTo>
                    <a:pt x="45776" y="163270"/>
                  </a:lnTo>
                  <a:lnTo>
                    <a:pt x="45776" y="155164"/>
                  </a:lnTo>
                  <a:lnTo>
                    <a:pt x="38147" y="156663"/>
                  </a:lnTo>
                  <a:lnTo>
                    <a:pt x="38147" y="148558"/>
                  </a:lnTo>
                  <a:lnTo>
                    <a:pt x="30518" y="150057"/>
                  </a:lnTo>
                  <a:lnTo>
                    <a:pt x="30518" y="141951"/>
                  </a:lnTo>
                  <a:lnTo>
                    <a:pt x="22888" y="143450"/>
                  </a:lnTo>
                  <a:lnTo>
                    <a:pt x="22888" y="135345"/>
                  </a:lnTo>
                  <a:lnTo>
                    <a:pt x="15259" y="136844"/>
                  </a:lnTo>
                  <a:lnTo>
                    <a:pt x="15259" y="128738"/>
                  </a:lnTo>
                  <a:lnTo>
                    <a:pt x="7630" y="130237"/>
                  </a:lnTo>
                  <a:lnTo>
                    <a:pt x="7630" y="122132"/>
                  </a:lnTo>
                  <a:lnTo>
                    <a:pt x="0" y="123631"/>
                  </a:lnTo>
                  <a:lnTo>
                    <a:pt x="0" y="25705"/>
                  </a:lnTo>
                  <a:close/>
                </a:path>
              </a:pathLst>
            </a:custGeom>
            <a:solidFill>
              <a:schemeClr val="accent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23" name="文本框 22"/>
            <p:cNvSpPr txBox="1"/>
            <p:nvPr userDrawn="1"/>
          </p:nvSpPr>
          <p:spPr>
            <a:xfrm>
              <a:off x="1606422" y="-2456201"/>
              <a:ext cx="219721" cy="424752"/>
            </a:xfrm>
            <a:custGeom>
              <a:avLst/>
              <a:gdLst/>
              <a:ahLst/>
              <a:cxnLst/>
              <a:rect l="l" t="t" r="r" b="b"/>
              <a:pathLst>
                <a:path w="92326" h="178479">
                  <a:moveTo>
                    <a:pt x="54521" y="0"/>
                  </a:moveTo>
                  <a:lnTo>
                    <a:pt x="92326" y="0"/>
                  </a:lnTo>
                  <a:lnTo>
                    <a:pt x="92326" y="178479"/>
                  </a:lnTo>
                  <a:lnTo>
                    <a:pt x="43206" y="178479"/>
                  </a:lnTo>
                  <a:lnTo>
                    <a:pt x="43206" y="43462"/>
                  </a:lnTo>
                  <a:lnTo>
                    <a:pt x="0" y="51949"/>
                  </a:lnTo>
                  <a:lnTo>
                    <a:pt x="0" y="10801"/>
                  </a:ln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grpSp>
        <p:nvGrpSpPr>
          <p:cNvPr id="24" name="组合 23"/>
          <p:cNvGrpSpPr/>
          <p:nvPr userDrawn="1"/>
        </p:nvGrpSpPr>
        <p:grpSpPr>
          <a:xfrm>
            <a:off x="5697135" y="2012291"/>
            <a:ext cx="797729" cy="797730"/>
            <a:chOff x="4855767" y="-2629961"/>
            <a:chExt cx="797729" cy="797729"/>
          </a:xfrm>
        </p:grpSpPr>
        <p:sp>
          <p:nvSpPr>
            <p:cNvPr id="25" name="矩形: 圆角 24"/>
            <p:cNvSpPr/>
            <p:nvPr userDrawn="1"/>
          </p:nvSpPr>
          <p:spPr>
            <a:xfrm>
              <a:off x="4855767" y="-2629961"/>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26" name="文本框 25"/>
            <p:cNvSpPr txBox="1"/>
            <p:nvPr userDrawn="1"/>
          </p:nvSpPr>
          <p:spPr>
            <a:xfrm>
              <a:off x="5107414" y="-2449594"/>
              <a:ext cx="546082" cy="617362"/>
            </a:xfrm>
            <a:custGeom>
              <a:avLst/>
              <a:gdLst>
                <a:gd name="connsiteX0" fmla="*/ 148112 w 546082"/>
                <a:gd name="connsiteY0" fmla="*/ 0 h 617362"/>
                <a:gd name="connsiteX1" fmla="*/ 264400 w 546082"/>
                <a:gd name="connsiteY1" fmla="*/ 30524 h 617362"/>
                <a:gd name="connsiteX2" fmla="*/ 268444 w 546082"/>
                <a:gd name="connsiteY2" fmla="*/ 35473 h 617362"/>
                <a:gd name="connsiteX3" fmla="*/ 272030 w 546082"/>
                <a:gd name="connsiteY3" fmla="*/ 37130 h 617362"/>
                <a:gd name="connsiteX4" fmla="*/ 276076 w 546082"/>
                <a:gd name="connsiteY4" fmla="*/ 42082 h 617362"/>
                <a:gd name="connsiteX5" fmla="*/ 279659 w 546082"/>
                <a:gd name="connsiteY5" fmla="*/ 43737 h 617362"/>
                <a:gd name="connsiteX6" fmla="*/ 283704 w 546082"/>
                <a:gd name="connsiteY6" fmla="*/ 48687 h 617362"/>
                <a:gd name="connsiteX7" fmla="*/ 287288 w 546082"/>
                <a:gd name="connsiteY7" fmla="*/ 50343 h 617362"/>
                <a:gd name="connsiteX8" fmla="*/ 291333 w 546082"/>
                <a:gd name="connsiteY8" fmla="*/ 55294 h 617362"/>
                <a:gd name="connsiteX9" fmla="*/ 294918 w 546082"/>
                <a:gd name="connsiteY9" fmla="*/ 56950 h 617362"/>
                <a:gd name="connsiteX10" fmla="*/ 298963 w 546082"/>
                <a:gd name="connsiteY10" fmla="*/ 61900 h 617362"/>
                <a:gd name="connsiteX11" fmla="*/ 302547 w 546082"/>
                <a:gd name="connsiteY11" fmla="*/ 63556 h 617362"/>
                <a:gd name="connsiteX12" fmla="*/ 306593 w 546082"/>
                <a:gd name="connsiteY12" fmla="*/ 68508 h 617362"/>
                <a:gd name="connsiteX13" fmla="*/ 310176 w 546082"/>
                <a:gd name="connsiteY13" fmla="*/ 70163 h 617362"/>
                <a:gd name="connsiteX14" fmla="*/ 314221 w 546082"/>
                <a:gd name="connsiteY14" fmla="*/ 75114 h 617362"/>
                <a:gd name="connsiteX15" fmla="*/ 317806 w 546082"/>
                <a:gd name="connsiteY15" fmla="*/ 76770 h 617362"/>
                <a:gd name="connsiteX16" fmla="*/ 321851 w 546082"/>
                <a:gd name="connsiteY16" fmla="*/ 81720 h 617362"/>
                <a:gd name="connsiteX17" fmla="*/ 325435 w 546082"/>
                <a:gd name="connsiteY17" fmla="*/ 83376 h 617362"/>
                <a:gd name="connsiteX18" fmla="*/ 329481 w 546082"/>
                <a:gd name="connsiteY18" fmla="*/ 88328 h 617362"/>
                <a:gd name="connsiteX19" fmla="*/ 333064 w 546082"/>
                <a:gd name="connsiteY19" fmla="*/ 89983 h 617362"/>
                <a:gd name="connsiteX20" fmla="*/ 337109 w 546082"/>
                <a:gd name="connsiteY20" fmla="*/ 94933 h 617362"/>
                <a:gd name="connsiteX21" fmla="*/ 340693 w 546082"/>
                <a:gd name="connsiteY21" fmla="*/ 96589 h 617362"/>
                <a:gd name="connsiteX22" fmla="*/ 344738 w 546082"/>
                <a:gd name="connsiteY22" fmla="*/ 101540 h 617362"/>
                <a:gd name="connsiteX23" fmla="*/ 348323 w 546082"/>
                <a:gd name="connsiteY23" fmla="*/ 103196 h 617362"/>
                <a:gd name="connsiteX24" fmla="*/ 352369 w 546082"/>
                <a:gd name="connsiteY24" fmla="*/ 108148 h 617362"/>
                <a:gd name="connsiteX25" fmla="*/ 355952 w 546082"/>
                <a:gd name="connsiteY25" fmla="*/ 109803 h 617362"/>
                <a:gd name="connsiteX26" fmla="*/ 359996 w 546082"/>
                <a:gd name="connsiteY26" fmla="*/ 114752 h 617362"/>
                <a:gd name="connsiteX27" fmla="*/ 363582 w 546082"/>
                <a:gd name="connsiteY27" fmla="*/ 116409 h 617362"/>
                <a:gd name="connsiteX28" fmla="*/ 367628 w 546082"/>
                <a:gd name="connsiteY28" fmla="*/ 121361 h 617362"/>
                <a:gd name="connsiteX29" fmla="*/ 371211 w 546082"/>
                <a:gd name="connsiteY29" fmla="*/ 123016 h 617362"/>
                <a:gd name="connsiteX30" fmla="*/ 375256 w 546082"/>
                <a:gd name="connsiteY30" fmla="*/ 127966 h 617362"/>
                <a:gd name="connsiteX31" fmla="*/ 378840 w 546082"/>
                <a:gd name="connsiteY31" fmla="*/ 129622 h 617362"/>
                <a:gd name="connsiteX32" fmla="*/ 382885 w 546082"/>
                <a:gd name="connsiteY32" fmla="*/ 134573 h 617362"/>
                <a:gd name="connsiteX33" fmla="*/ 386470 w 546082"/>
                <a:gd name="connsiteY33" fmla="*/ 136229 h 617362"/>
                <a:gd name="connsiteX34" fmla="*/ 390515 w 546082"/>
                <a:gd name="connsiteY34" fmla="*/ 141179 h 617362"/>
                <a:gd name="connsiteX35" fmla="*/ 394099 w 546082"/>
                <a:gd name="connsiteY35" fmla="*/ 142835 h 617362"/>
                <a:gd name="connsiteX36" fmla="*/ 398145 w 546082"/>
                <a:gd name="connsiteY36" fmla="*/ 147787 h 617362"/>
                <a:gd name="connsiteX37" fmla="*/ 401728 w 546082"/>
                <a:gd name="connsiteY37" fmla="*/ 149442 h 617362"/>
                <a:gd name="connsiteX38" fmla="*/ 405774 w 546082"/>
                <a:gd name="connsiteY38" fmla="*/ 154394 h 617362"/>
                <a:gd name="connsiteX39" fmla="*/ 409357 w 546082"/>
                <a:gd name="connsiteY39" fmla="*/ 156049 h 617362"/>
                <a:gd name="connsiteX40" fmla="*/ 413401 w 546082"/>
                <a:gd name="connsiteY40" fmla="*/ 160998 h 617362"/>
                <a:gd name="connsiteX41" fmla="*/ 416987 w 546082"/>
                <a:gd name="connsiteY41" fmla="*/ 162655 h 617362"/>
                <a:gd name="connsiteX42" fmla="*/ 421033 w 546082"/>
                <a:gd name="connsiteY42" fmla="*/ 167607 h 617362"/>
                <a:gd name="connsiteX43" fmla="*/ 424616 w 546082"/>
                <a:gd name="connsiteY43" fmla="*/ 169262 h 617362"/>
                <a:gd name="connsiteX44" fmla="*/ 428660 w 546082"/>
                <a:gd name="connsiteY44" fmla="*/ 174211 h 617362"/>
                <a:gd name="connsiteX45" fmla="*/ 432246 w 546082"/>
                <a:gd name="connsiteY45" fmla="*/ 175868 h 617362"/>
                <a:gd name="connsiteX46" fmla="*/ 436292 w 546082"/>
                <a:gd name="connsiteY46" fmla="*/ 180820 h 617362"/>
                <a:gd name="connsiteX47" fmla="*/ 439875 w 546082"/>
                <a:gd name="connsiteY47" fmla="*/ 182475 h 617362"/>
                <a:gd name="connsiteX48" fmla="*/ 443920 w 546082"/>
                <a:gd name="connsiteY48" fmla="*/ 187425 h 617362"/>
                <a:gd name="connsiteX49" fmla="*/ 447504 w 546082"/>
                <a:gd name="connsiteY49" fmla="*/ 189081 h 617362"/>
                <a:gd name="connsiteX50" fmla="*/ 451550 w 546082"/>
                <a:gd name="connsiteY50" fmla="*/ 194033 h 617362"/>
                <a:gd name="connsiteX51" fmla="*/ 455133 w 546082"/>
                <a:gd name="connsiteY51" fmla="*/ 195688 h 617362"/>
                <a:gd name="connsiteX52" fmla="*/ 459178 w 546082"/>
                <a:gd name="connsiteY52" fmla="*/ 200639 h 617362"/>
                <a:gd name="connsiteX53" fmla="*/ 462763 w 546082"/>
                <a:gd name="connsiteY53" fmla="*/ 202295 h 617362"/>
                <a:gd name="connsiteX54" fmla="*/ 466808 w 546082"/>
                <a:gd name="connsiteY54" fmla="*/ 207245 h 617362"/>
                <a:gd name="connsiteX55" fmla="*/ 470392 w 546082"/>
                <a:gd name="connsiteY55" fmla="*/ 208901 h 617362"/>
                <a:gd name="connsiteX56" fmla="*/ 474438 w 546082"/>
                <a:gd name="connsiteY56" fmla="*/ 213853 h 617362"/>
                <a:gd name="connsiteX57" fmla="*/ 478021 w 546082"/>
                <a:gd name="connsiteY57" fmla="*/ 215508 h 617362"/>
                <a:gd name="connsiteX58" fmla="*/ 482066 w 546082"/>
                <a:gd name="connsiteY58" fmla="*/ 220459 h 617362"/>
                <a:gd name="connsiteX59" fmla="*/ 485651 w 546082"/>
                <a:gd name="connsiteY59" fmla="*/ 222115 h 617362"/>
                <a:gd name="connsiteX60" fmla="*/ 489696 w 546082"/>
                <a:gd name="connsiteY60" fmla="*/ 227065 h 617362"/>
                <a:gd name="connsiteX61" fmla="*/ 493280 w 546082"/>
                <a:gd name="connsiteY61" fmla="*/ 228721 h 617362"/>
                <a:gd name="connsiteX62" fmla="*/ 497325 w 546082"/>
                <a:gd name="connsiteY62" fmla="*/ 233672 h 617362"/>
                <a:gd name="connsiteX63" fmla="*/ 500910 w 546082"/>
                <a:gd name="connsiteY63" fmla="*/ 235328 h 617362"/>
                <a:gd name="connsiteX64" fmla="*/ 504955 w 546082"/>
                <a:gd name="connsiteY64" fmla="*/ 240278 h 617362"/>
                <a:gd name="connsiteX65" fmla="*/ 508539 w 546082"/>
                <a:gd name="connsiteY65" fmla="*/ 241934 h 617362"/>
                <a:gd name="connsiteX66" fmla="*/ 512585 w 546082"/>
                <a:gd name="connsiteY66" fmla="*/ 246886 h 617362"/>
                <a:gd name="connsiteX67" fmla="*/ 516168 w 546082"/>
                <a:gd name="connsiteY67" fmla="*/ 248541 h 617362"/>
                <a:gd name="connsiteX68" fmla="*/ 520213 w 546082"/>
                <a:gd name="connsiteY68" fmla="*/ 253491 h 617362"/>
                <a:gd name="connsiteX69" fmla="*/ 523797 w 546082"/>
                <a:gd name="connsiteY69" fmla="*/ 255147 h 617362"/>
                <a:gd name="connsiteX70" fmla="*/ 527842 w 546082"/>
                <a:gd name="connsiteY70" fmla="*/ 260098 h 617362"/>
                <a:gd name="connsiteX71" fmla="*/ 531427 w 546082"/>
                <a:gd name="connsiteY71" fmla="*/ 261754 h 617362"/>
                <a:gd name="connsiteX72" fmla="*/ 535473 w 546082"/>
                <a:gd name="connsiteY72" fmla="*/ 266706 h 617362"/>
                <a:gd name="connsiteX73" fmla="*/ 539056 w 546082"/>
                <a:gd name="connsiteY73" fmla="*/ 268361 h 617362"/>
                <a:gd name="connsiteX74" fmla="*/ 543101 w 546082"/>
                <a:gd name="connsiteY74" fmla="*/ 273311 h 617362"/>
                <a:gd name="connsiteX75" fmla="*/ 546082 w 546082"/>
                <a:gd name="connsiteY75" fmla="*/ 274689 h 617362"/>
                <a:gd name="connsiteX76" fmla="*/ 546082 w 546082"/>
                <a:gd name="connsiteY76" fmla="*/ 508113 h 617362"/>
                <a:gd name="connsiteX77" fmla="*/ 436833 w 546082"/>
                <a:gd name="connsiteY77" fmla="*/ 617362 h 617362"/>
                <a:gd name="connsiteX78" fmla="*/ 221251 w 546082"/>
                <a:gd name="connsiteY78" fmla="*/ 617362 h 617362"/>
                <a:gd name="connsiteX79" fmla="*/ 221251 w 546082"/>
                <a:gd name="connsiteY79" fmla="*/ 615858 h 617362"/>
                <a:gd name="connsiteX80" fmla="*/ 213621 w 546082"/>
                <a:gd name="connsiteY80" fmla="*/ 615858 h 617362"/>
                <a:gd name="connsiteX81" fmla="*/ 213621 w 546082"/>
                <a:gd name="connsiteY81" fmla="*/ 609251 h 617362"/>
                <a:gd name="connsiteX82" fmla="*/ 205992 w 546082"/>
                <a:gd name="connsiteY82" fmla="*/ 609251 h 617362"/>
                <a:gd name="connsiteX83" fmla="*/ 205992 w 546082"/>
                <a:gd name="connsiteY83" fmla="*/ 602645 h 617362"/>
                <a:gd name="connsiteX84" fmla="*/ 198363 w 546082"/>
                <a:gd name="connsiteY84" fmla="*/ 602645 h 617362"/>
                <a:gd name="connsiteX85" fmla="*/ 198363 w 546082"/>
                <a:gd name="connsiteY85" fmla="*/ 596038 h 617362"/>
                <a:gd name="connsiteX86" fmla="*/ 190733 w 546082"/>
                <a:gd name="connsiteY86" fmla="*/ 596038 h 617362"/>
                <a:gd name="connsiteX87" fmla="*/ 190733 w 546082"/>
                <a:gd name="connsiteY87" fmla="*/ 589431 h 617362"/>
                <a:gd name="connsiteX88" fmla="*/ 183104 w 546082"/>
                <a:gd name="connsiteY88" fmla="*/ 589431 h 617362"/>
                <a:gd name="connsiteX89" fmla="*/ 183104 w 546082"/>
                <a:gd name="connsiteY89" fmla="*/ 582825 h 617362"/>
                <a:gd name="connsiteX90" fmla="*/ 175475 w 546082"/>
                <a:gd name="connsiteY90" fmla="*/ 582825 h 617362"/>
                <a:gd name="connsiteX91" fmla="*/ 175475 w 546082"/>
                <a:gd name="connsiteY91" fmla="*/ 576218 h 617362"/>
                <a:gd name="connsiteX92" fmla="*/ 167846 w 546082"/>
                <a:gd name="connsiteY92" fmla="*/ 576218 h 617362"/>
                <a:gd name="connsiteX93" fmla="*/ 167846 w 546082"/>
                <a:gd name="connsiteY93" fmla="*/ 569612 h 617362"/>
                <a:gd name="connsiteX94" fmla="*/ 160216 w 546082"/>
                <a:gd name="connsiteY94" fmla="*/ 569612 h 617362"/>
                <a:gd name="connsiteX95" fmla="*/ 160216 w 546082"/>
                <a:gd name="connsiteY95" fmla="*/ 563005 h 617362"/>
                <a:gd name="connsiteX96" fmla="*/ 152587 w 546082"/>
                <a:gd name="connsiteY96" fmla="*/ 563005 h 617362"/>
                <a:gd name="connsiteX97" fmla="*/ 152587 w 546082"/>
                <a:gd name="connsiteY97" fmla="*/ 556399 h 617362"/>
                <a:gd name="connsiteX98" fmla="*/ 144957 w 546082"/>
                <a:gd name="connsiteY98" fmla="*/ 556399 h 617362"/>
                <a:gd name="connsiteX99" fmla="*/ 144957 w 546082"/>
                <a:gd name="connsiteY99" fmla="*/ 549792 h 617362"/>
                <a:gd name="connsiteX100" fmla="*/ 137328 w 546082"/>
                <a:gd name="connsiteY100" fmla="*/ 549792 h 617362"/>
                <a:gd name="connsiteX101" fmla="*/ 137328 w 546082"/>
                <a:gd name="connsiteY101" fmla="*/ 543185 h 617362"/>
                <a:gd name="connsiteX102" fmla="*/ 129699 w 546082"/>
                <a:gd name="connsiteY102" fmla="*/ 543185 h 617362"/>
                <a:gd name="connsiteX103" fmla="*/ 129699 w 546082"/>
                <a:gd name="connsiteY103" fmla="*/ 536579 h 617362"/>
                <a:gd name="connsiteX104" fmla="*/ 122070 w 546082"/>
                <a:gd name="connsiteY104" fmla="*/ 536579 h 617362"/>
                <a:gd name="connsiteX105" fmla="*/ 122070 w 546082"/>
                <a:gd name="connsiteY105" fmla="*/ 529972 h 617362"/>
                <a:gd name="connsiteX106" fmla="*/ 114440 w 546082"/>
                <a:gd name="connsiteY106" fmla="*/ 529972 h 617362"/>
                <a:gd name="connsiteX107" fmla="*/ 114440 w 546082"/>
                <a:gd name="connsiteY107" fmla="*/ 523366 h 617362"/>
                <a:gd name="connsiteX108" fmla="*/ 106811 w 546082"/>
                <a:gd name="connsiteY108" fmla="*/ 523366 h 617362"/>
                <a:gd name="connsiteX109" fmla="*/ 106811 w 546082"/>
                <a:gd name="connsiteY109" fmla="*/ 516759 h 617362"/>
                <a:gd name="connsiteX110" fmla="*/ 99182 w 546082"/>
                <a:gd name="connsiteY110" fmla="*/ 516759 h 617362"/>
                <a:gd name="connsiteX111" fmla="*/ 99182 w 546082"/>
                <a:gd name="connsiteY111" fmla="*/ 510153 h 617362"/>
                <a:gd name="connsiteX112" fmla="*/ 91552 w 546082"/>
                <a:gd name="connsiteY112" fmla="*/ 510153 h 617362"/>
                <a:gd name="connsiteX113" fmla="*/ 91552 w 546082"/>
                <a:gd name="connsiteY113" fmla="*/ 503546 h 617362"/>
                <a:gd name="connsiteX114" fmla="*/ 83923 w 546082"/>
                <a:gd name="connsiteY114" fmla="*/ 503546 h 617362"/>
                <a:gd name="connsiteX115" fmla="*/ 83923 w 546082"/>
                <a:gd name="connsiteY115" fmla="*/ 496939 h 617362"/>
                <a:gd name="connsiteX116" fmla="*/ 76293 w 546082"/>
                <a:gd name="connsiteY116" fmla="*/ 496939 h 617362"/>
                <a:gd name="connsiteX117" fmla="*/ 76293 w 546082"/>
                <a:gd name="connsiteY117" fmla="*/ 490333 h 617362"/>
                <a:gd name="connsiteX118" fmla="*/ 68664 w 546082"/>
                <a:gd name="connsiteY118" fmla="*/ 490333 h 617362"/>
                <a:gd name="connsiteX119" fmla="*/ 68664 w 546082"/>
                <a:gd name="connsiteY119" fmla="*/ 483726 h 617362"/>
                <a:gd name="connsiteX120" fmla="*/ 61035 w 546082"/>
                <a:gd name="connsiteY120" fmla="*/ 483726 h 617362"/>
                <a:gd name="connsiteX121" fmla="*/ 61035 w 546082"/>
                <a:gd name="connsiteY121" fmla="*/ 477120 h 617362"/>
                <a:gd name="connsiteX122" fmla="*/ 53406 w 546082"/>
                <a:gd name="connsiteY122" fmla="*/ 477120 h 617362"/>
                <a:gd name="connsiteX123" fmla="*/ 53406 w 546082"/>
                <a:gd name="connsiteY123" fmla="*/ 470513 h 617362"/>
                <a:gd name="connsiteX124" fmla="*/ 45776 w 546082"/>
                <a:gd name="connsiteY124" fmla="*/ 470513 h 617362"/>
                <a:gd name="connsiteX125" fmla="*/ 45776 w 546082"/>
                <a:gd name="connsiteY125" fmla="*/ 463906 h 617362"/>
                <a:gd name="connsiteX126" fmla="*/ 38147 w 546082"/>
                <a:gd name="connsiteY126" fmla="*/ 463906 h 617362"/>
                <a:gd name="connsiteX127" fmla="*/ 38147 w 546082"/>
                <a:gd name="connsiteY127" fmla="*/ 457300 h 617362"/>
                <a:gd name="connsiteX128" fmla="*/ 30518 w 546082"/>
                <a:gd name="connsiteY128" fmla="*/ 457300 h 617362"/>
                <a:gd name="connsiteX129" fmla="*/ 30518 w 546082"/>
                <a:gd name="connsiteY129" fmla="*/ 450693 h 617362"/>
                <a:gd name="connsiteX130" fmla="*/ 22888 w 546082"/>
                <a:gd name="connsiteY130" fmla="*/ 450693 h 617362"/>
                <a:gd name="connsiteX131" fmla="*/ 22888 w 546082"/>
                <a:gd name="connsiteY131" fmla="*/ 444087 h 617362"/>
                <a:gd name="connsiteX132" fmla="*/ 15259 w 546082"/>
                <a:gd name="connsiteY132" fmla="*/ 444087 h 617362"/>
                <a:gd name="connsiteX133" fmla="*/ 15259 w 546082"/>
                <a:gd name="connsiteY133" fmla="*/ 437480 h 617362"/>
                <a:gd name="connsiteX134" fmla="*/ 7630 w 546082"/>
                <a:gd name="connsiteY134" fmla="*/ 437480 h 617362"/>
                <a:gd name="connsiteX135" fmla="*/ 7630 w 546082"/>
                <a:gd name="connsiteY135" fmla="*/ 430874 h 617362"/>
                <a:gd name="connsiteX136" fmla="*/ 0 w 546082"/>
                <a:gd name="connsiteY136" fmla="*/ 430874 h 617362"/>
                <a:gd name="connsiteX137" fmla="*/ 0 w 546082"/>
                <a:gd name="connsiteY137" fmla="*/ 334785 h 617362"/>
                <a:gd name="connsiteX138" fmla="*/ 139161 w 546082"/>
                <a:gd name="connsiteY138" fmla="*/ 215131 h 617362"/>
                <a:gd name="connsiteX139" fmla="*/ 141407 w 546082"/>
                <a:gd name="connsiteY139" fmla="*/ 212489 h 617362"/>
                <a:gd name="connsiteX140" fmla="*/ 137698 w 546082"/>
                <a:gd name="connsiteY140" fmla="*/ 213550 h 617362"/>
                <a:gd name="connsiteX141" fmla="*/ 137698 w 546082"/>
                <a:gd name="connsiteY141" fmla="*/ 204761 h 617362"/>
                <a:gd name="connsiteX142" fmla="*/ 130069 w 546082"/>
                <a:gd name="connsiteY142" fmla="*/ 206944 h 617362"/>
                <a:gd name="connsiteX143" fmla="*/ 130069 w 546082"/>
                <a:gd name="connsiteY143" fmla="*/ 198154 h 617362"/>
                <a:gd name="connsiteX144" fmla="*/ 122440 w 546082"/>
                <a:gd name="connsiteY144" fmla="*/ 200337 h 617362"/>
                <a:gd name="connsiteX145" fmla="*/ 122440 w 546082"/>
                <a:gd name="connsiteY145" fmla="*/ 191547 h 617362"/>
                <a:gd name="connsiteX146" fmla="*/ 114810 w 546082"/>
                <a:gd name="connsiteY146" fmla="*/ 193731 h 617362"/>
                <a:gd name="connsiteX147" fmla="*/ 114810 w 546082"/>
                <a:gd name="connsiteY147" fmla="*/ 184941 h 617362"/>
                <a:gd name="connsiteX148" fmla="*/ 107181 w 546082"/>
                <a:gd name="connsiteY148" fmla="*/ 187124 h 617362"/>
                <a:gd name="connsiteX149" fmla="*/ 107181 w 546082"/>
                <a:gd name="connsiteY149" fmla="*/ 178333 h 617362"/>
                <a:gd name="connsiteX150" fmla="*/ 99551 w 546082"/>
                <a:gd name="connsiteY150" fmla="*/ 180517 h 617362"/>
                <a:gd name="connsiteX151" fmla="*/ 99551 w 546082"/>
                <a:gd name="connsiteY151" fmla="*/ 171728 h 617362"/>
                <a:gd name="connsiteX152" fmla="*/ 91922 w 546082"/>
                <a:gd name="connsiteY152" fmla="*/ 173911 h 617362"/>
                <a:gd name="connsiteX153" fmla="*/ 91922 w 546082"/>
                <a:gd name="connsiteY153" fmla="*/ 165121 h 617362"/>
                <a:gd name="connsiteX154" fmla="*/ 84293 w 546082"/>
                <a:gd name="connsiteY154" fmla="*/ 167304 h 617362"/>
                <a:gd name="connsiteX155" fmla="*/ 84293 w 546082"/>
                <a:gd name="connsiteY155" fmla="*/ 158515 h 617362"/>
                <a:gd name="connsiteX156" fmla="*/ 76664 w 546082"/>
                <a:gd name="connsiteY156" fmla="*/ 160698 h 617362"/>
                <a:gd name="connsiteX157" fmla="*/ 76664 w 546082"/>
                <a:gd name="connsiteY157" fmla="*/ 151907 h 617362"/>
                <a:gd name="connsiteX158" fmla="*/ 69034 w 546082"/>
                <a:gd name="connsiteY158" fmla="*/ 154091 h 617362"/>
                <a:gd name="connsiteX159" fmla="*/ 69034 w 546082"/>
                <a:gd name="connsiteY159" fmla="*/ 145301 h 617362"/>
                <a:gd name="connsiteX160" fmla="*/ 61405 w 546082"/>
                <a:gd name="connsiteY160" fmla="*/ 147484 h 617362"/>
                <a:gd name="connsiteX161" fmla="*/ 61405 w 546082"/>
                <a:gd name="connsiteY161" fmla="*/ 138695 h 617362"/>
                <a:gd name="connsiteX162" fmla="*/ 53776 w 546082"/>
                <a:gd name="connsiteY162" fmla="*/ 140878 h 617362"/>
                <a:gd name="connsiteX163" fmla="*/ 53776 w 546082"/>
                <a:gd name="connsiteY163" fmla="*/ 132087 h 617362"/>
                <a:gd name="connsiteX164" fmla="*/ 46146 w 546082"/>
                <a:gd name="connsiteY164" fmla="*/ 134271 h 617362"/>
                <a:gd name="connsiteX165" fmla="*/ 46146 w 546082"/>
                <a:gd name="connsiteY165" fmla="*/ 125482 h 617362"/>
                <a:gd name="connsiteX166" fmla="*/ 38517 w 546082"/>
                <a:gd name="connsiteY166" fmla="*/ 127665 h 617362"/>
                <a:gd name="connsiteX167" fmla="*/ 38517 w 546082"/>
                <a:gd name="connsiteY167" fmla="*/ 118875 h 617362"/>
                <a:gd name="connsiteX168" fmla="*/ 30888 w 546082"/>
                <a:gd name="connsiteY168" fmla="*/ 121058 h 617362"/>
                <a:gd name="connsiteX169" fmla="*/ 30888 w 546082"/>
                <a:gd name="connsiteY169" fmla="*/ 112268 h 617362"/>
                <a:gd name="connsiteX170" fmla="*/ 23258 w 546082"/>
                <a:gd name="connsiteY170" fmla="*/ 114452 h 617362"/>
                <a:gd name="connsiteX171" fmla="*/ 23258 w 546082"/>
                <a:gd name="connsiteY171" fmla="*/ 19584 h 617362"/>
                <a:gd name="connsiteX172" fmla="*/ 82014 w 546082"/>
                <a:gd name="connsiteY172" fmla="*/ 4972 h 617362"/>
                <a:gd name="connsiteX173" fmla="*/ 148112 w 546082"/>
                <a:gd name="connsiteY173" fmla="*/ 0 h 617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546082" h="617362">
                  <a:moveTo>
                    <a:pt x="148112" y="0"/>
                  </a:moveTo>
                  <a:cubicBezTo>
                    <a:pt x="198581" y="114"/>
                    <a:pt x="237342" y="10291"/>
                    <a:pt x="264400" y="30524"/>
                  </a:cubicBezTo>
                  <a:lnTo>
                    <a:pt x="268444" y="35473"/>
                  </a:lnTo>
                  <a:lnTo>
                    <a:pt x="272030" y="37130"/>
                  </a:lnTo>
                  <a:lnTo>
                    <a:pt x="276076" y="42082"/>
                  </a:lnTo>
                  <a:lnTo>
                    <a:pt x="279659" y="43737"/>
                  </a:lnTo>
                  <a:lnTo>
                    <a:pt x="283704" y="48687"/>
                  </a:lnTo>
                  <a:lnTo>
                    <a:pt x="287288" y="50343"/>
                  </a:lnTo>
                  <a:lnTo>
                    <a:pt x="291333" y="55294"/>
                  </a:lnTo>
                  <a:lnTo>
                    <a:pt x="294918" y="56950"/>
                  </a:lnTo>
                  <a:lnTo>
                    <a:pt x="298963" y="61900"/>
                  </a:lnTo>
                  <a:lnTo>
                    <a:pt x="302547" y="63556"/>
                  </a:lnTo>
                  <a:lnTo>
                    <a:pt x="306593" y="68508"/>
                  </a:lnTo>
                  <a:lnTo>
                    <a:pt x="310176" y="70163"/>
                  </a:lnTo>
                  <a:lnTo>
                    <a:pt x="314221" y="75114"/>
                  </a:lnTo>
                  <a:lnTo>
                    <a:pt x="317806" y="76770"/>
                  </a:lnTo>
                  <a:lnTo>
                    <a:pt x="321851" y="81720"/>
                  </a:lnTo>
                  <a:lnTo>
                    <a:pt x="325435" y="83376"/>
                  </a:lnTo>
                  <a:lnTo>
                    <a:pt x="329481" y="88328"/>
                  </a:lnTo>
                  <a:lnTo>
                    <a:pt x="333064" y="89983"/>
                  </a:lnTo>
                  <a:lnTo>
                    <a:pt x="337109" y="94933"/>
                  </a:lnTo>
                  <a:lnTo>
                    <a:pt x="340693" y="96589"/>
                  </a:lnTo>
                  <a:lnTo>
                    <a:pt x="344738" y="101540"/>
                  </a:lnTo>
                  <a:lnTo>
                    <a:pt x="348323" y="103196"/>
                  </a:lnTo>
                  <a:lnTo>
                    <a:pt x="352369" y="108148"/>
                  </a:lnTo>
                  <a:lnTo>
                    <a:pt x="355952" y="109803"/>
                  </a:lnTo>
                  <a:lnTo>
                    <a:pt x="359996" y="114752"/>
                  </a:lnTo>
                  <a:lnTo>
                    <a:pt x="363582" y="116409"/>
                  </a:lnTo>
                  <a:lnTo>
                    <a:pt x="367628" y="121361"/>
                  </a:lnTo>
                  <a:lnTo>
                    <a:pt x="371211" y="123016"/>
                  </a:lnTo>
                  <a:lnTo>
                    <a:pt x="375256" y="127966"/>
                  </a:lnTo>
                  <a:lnTo>
                    <a:pt x="378840" y="129622"/>
                  </a:lnTo>
                  <a:lnTo>
                    <a:pt x="382885" y="134573"/>
                  </a:lnTo>
                  <a:lnTo>
                    <a:pt x="386470" y="136229"/>
                  </a:lnTo>
                  <a:lnTo>
                    <a:pt x="390515" y="141179"/>
                  </a:lnTo>
                  <a:lnTo>
                    <a:pt x="394099" y="142835"/>
                  </a:lnTo>
                  <a:lnTo>
                    <a:pt x="398145" y="147787"/>
                  </a:lnTo>
                  <a:lnTo>
                    <a:pt x="401728" y="149442"/>
                  </a:lnTo>
                  <a:lnTo>
                    <a:pt x="405774" y="154394"/>
                  </a:lnTo>
                  <a:lnTo>
                    <a:pt x="409357" y="156049"/>
                  </a:lnTo>
                  <a:lnTo>
                    <a:pt x="413401" y="160998"/>
                  </a:lnTo>
                  <a:lnTo>
                    <a:pt x="416987" y="162655"/>
                  </a:lnTo>
                  <a:lnTo>
                    <a:pt x="421033" y="167607"/>
                  </a:lnTo>
                  <a:lnTo>
                    <a:pt x="424616" y="169262"/>
                  </a:lnTo>
                  <a:lnTo>
                    <a:pt x="428660" y="174211"/>
                  </a:lnTo>
                  <a:lnTo>
                    <a:pt x="432246" y="175868"/>
                  </a:lnTo>
                  <a:lnTo>
                    <a:pt x="436292" y="180820"/>
                  </a:lnTo>
                  <a:lnTo>
                    <a:pt x="439875" y="182475"/>
                  </a:lnTo>
                  <a:lnTo>
                    <a:pt x="443920" y="187425"/>
                  </a:lnTo>
                  <a:lnTo>
                    <a:pt x="447504" y="189081"/>
                  </a:lnTo>
                  <a:lnTo>
                    <a:pt x="451550" y="194033"/>
                  </a:lnTo>
                  <a:lnTo>
                    <a:pt x="455133" y="195688"/>
                  </a:lnTo>
                  <a:lnTo>
                    <a:pt x="459178" y="200639"/>
                  </a:lnTo>
                  <a:lnTo>
                    <a:pt x="462763" y="202295"/>
                  </a:lnTo>
                  <a:lnTo>
                    <a:pt x="466808" y="207245"/>
                  </a:lnTo>
                  <a:lnTo>
                    <a:pt x="470392" y="208901"/>
                  </a:lnTo>
                  <a:lnTo>
                    <a:pt x="474438" y="213853"/>
                  </a:lnTo>
                  <a:lnTo>
                    <a:pt x="478021" y="215508"/>
                  </a:lnTo>
                  <a:lnTo>
                    <a:pt x="482066" y="220459"/>
                  </a:lnTo>
                  <a:lnTo>
                    <a:pt x="485651" y="222115"/>
                  </a:lnTo>
                  <a:lnTo>
                    <a:pt x="489696" y="227065"/>
                  </a:lnTo>
                  <a:lnTo>
                    <a:pt x="493280" y="228721"/>
                  </a:lnTo>
                  <a:lnTo>
                    <a:pt x="497325" y="233672"/>
                  </a:lnTo>
                  <a:lnTo>
                    <a:pt x="500910" y="235328"/>
                  </a:lnTo>
                  <a:lnTo>
                    <a:pt x="504955" y="240278"/>
                  </a:lnTo>
                  <a:lnTo>
                    <a:pt x="508539" y="241934"/>
                  </a:lnTo>
                  <a:lnTo>
                    <a:pt x="512585" y="246886"/>
                  </a:lnTo>
                  <a:lnTo>
                    <a:pt x="516168" y="248541"/>
                  </a:lnTo>
                  <a:lnTo>
                    <a:pt x="520213" y="253491"/>
                  </a:lnTo>
                  <a:lnTo>
                    <a:pt x="523797" y="255147"/>
                  </a:lnTo>
                  <a:lnTo>
                    <a:pt x="527842" y="260098"/>
                  </a:lnTo>
                  <a:lnTo>
                    <a:pt x="531427" y="261754"/>
                  </a:lnTo>
                  <a:lnTo>
                    <a:pt x="535473" y="266706"/>
                  </a:lnTo>
                  <a:lnTo>
                    <a:pt x="539056" y="268361"/>
                  </a:lnTo>
                  <a:lnTo>
                    <a:pt x="543101" y="273311"/>
                  </a:lnTo>
                  <a:lnTo>
                    <a:pt x="546082" y="274689"/>
                  </a:lnTo>
                  <a:lnTo>
                    <a:pt x="546082" y="508113"/>
                  </a:lnTo>
                  <a:cubicBezTo>
                    <a:pt x="546082" y="568450"/>
                    <a:pt x="497170" y="617362"/>
                    <a:pt x="436833" y="617362"/>
                  </a:cubicBezTo>
                  <a:lnTo>
                    <a:pt x="221251" y="617362"/>
                  </a:lnTo>
                  <a:lnTo>
                    <a:pt x="221251" y="615858"/>
                  </a:lnTo>
                  <a:lnTo>
                    <a:pt x="213621" y="615858"/>
                  </a:lnTo>
                  <a:lnTo>
                    <a:pt x="213621" y="609251"/>
                  </a:lnTo>
                  <a:lnTo>
                    <a:pt x="205992" y="609251"/>
                  </a:lnTo>
                  <a:lnTo>
                    <a:pt x="205992" y="602645"/>
                  </a:lnTo>
                  <a:lnTo>
                    <a:pt x="198363" y="602645"/>
                  </a:lnTo>
                  <a:lnTo>
                    <a:pt x="198363" y="596038"/>
                  </a:lnTo>
                  <a:lnTo>
                    <a:pt x="190733" y="596038"/>
                  </a:lnTo>
                  <a:lnTo>
                    <a:pt x="190733" y="589431"/>
                  </a:lnTo>
                  <a:lnTo>
                    <a:pt x="183104" y="589431"/>
                  </a:lnTo>
                  <a:lnTo>
                    <a:pt x="183104" y="582825"/>
                  </a:lnTo>
                  <a:lnTo>
                    <a:pt x="175475" y="582825"/>
                  </a:lnTo>
                  <a:lnTo>
                    <a:pt x="175475" y="576218"/>
                  </a:lnTo>
                  <a:lnTo>
                    <a:pt x="167846" y="576218"/>
                  </a:lnTo>
                  <a:lnTo>
                    <a:pt x="167846" y="569612"/>
                  </a:lnTo>
                  <a:lnTo>
                    <a:pt x="160216" y="569612"/>
                  </a:lnTo>
                  <a:lnTo>
                    <a:pt x="160216" y="563005"/>
                  </a:lnTo>
                  <a:lnTo>
                    <a:pt x="152587" y="563005"/>
                  </a:lnTo>
                  <a:lnTo>
                    <a:pt x="152587" y="556399"/>
                  </a:lnTo>
                  <a:lnTo>
                    <a:pt x="144957" y="556399"/>
                  </a:lnTo>
                  <a:lnTo>
                    <a:pt x="144957" y="549792"/>
                  </a:lnTo>
                  <a:lnTo>
                    <a:pt x="137328" y="549792"/>
                  </a:lnTo>
                  <a:lnTo>
                    <a:pt x="137328" y="543185"/>
                  </a:lnTo>
                  <a:lnTo>
                    <a:pt x="129699" y="543185"/>
                  </a:lnTo>
                  <a:lnTo>
                    <a:pt x="129699" y="536579"/>
                  </a:lnTo>
                  <a:lnTo>
                    <a:pt x="122070" y="536579"/>
                  </a:lnTo>
                  <a:lnTo>
                    <a:pt x="122070" y="529972"/>
                  </a:lnTo>
                  <a:lnTo>
                    <a:pt x="114440" y="529972"/>
                  </a:lnTo>
                  <a:lnTo>
                    <a:pt x="114440" y="523366"/>
                  </a:lnTo>
                  <a:lnTo>
                    <a:pt x="106811" y="523366"/>
                  </a:lnTo>
                  <a:lnTo>
                    <a:pt x="106811" y="516759"/>
                  </a:lnTo>
                  <a:lnTo>
                    <a:pt x="99182" y="516759"/>
                  </a:lnTo>
                  <a:lnTo>
                    <a:pt x="99182" y="510153"/>
                  </a:lnTo>
                  <a:lnTo>
                    <a:pt x="91552" y="510153"/>
                  </a:lnTo>
                  <a:lnTo>
                    <a:pt x="91552" y="503546"/>
                  </a:lnTo>
                  <a:lnTo>
                    <a:pt x="83923" y="503546"/>
                  </a:lnTo>
                  <a:lnTo>
                    <a:pt x="83923" y="496939"/>
                  </a:lnTo>
                  <a:lnTo>
                    <a:pt x="76293" y="496939"/>
                  </a:lnTo>
                  <a:lnTo>
                    <a:pt x="76293" y="490333"/>
                  </a:lnTo>
                  <a:lnTo>
                    <a:pt x="68664" y="490333"/>
                  </a:lnTo>
                  <a:lnTo>
                    <a:pt x="68664" y="483726"/>
                  </a:lnTo>
                  <a:lnTo>
                    <a:pt x="61035" y="483726"/>
                  </a:lnTo>
                  <a:lnTo>
                    <a:pt x="61035" y="477120"/>
                  </a:lnTo>
                  <a:lnTo>
                    <a:pt x="53406" y="477120"/>
                  </a:lnTo>
                  <a:lnTo>
                    <a:pt x="53406" y="470513"/>
                  </a:lnTo>
                  <a:lnTo>
                    <a:pt x="45776" y="470513"/>
                  </a:lnTo>
                  <a:lnTo>
                    <a:pt x="45776" y="463906"/>
                  </a:lnTo>
                  <a:lnTo>
                    <a:pt x="38147" y="463906"/>
                  </a:lnTo>
                  <a:lnTo>
                    <a:pt x="38147" y="457300"/>
                  </a:lnTo>
                  <a:lnTo>
                    <a:pt x="30518" y="457300"/>
                  </a:lnTo>
                  <a:lnTo>
                    <a:pt x="30518" y="450693"/>
                  </a:lnTo>
                  <a:lnTo>
                    <a:pt x="22888" y="450693"/>
                  </a:lnTo>
                  <a:lnTo>
                    <a:pt x="22888" y="444087"/>
                  </a:lnTo>
                  <a:lnTo>
                    <a:pt x="15259" y="444087"/>
                  </a:lnTo>
                  <a:lnTo>
                    <a:pt x="15259" y="437480"/>
                  </a:lnTo>
                  <a:lnTo>
                    <a:pt x="7630" y="437480"/>
                  </a:lnTo>
                  <a:lnTo>
                    <a:pt x="7630" y="430874"/>
                  </a:lnTo>
                  <a:lnTo>
                    <a:pt x="0" y="430874"/>
                  </a:lnTo>
                  <a:lnTo>
                    <a:pt x="0" y="334785"/>
                  </a:lnTo>
                  <a:cubicBezTo>
                    <a:pt x="62569" y="284266"/>
                    <a:pt x="108956" y="244382"/>
                    <a:pt x="139161" y="215131"/>
                  </a:cubicBezTo>
                  <a:lnTo>
                    <a:pt x="141407" y="212489"/>
                  </a:lnTo>
                  <a:lnTo>
                    <a:pt x="137698" y="213550"/>
                  </a:lnTo>
                  <a:lnTo>
                    <a:pt x="137698" y="204761"/>
                  </a:lnTo>
                  <a:lnTo>
                    <a:pt x="130069" y="206944"/>
                  </a:lnTo>
                  <a:lnTo>
                    <a:pt x="130069" y="198154"/>
                  </a:lnTo>
                  <a:lnTo>
                    <a:pt x="122440" y="200337"/>
                  </a:lnTo>
                  <a:lnTo>
                    <a:pt x="122440" y="191547"/>
                  </a:lnTo>
                  <a:lnTo>
                    <a:pt x="114810" y="193731"/>
                  </a:lnTo>
                  <a:lnTo>
                    <a:pt x="114810" y="184941"/>
                  </a:lnTo>
                  <a:lnTo>
                    <a:pt x="107181" y="187124"/>
                  </a:lnTo>
                  <a:lnTo>
                    <a:pt x="107181" y="178333"/>
                  </a:lnTo>
                  <a:lnTo>
                    <a:pt x="99551" y="180517"/>
                  </a:lnTo>
                  <a:lnTo>
                    <a:pt x="99551" y="171728"/>
                  </a:lnTo>
                  <a:lnTo>
                    <a:pt x="91922" y="173911"/>
                  </a:lnTo>
                  <a:lnTo>
                    <a:pt x="91922" y="165121"/>
                  </a:lnTo>
                  <a:lnTo>
                    <a:pt x="84293" y="167304"/>
                  </a:lnTo>
                  <a:lnTo>
                    <a:pt x="84293" y="158515"/>
                  </a:lnTo>
                  <a:lnTo>
                    <a:pt x="76664" y="160698"/>
                  </a:lnTo>
                  <a:lnTo>
                    <a:pt x="76664" y="151907"/>
                  </a:lnTo>
                  <a:lnTo>
                    <a:pt x="69034" y="154091"/>
                  </a:lnTo>
                  <a:lnTo>
                    <a:pt x="69034" y="145301"/>
                  </a:lnTo>
                  <a:lnTo>
                    <a:pt x="61405" y="147484"/>
                  </a:lnTo>
                  <a:lnTo>
                    <a:pt x="61405" y="138695"/>
                  </a:lnTo>
                  <a:lnTo>
                    <a:pt x="53776" y="140878"/>
                  </a:lnTo>
                  <a:lnTo>
                    <a:pt x="53776" y="132087"/>
                  </a:lnTo>
                  <a:lnTo>
                    <a:pt x="46146" y="134271"/>
                  </a:lnTo>
                  <a:lnTo>
                    <a:pt x="46146" y="125482"/>
                  </a:lnTo>
                  <a:lnTo>
                    <a:pt x="38517" y="127665"/>
                  </a:lnTo>
                  <a:lnTo>
                    <a:pt x="38517" y="118875"/>
                  </a:lnTo>
                  <a:lnTo>
                    <a:pt x="30888" y="121058"/>
                  </a:lnTo>
                  <a:lnTo>
                    <a:pt x="30888" y="112268"/>
                  </a:lnTo>
                  <a:lnTo>
                    <a:pt x="23258" y="114452"/>
                  </a:lnTo>
                  <a:lnTo>
                    <a:pt x="23258" y="19584"/>
                  </a:lnTo>
                  <a:cubicBezTo>
                    <a:pt x="40931" y="13146"/>
                    <a:pt x="60515" y="8275"/>
                    <a:pt x="82014" y="4972"/>
                  </a:cubicBezTo>
                  <a:cubicBezTo>
                    <a:pt x="103511" y="1671"/>
                    <a:pt x="125544" y="12"/>
                    <a:pt x="148112" y="0"/>
                  </a:cubicBezTo>
                  <a:close/>
                </a:path>
              </a:pathLst>
            </a:custGeom>
            <a:solidFill>
              <a:schemeClr val="accent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27" name="文本框 26"/>
            <p:cNvSpPr txBox="1"/>
            <p:nvPr userDrawn="1"/>
          </p:nvSpPr>
          <p:spPr>
            <a:xfrm>
              <a:off x="5099786" y="-2456201"/>
              <a:ext cx="309691" cy="430874"/>
            </a:xfrm>
            <a:custGeom>
              <a:avLst/>
              <a:gdLst/>
              <a:ahLst/>
              <a:cxnLst/>
              <a:rect l="l" t="t" r="r" b="b"/>
              <a:pathLst>
                <a:path w="130131" h="181051">
                  <a:moveTo>
                    <a:pt x="62236" y="0"/>
                  </a:moveTo>
                  <a:cubicBezTo>
                    <a:pt x="83443" y="48"/>
                    <a:pt x="99730" y="4324"/>
                    <a:pt x="111100" y="12826"/>
                  </a:cubicBezTo>
                  <a:cubicBezTo>
                    <a:pt x="122469" y="21329"/>
                    <a:pt x="128213" y="33770"/>
                    <a:pt x="128330" y="50149"/>
                  </a:cubicBezTo>
                  <a:cubicBezTo>
                    <a:pt x="128567" y="58695"/>
                    <a:pt x="127551" y="66692"/>
                    <a:pt x="125282" y="74143"/>
                  </a:cubicBezTo>
                  <a:cubicBezTo>
                    <a:pt x="123014" y="81593"/>
                    <a:pt x="118074" y="89686"/>
                    <a:pt x="110461" y="98422"/>
                  </a:cubicBezTo>
                  <a:cubicBezTo>
                    <a:pt x="102849" y="107158"/>
                    <a:pt x="91146" y="117727"/>
                    <a:pt x="75352" y="130130"/>
                  </a:cubicBezTo>
                  <a:lnTo>
                    <a:pt x="63008" y="139903"/>
                  </a:lnTo>
                  <a:lnTo>
                    <a:pt x="63008" y="141446"/>
                  </a:lnTo>
                  <a:lnTo>
                    <a:pt x="130131" y="141446"/>
                  </a:lnTo>
                  <a:lnTo>
                    <a:pt x="130131" y="181051"/>
                  </a:lnTo>
                  <a:lnTo>
                    <a:pt x="0" y="181051"/>
                  </a:lnTo>
                  <a:lnTo>
                    <a:pt x="0" y="140675"/>
                  </a:lnTo>
                  <a:cubicBezTo>
                    <a:pt x="26291" y="119447"/>
                    <a:pt x="45783" y="102688"/>
                    <a:pt x="58475" y="90397"/>
                  </a:cubicBezTo>
                  <a:cubicBezTo>
                    <a:pt x="71168" y="78106"/>
                    <a:pt x="77479" y="68033"/>
                    <a:pt x="77410" y="60179"/>
                  </a:cubicBezTo>
                  <a:cubicBezTo>
                    <a:pt x="77613" y="53032"/>
                    <a:pt x="75856" y="47845"/>
                    <a:pt x="72138" y="44620"/>
                  </a:cubicBezTo>
                  <a:cubicBezTo>
                    <a:pt x="68419" y="41394"/>
                    <a:pt x="61518" y="39808"/>
                    <a:pt x="51435" y="39862"/>
                  </a:cubicBezTo>
                  <a:cubicBezTo>
                    <a:pt x="45440" y="39819"/>
                    <a:pt x="39042" y="40419"/>
                    <a:pt x="32243" y="41662"/>
                  </a:cubicBezTo>
                  <a:cubicBezTo>
                    <a:pt x="25444" y="42905"/>
                    <a:pt x="17954" y="45048"/>
                    <a:pt x="9773" y="48092"/>
                  </a:cubicBezTo>
                  <a:lnTo>
                    <a:pt x="9773" y="8229"/>
                  </a:lnTo>
                  <a:cubicBezTo>
                    <a:pt x="17199" y="5524"/>
                    <a:pt x="25428" y="3477"/>
                    <a:pt x="34462" y="2089"/>
                  </a:cubicBezTo>
                  <a:cubicBezTo>
                    <a:pt x="43495" y="702"/>
                    <a:pt x="52753" y="5"/>
                    <a:pt x="62236" y="0"/>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grpSp>
        <p:nvGrpSpPr>
          <p:cNvPr id="28" name="组合 27"/>
          <p:cNvGrpSpPr/>
          <p:nvPr userDrawn="1"/>
        </p:nvGrpSpPr>
        <p:grpSpPr>
          <a:xfrm>
            <a:off x="9680402" y="2012291"/>
            <a:ext cx="797729" cy="797730"/>
            <a:chOff x="8459162" y="-2617486"/>
            <a:chExt cx="797729" cy="797729"/>
          </a:xfrm>
        </p:grpSpPr>
        <p:sp>
          <p:nvSpPr>
            <p:cNvPr id="29" name="矩形: 圆角 28"/>
            <p:cNvSpPr/>
            <p:nvPr userDrawn="1"/>
          </p:nvSpPr>
          <p:spPr>
            <a:xfrm>
              <a:off x="8459162" y="-2617486"/>
              <a:ext cx="797729" cy="797729"/>
            </a:xfrm>
            <a:prstGeom prst="roundRect">
              <a:avLst>
                <a:gd name="adj" fmla="val 1369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dirty="0">
                <a:latin typeface="+mj-lt"/>
                <a:ea typeface="+mn-ea"/>
                <a:cs typeface="阿里巴巴普惠体" panose="00020600040101010101" pitchFamily="18" charset="-122"/>
              </a:endParaRPr>
            </a:p>
          </p:txBody>
        </p:sp>
        <p:sp>
          <p:nvSpPr>
            <p:cNvPr id="30" name="文本框 29"/>
            <p:cNvSpPr txBox="1"/>
            <p:nvPr userDrawn="1"/>
          </p:nvSpPr>
          <p:spPr>
            <a:xfrm>
              <a:off x="8710072" y="-2449592"/>
              <a:ext cx="546819" cy="629835"/>
            </a:xfrm>
            <a:custGeom>
              <a:avLst/>
              <a:gdLst>
                <a:gd name="connsiteX0" fmla="*/ 110777 w 546819"/>
                <a:gd name="connsiteY0" fmla="*/ 60 h 629835"/>
                <a:gd name="connsiteX1" fmla="*/ 230355 w 546819"/>
                <a:gd name="connsiteY1" fmla="*/ 24925 h 629835"/>
                <a:gd name="connsiteX2" fmla="*/ 235892 w 546819"/>
                <a:gd name="connsiteY2" fmla="*/ 30768 h 629835"/>
                <a:gd name="connsiteX3" fmla="*/ 237985 w 546819"/>
                <a:gd name="connsiteY3" fmla="*/ 31531 h 629835"/>
                <a:gd name="connsiteX4" fmla="*/ 243524 w 546819"/>
                <a:gd name="connsiteY4" fmla="*/ 37376 h 629835"/>
                <a:gd name="connsiteX5" fmla="*/ 245614 w 546819"/>
                <a:gd name="connsiteY5" fmla="*/ 38138 h 629835"/>
                <a:gd name="connsiteX6" fmla="*/ 251151 w 546819"/>
                <a:gd name="connsiteY6" fmla="*/ 43981 h 629835"/>
                <a:gd name="connsiteX7" fmla="*/ 253244 w 546819"/>
                <a:gd name="connsiteY7" fmla="*/ 44744 h 629835"/>
                <a:gd name="connsiteX8" fmla="*/ 258783 w 546819"/>
                <a:gd name="connsiteY8" fmla="*/ 50589 h 629835"/>
                <a:gd name="connsiteX9" fmla="*/ 260873 w 546819"/>
                <a:gd name="connsiteY9" fmla="*/ 51351 h 629835"/>
                <a:gd name="connsiteX10" fmla="*/ 266410 w 546819"/>
                <a:gd name="connsiteY10" fmla="*/ 57194 h 629835"/>
                <a:gd name="connsiteX11" fmla="*/ 268503 w 546819"/>
                <a:gd name="connsiteY11" fmla="*/ 57957 h 629835"/>
                <a:gd name="connsiteX12" fmla="*/ 274043 w 546819"/>
                <a:gd name="connsiteY12" fmla="*/ 63803 h 629835"/>
                <a:gd name="connsiteX13" fmla="*/ 276131 w 546819"/>
                <a:gd name="connsiteY13" fmla="*/ 64564 h 629835"/>
                <a:gd name="connsiteX14" fmla="*/ 281670 w 546819"/>
                <a:gd name="connsiteY14" fmla="*/ 70409 h 629835"/>
                <a:gd name="connsiteX15" fmla="*/ 283760 w 546819"/>
                <a:gd name="connsiteY15" fmla="*/ 71171 h 629835"/>
                <a:gd name="connsiteX16" fmla="*/ 289297 w 546819"/>
                <a:gd name="connsiteY16" fmla="*/ 77014 h 629835"/>
                <a:gd name="connsiteX17" fmla="*/ 291390 w 546819"/>
                <a:gd name="connsiteY17" fmla="*/ 77777 h 629835"/>
                <a:gd name="connsiteX18" fmla="*/ 296929 w 546819"/>
                <a:gd name="connsiteY18" fmla="*/ 83622 h 629835"/>
                <a:gd name="connsiteX19" fmla="*/ 299019 w 546819"/>
                <a:gd name="connsiteY19" fmla="*/ 84384 h 629835"/>
                <a:gd name="connsiteX20" fmla="*/ 304556 w 546819"/>
                <a:gd name="connsiteY20" fmla="*/ 90227 h 629835"/>
                <a:gd name="connsiteX21" fmla="*/ 306649 w 546819"/>
                <a:gd name="connsiteY21" fmla="*/ 90990 h 629835"/>
                <a:gd name="connsiteX22" fmla="*/ 312188 w 546819"/>
                <a:gd name="connsiteY22" fmla="*/ 96835 h 629835"/>
                <a:gd name="connsiteX23" fmla="*/ 314278 w 546819"/>
                <a:gd name="connsiteY23" fmla="*/ 97597 h 629835"/>
                <a:gd name="connsiteX24" fmla="*/ 319816 w 546819"/>
                <a:gd name="connsiteY24" fmla="*/ 103441 h 629835"/>
                <a:gd name="connsiteX25" fmla="*/ 321908 w 546819"/>
                <a:gd name="connsiteY25" fmla="*/ 104204 h 629835"/>
                <a:gd name="connsiteX26" fmla="*/ 327445 w 546819"/>
                <a:gd name="connsiteY26" fmla="*/ 110047 h 629835"/>
                <a:gd name="connsiteX27" fmla="*/ 329537 w 546819"/>
                <a:gd name="connsiteY27" fmla="*/ 110810 h 629835"/>
                <a:gd name="connsiteX28" fmla="*/ 335076 w 546819"/>
                <a:gd name="connsiteY28" fmla="*/ 116655 h 629835"/>
                <a:gd name="connsiteX29" fmla="*/ 337166 w 546819"/>
                <a:gd name="connsiteY29" fmla="*/ 117417 h 629835"/>
                <a:gd name="connsiteX30" fmla="*/ 342703 w 546819"/>
                <a:gd name="connsiteY30" fmla="*/ 123260 h 629835"/>
                <a:gd name="connsiteX31" fmla="*/ 344796 w 546819"/>
                <a:gd name="connsiteY31" fmla="*/ 124023 h 629835"/>
                <a:gd name="connsiteX32" fmla="*/ 350335 w 546819"/>
                <a:gd name="connsiteY32" fmla="*/ 129868 h 629835"/>
                <a:gd name="connsiteX33" fmla="*/ 352425 w 546819"/>
                <a:gd name="connsiteY33" fmla="*/ 130630 h 629835"/>
                <a:gd name="connsiteX34" fmla="*/ 357963 w 546819"/>
                <a:gd name="connsiteY34" fmla="*/ 136473 h 629835"/>
                <a:gd name="connsiteX35" fmla="*/ 360054 w 546819"/>
                <a:gd name="connsiteY35" fmla="*/ 137236 h 629835"/>
                <a:gd name="connsiteX36" fmla="*/ 365593 w 546819"/>
                <a:gd name="connsiteY36" fmla="*/ 143081 h 629835"/>
                <a:gd name="connsiteX37" fmla="*/ 367683 w 546819"/>
                <a:gd name="connsiteY37" fmla="*/ 143843 h 629835"/>
                <a:gd name="connsiteX38" fmla="*/ 373221 w 546819"/>
                <a:gd name="connsiteY38" fmla="*/ 149687 h 629835"/>
                <a:gd name="connsiteX39" fmla="*/ 375313 w 546819"/>
                <a:gd name="connsiteY39" fmla="*/ 150450 h 629835"/>
                <a:gd name="connsiteX40" fmla="*/ 380851 w 546819"/>
                <a:gd name="connsiteY40" fmla="*/ 156293 h 629835"/>
                <a:gd name="connsiteX41" fmla="*/ 382942 w 546819"/>
                <a:gd name="connsiteY41" fmla="*/ 157056 h 629835"/>
                <a:gd name="connsiteX42" fmla="*/ 388481 w 546819"/>
                <a:gd name="connsiteY42" fmla="*/ 162901 h 629835"/>
                <a:gd name="connsiteX43" fmla="*/ 390571 w 546819"/>
                <a:gd name="connsiteY43" fmla="*/ 163663 h 629835"/>
                <a:gd name="connsiteX44" fmla="*/ 396108 w 546819"/>
                <a:gd name="connsiteY44" fmla="*/ 169506 h 629835"/>
                <a:gd name="connsiteX45" fmla="*/ 398201 w 546819"/>
                <a:gd name="connsiteY45" fmla="*/ 170269 h 629835"/>
                <a:gd name="connsiteX46" fmla="*/ 403740 w 546819"/>
                <a:gd name="connsiteY46" fmla="*/ 176114 h 629835"/>
                <a:gd name="connsiteX47" fmla="*/ 405830 w 546819"/>
                <a:gd name="connsiteY47" fmla="*/ 176876 h 629835"/>
                <a:gd name="connsiteX48" fmla="*/ 411367 w 546819"/>
                <a:gd name="connsiteY48" fmla="*/ 182719 h 629835"/>
                <a:gd name="connsiteX49" fmla="*/ 413460 w 546819"/>
                <a:gd name="connsiteY49" fmla="*/ 183482 h 629835"/>
                <a:gd name="connsiteX50" fmla="*/ 418999 w 546819"/>
                <a:gd name="connsiteY50" fmla="*/ 189327 h 629835"/>
                <a:gd name="connsiteX51" fmla="*/ 421089 w 546819"/>
                <a:gd name="connsiteY51" fmla="*/ 190089 h 629835"/>
                <a:gd name="connsiteX52" fmla="*/ 426628 w 546819"/>
                <a:gd name="connsiteY52" fmla="*/ 195934 h 629835"/>
                <a:gd name="connsiteX53" fmla="*/ 428718 w 546819"/>
                <a:gd name="connsiteY53" fmla="*/ 196696 h 629835"/>
                <a:gd name="connsiteX54" fmla="*/ 434255 w 546819"/>
                <a:gd name="connsiteY54" fmla="*/ 202539 h 629835"/>
                <a:gd name="connsiteX55" fmla="*/ 436347 w 546819"/>
                <a:gd name="connsiteY55" fmla="*/ 203302 h 629835"/>
                <a:gd name="connsiteX56" fmla="*/ 441886 w 546819"/>
                <a:gd name="connsiteY56" fmla="*/ 209147 h 629835"/>
                <a:gd name="connsiteX57" fmla="*/ 443976 w 546819"/>
                <a:gd name="connsiteY57" fmla="*/ 209909 h 629835"/>
                <a:gd name="connsiteX58" fmla="*/ 449514 w 546819"/>
                <a:gd name="connsiteY58" fmla="*/ 215753 h 629835"/>
                <a:gd name="connsiteX59" fmla="*/ 451606 w 546819"/>
                <a:gd name="connsiteY59" fmla="*/ 216516 h 629835"/>
                <a:gd name="connsiteX60" fmla="*/ 457143 w 546819"/>
                <a:gd name="connsiteY60" fmla="*/ 222359 h 629835"/>
                <a:gd name="connsiteX61" fmla="*/ 459235 w 546819"/>
                <a:gd name="connsiteY61" fmla="*/ 223122 h 629835"/>
                <a:gd name="connsiteX62" fmla="*/ 464774 w 546819"/>
                <a:gd name="connsiteY62" fmla="*/ 228966 h 629835"/>
                <a:gd name="connsiteX63" fmla="*/ 466865 w 546819"/>
                <a:gd name="connsiteY63" fmla="*/ 229729 h 629835"/>
                <a:gd name="connsiteX64" fmla="*/ 472403 w 546819"/>
                <a:gd name="connsiteY64" fmla="*/ 235572 h 629835"/>
                <a:gd name="connsiteX65" fmla="*/ 474494 w 546819"/>
                <a:gd name="connsiteY65" fmla="*/ 236335 h 629835"/>
                <a:gd name="connsiteX66" fmla="*/ 480033 w 546819"/>
                <a:gd name="connsiteY66" fmla="*/ 242180 h 629835"/>
                <a:gd name="connsiteX67" fmla="*/ 482123 w 546819"/>
                <a:gd name="connsiteY67" fmla="*/ 242942 h 629835"/>
                <a:gd name="connsiteX68" fmla="*/ 487660 w 546819"/>
                <a:gd name="connsiteY68" fmla="*/ 248785 h 629835"/>
                <a:gd name="connsiteX69" fmla="*/ 489753 w 546819"/>
                <a:gd name="connsiteY69" fmla="*/ 249548 h 629835"/>
                <a:gd name="connsiteX70" fmla="*/ 495292 w 546819"/>
                <a:gd name="connsiteY70" fmla="*/ 255393 h 629835"/>
                <a:gd name="connsiteX71" fmla="*/ 497382 w 546819"/>
                <a:gd name="connsiteY71" fmla="*/ 256155 h 629835"/>
                <a:gd name="connsiteX72" fmla="*/ 502921 w 546819"/>
                <a:gd name="connsiteY72" fmla="*/ 262000 h 629835"/>
                <a:gd name="connsiteX73" fmla="*/ 505011 w 546819"/>
                <a:gd name="connsiteY73" fmla="*/ 262762 h 629835"/>
                <a:gd name="connsiteX74" fmla="*/ 510549 w 546819"/>
                <a:gd name="connsiteY74" fmla="*/ 268605 h 629835"/>
                <a:gd name="connsiteX75" fmla="*/ 512640 w 546819"/>
                <a:gd name="connsiteY75" fmla="*/ 269368 h 629835"/>
                <a:gd name="connsiteX76" fmla="*/ 518178 w 546819"/>
                <a:gd name="connsiteY76" fmla="*/ 275212 h 629835"/>
                <a:gd name="connsiteX77" fmla="*/ 520270 w 546819"/>
                <a:gd name="connsiteY77" fmla="*/ 275975 h 629835"/>
                <a:gd name="connsiteX78" fmla="*/ 525807 w 546819"/>
                <a:gd name="connsiteY78" fmla="*/ 281818 h 629835"/>
                <a:gd name="connsiteX79" fmla="*/ 527899 w 546819"/>
                <a:gd name="connsiteY79" fmla="*/ 282581 h 629835"/>
                <a:gd name="connsiteX80" fmla="*/ 533438 w 546819"/>
                <a:gd name="connsiteY80" fmla="*/ 288426 h 629835"/>
                <a:gd name="connsiteX81" fmla="*/ 535528 w 546819"/>
                <a:gd name="connsiteY81" fmla="*/ 289188 h 629835"/>
                <a:gd name="connsiteX82" fmla="*/ 541065 w 546819"/>
                <a:gd name="connsiteY82" fmla="*/ 295031 h 629835"/>
                <a:gd name="connsiteX83" fmla="*/ 543158 w 546819"/>
                <a:gd name="connsiteY83" fmla="*/ 295794 h 629835"/>
                <a:gd name="connsiteX84" fmla="*/ 546819 w 546819"/>
                <a:gd name="connsiteY84" fmla="*/ 299657 h 629835"/>
                <a:gd name="connsiteX85" fmla="*/ 546819 w 546819"/>
                <a:gd name="connsiteY85" fmla="*/ 520586 h 629835"/>
                <a:gd name="connsiteX86" fmla="*/ 437570 w 546819"/>
                <a:gd name="connsiteY86" fmla="*/ 629835 h 629835"/>
                <a:gd name="connsiteX87" fmla="*/ 236510 w 546819"/>
                <a:gd name="connsiteY87" fmla="*/ 629835 h 629835"/>
                <a:gd name="connsiteX88" fmla="*/ 236510 w 546819"/>
                <a:gd name="connsiteY88" fmla="*/ 628364 h 629835"/>
                <a:gd name="connsiteX89" fmla="*/ 228880 w 546819"/>
                <a:gd name="connsiteY89" fmla="*/ 627295 h 629835"/>
                <a:gd name="connsiteX90" fmla="*/ 228880 w 546819"/>
                <a:gd name="connsiteY90" fmla="*/ 621758 h 629835"/>
                <a:gd name="connsiteX91" fmla="*/ 221251 w 546819"/>
                <a:gd name="connsiteY91" fmla="*/ 620689 h 629835"/>
                <a:gd name="connsiteX92" fmla="*/ 221251 w 546819"/>
                <a:gd name="connsiteY92" fmla="*/ 615151 h 629835"/>
                <a:gd name="connsiteX93" fmla="*/ 213621 w 546819"/>
                <a:gd name="connsiteY93" fmla="*/ 614082 h 629835"/>
                <a:gd name="connsiteX94" fmla="*/ 213621 w 546819"/>
                <a:gd name="connsiteY94" fmla="*/ 608544 h 629835"/>
                <a:gd name="connsiteX95" fmla="*/ 205992 w 546819"/>
                <a:gd name="connsiteY95" fmla="*/ 607475 h 629835"/>
                <a:gd name="connsiteX96" fmla="*/ 205992 w 546819"/>
                <a:gd name="connsiteY96" fmla="*/ 601938 h 629835"/>
                <a:gd name="connsiteX97" fmla="*/ 198363 w 546819"/>
                <a:gd name="connsiteY97" fmla="*/ 600869 h 629835"/>
                <a:gd name="connsiteX98" fmla="*/ 198363 w 546819"/>
                <a:gd name="connsiteY98" fmla="*/ 595331 h 629835"/>
                <a:gd name="connsiteX99" fmla="*/ 190734 w 546819"/>
                <a:gd name="connsiteY99" fmla="*/ 594262 h 629835"/>
                <a:gd name="connsiteX100" fmla="*/ 190734 w 546819"/>
                <a:gd name="connsiteY100" fmla="*/ 588724 h 629835"/>
                <a:gd name="connsiteX101" fmla="*/ 183105 w 546819"/>
                <a:gd name="connsiteY101" fmla="*/ 587655 h 629835"/>
                <a:gd name="connsiteX102" fmla="*/ 183105 w 546819"/>
                <a:gd name="connsiteY102" fmla="*/ 582118 h 629835"/>
                <a:gd name="connsiteX103" fmla="*/ 175475 w 546819"/>
                <a:gd name="connsiteY103" fmla="*/ 581049 h 629835"/>
                <a:gd name="connsiteX104" fmla="*/ 175475 w 546819"/>
                <a:gd name="connsiteY104" fmla="*/ 575511 h 629835"/>
                <a:gd name="connsiteX105" fmla="*/ 167846 w 546819"/>
                <a:gd name="connsiteY105" fmla="*/ 574442 h 629835"/>
                <a:gd name="connsiteX106" fmla="*/ 167846 w 546819"/>
                <a:gd name="connsiteY106" fmla="*/ 568905 h 629835"/>
                <a:gd name="connsiteX107" fmla="*/ 160216 w 546819"/>
                <a:gd name="connsiteY107" fmla="*/ 567836 h 629835"/>
                <a:gd name="connsiteX108" fmla="*/ 160216 w 546819"/>
                <a:gd name="connsiteY108" fmla="*/ 562298 h 629835"/>
                <a:gd name="connsiteX109" fmla="*/ 152587 w 546819"/>
                <a:gd name="connsiteY109" fmla="*/ 561229 h 629835"/>
                <a:gd name="connsiteX110" fmla="*/ 152587 w 546819"/>
                <a:gd name="connsiteY110" fmla="*/ 555692 h 629835"/>
                <a:gd name="connsiteX111" fmla="*/ 144958 w 546819"/>
                <a:gd name="connsiteY111" fmla="*/ 554623 h 629835"/>
                <a:gd name="connsiteX112" fmla="*/ 144958 w 546819"/>
                <a:gd name="connsiteY112" fmla="*/ 549085 h 629835"/>
                <a:gd name="connsiteX113" fmla="*/ 137328 w 546819"/>
                <a:gd name="connsiteY113" fmla="*/ 548016 h 629835"/>
                <a:gd name="connsiteX114" fmla="*/ 137328 w 546819"/>
                <a:gd name="connsiteY114" fmla="*/ 542478 h 629835"/>
                <a:gd name="connsiteX115" fmla="*/ 129699 w 546819"/>
                <a:gd name="connsiteY115" fmla="*/ 541409 h 629835"/>
                <a:gd name="connsiteX116" fmla="*/ 129699 w 546819"/>
                <a:gd name="connsiteY116" fmla="*/ 535872 h 629835"/>
                <a:gd name="connsiteX117" fmla="*/ 122070 w 546819"/>
                <a:gd name="connsiteY117" fmla="*/ 534803 h 629835"/>
                <a:gd name="connsiteX118" fmla="*/ 122070 w 546819"/>
                <a:gd name="connsiteY118" fmla="*/ 529265 h 629835"/>
                <a:gd name="connsiteX119" fmla="*/ 114441 w 546819"/>
                <a:gd name="connsiteY119" fmla="*/ 528196 h 629835"/>
                <a:gd name="connsiteX120" fmla="*/ 114441 w 546819"/>
                <a:gd name="connsiteY120" fmla="*/ 522659 h 629835"/>
                <a:gd name="connsiteX121" fmla="*/ 106811 w 546819"/>
                <a:gd name="connsiteY121" fmla="*/ 521590 h 629835"/>
                <a:gd name="connsiteX122" fmla="*/ 106811 w 546819"/>
                <a:gd name="connsiteY122" fmla="*/ 516052 h 629835"/>
                <a:gd name="connsiteX123" fmla="*/ 99182 w 546819"/>
                <a:gd name="connsiteY123" fmla="*/ 514983 h 629835"/>
                <a:gd name="connsiteX124" fmla="*/ 99182 w 546819"/>
                <a:gd name="connsiteY124" fmla="*/ 509446 h 629835"/>
                <a:gd name="connsiteX125" fmla="*/ 91553 w 546819"/>
                <a:gd name="connsiteY125" fmla="*/ 508377 h 629835"/>
                <a:gd name="connsiteX126" fmla="*/ 91553 w 546819"/>
                <a:gd name="connsiteY126" fmla="*/ 502839 h 629835"/>
                <a:gd name="connsiteX127" fmla="*/ 83923 w 546819"/>
                <a:gd name="connsiteY127" fmla="*/ 501770 h 629835"/>
                <a:gd name="connsiteX128" fmla="*/ 83923 w 546819"/>
                <a:gd name="connsiteY128" fmla="*/ 496232 h 629835"/>
                <a:gd name="connsiteX129" fmla="*/ 76294 w 546819"/>
                <a:gd name="connsiteY129" fmla="*/ 495163 h 629835"/>
                <a:gd name="connsiteX130" fmla="*/ 76294 w 546819"/>
                <a:gd name="connsiteY130" fmla="*/ 489626 h 629835"/>
                <a:gd name="connsiteX131" fmla="*/ 68664 w 546819"/>
                <a:gd name="connsiteY131" fmla="*/ 488557 h 629835"/>
                <a:gd name="connsiteX132" fmla="*/ 68664 w 546819"/>
                <a:gd name="connsiteY132" fmla="*/ 483019 h 629835"/>
                <a:gd name="connsiteX133" fmla="*/ 61035 w 546819"/>
                <a:gd name="connsiteY133" fmla="*/ 481950 h 629835"/>
                <a:gd name="connsiteX134" fmla="*/ 61035 w 546819"/>
                <a:gd name="connsiteY134" fmla="*/ 476413 h 629835"/>
                <a:gd name="connsiteX135" fmla="*/ 53405 w 546819"/>
                <a:gd name="connsiteY135" fmla="*/ 475344 h 629835"/>
                <a:gd name="connsiteX136" fmla="*/ 53405 w 546819"/>
                <a:gd name="connsiteY136" fmla="*/ 469806 h 629835"/>
                <a:gd name="connsiteX137" fmla="*/ 45776 w 546819"/>
                <a:gd name="connsiteY137" fmla="*/ 468737 h 629835"/>
                <a:gd name="connsiteX138" fmla="*/ 45776 w 546819"/>
                <a:gd name="connsiteY138" fmla="*/ 463198 h 629835"/>
                <a:gd name="connsiteX139" fmla="*/ 38148 w 546819"/>
                <a:gd name="connsiteY139" fmla="*/ 462130 h 629835"/>
                <a:gd name="connsiteX140" fmla="*/ 38148 w 546819"/>
                <a:gd name="connsiteY140" fmla="*/ 456593 h 629835"/>
                <a:gd name="connsiteX141" fmla="*/ 30518 w 546819"/>
                <a:gd name="connsiteY141" fmla="*/ 455524 h 629835"/>
                <a:gd name="connsiteX142" fmla="*/ 30518 w 546819"/>
                <a:gd name="connsiteY142" fmla="*/ 449986 h 629835"/>
                <a:gd name="connsiteX143" fmla="*/ 22889 w 546819"/>
                <a:gd name="connsiteY143" fmla="*/ 448917 h 629835"/>
                <a:gd name="connsiteX144" fmla="*/ 22889 w 546819"/>
                <a:gd name="connsiteY144" fmla="*/ 443380 h 629835"/>
                <a:gd name="connsiteX145" fmla="*/ 15259 w 546819"/>
                <a:gd name="connsiteY145" fmla="*/ 442311 h 629835"/>
                <a:gd name="connsiteX146" fmla="*/ 15259 w 546819"/>
                <a:gd name="connsiteY146" fmla="*/ 436773 h 629835"/>
                <a:gd name="connsiteX147" fmla="*/ 7630 w 546819"/>
                <a:gd name="connsiteY147" fmla="*/ 435704 h 629835"/>
                <a:gd name="connsiteX148" fmla="*/ 7630 w 546819"/>
                <a:gd name="connsiteY148" fmla="*/ 430167 h 629835"/>
                <a:gd name="connsiteX149" fmla="*/ 0 w 546819"/>
                <a:gd name="connsiteY149" fmla="*/ 429098 h 629835"/>
                <a:gd name="connsiteX150" fmla="*/ 0 w 546819"/>
                <a:gd name="connsiteY150" fmla="*/ 331784 h 629835"/>
                <a:gd name="connsiteX151" fmla="*/ 43606 w 546819"/>
                <a:gd name="connsiteY151" fmla="*/ 339511 h 629835"/>
                <a:gd name="connsiteX152" fmla="*/ 88133 w 546819"/>
                <a:gd name="connsiteY152" fmla="*/ 342189 h 629835"/>
                <a:gd name="connsiteX153" fmla="*/ 134395 w 546819"/>
                <a:gd name="connsiteY153" fmla="*/ 335654 h 629835"/>
                <a:gd name="connsiteX154" fmla="*/ 134395 w 546819"/>
                <a:gd name="connsiteY154" fmla="*/ 329174 h 629835"/>
                <a:gd name="connsiteX155" fmla="*/ 126765 w 546819"/>
                <a:gd name="connsiteY155" fmla="*/ 329174 h 629835"/>
                <a:gd name="connsiteX156" fmla="*/ 126765 w 546819"/>
                <a:gd name="connsiteY156" fmla="*/ 322567 h 629835"/>
                <a:gd name="connsiteX157" fmla="*/ 119136 w 546819"/>
                <a:gd name="connsiteY157" fmla="*/ 322567 h 629835"/>
                <a:gd name="connsiteX158" fmla="*/ 119136 w 546819"/>
                <a:gd name="connsiteY158" fmla="*/ 315961 h 629835"/>
                <a:gd name="connsiteX159" fmla="*/ 111506 w 546819"/>
                <a:gd name="connsiteY159" fmla="*/ 315961 h 629835"/>
                <a:gd name="connsiteX160" fmla="*/ 111506 w 546819"/>
                <a:gd name="connsiteY160" fmla="*/ 309354 h 629835"/>
                <a:gd name="connsiteX161" fmla="*/ 103877 w 546819"/>
                <a:gd name="connsiteY161" fmla="*/ 309354 h 629835"/>
                <a:gd name="connsiteX162" fmla="*/ 103877 w 546819"/>
                <a:gd name="connsiteY162" fmla="*/ 302748 h 629835"/>
                <a:gd name="connsiteX163" fmla="*/ 96247 w 546819"/>
                <a:gd name="connsiteY163" fmla="*/ 302748 h 629835"/>
                <a:gd name="connsiteX164" fmla="*/ 96247 w 546819"/>
                <a:gd name="connsiteY164" fmla="*/ 296141 h 629835"/>
                <a:gd name="connsiteX165" fmla="*/ 88618 w 546819"/>
                <a:gd name="connsiteY165" fmla="*/ 296141 h 629835"/>
                <a:gd name="connsiteX166" fmla="*/ 88618 w 546819"/>
                <a:gd name="connsiteY166" fmla="*/ 289534 h 629835"/>
                <a:gd name="connsiteX167" fmla="*/ 80990 w 546819"/>
                <a:gd name="connsiteY167" fmla="*/ 289534 h 629835"/>
                <a:gd name="connsiteX168" fmla="*/ 80990 w 546819"/>
                <a:gd name="connsiteY168" fmla="*/ 282928 h 629835"/>
                <a:gd name="connsiteX169" fmla="*/ 73360 w 546819"/>
                <a:gd name="connsiteY169" fmla="*/ 282928 h 629835"/>
                <a:gd name="connsiteX170" fmla="*/ 73360 w 546819"/>
                <a:gd name="connsiteY170" fmla="*/ 276321 h 629835"/>
                <a:gd name="connsiteX171" fmla="*/ 65731 w 546819"/>
                <a:gd name="connsiteY171" fmla="*/ 276321 h 629835"/>
                <a:gd name="connsiteX172" fmla="*/ 65731 w 546819"/>
                <a:gd name="connsiteY172" fmla="*/ 269715 h 629835"/>
                <a:gd name="connsiteX173" fmla="*/ 58101 w 546819"/>
                <a:gd name="connsiteY173" fmla="*/ 269715 h 629835"/>
                <a:gd name="connsiteX174" fmla="*/ 58101 w 546819"/>
                <a:gd name="connsiteY174" fmla="*/ 263108 h 629835"/>
                <a:gd name="connsiteX175" fmla="*/ 50472 w 546819"/>
                <a:gd name="connsiteY175" fmla="*/ 263108 h 629835"/>
                <a:gd name="connsiteX176" fmla="*/ 50472 w 546819"/>
                <a:gd name="connsiteY176" fmla="*/ 256502 h 629835"/>
                <a:gd name="connsiteX177" fmla="*/ 42842 w 546819"/>
                <a:gd name="connsiteY177" fmla="*/ 256502 h 629835"/>
                <a:gd name="connsiteX178" fmla="*/ 42842 w 546819"/>
                <a:gd name="connsiteY178" fmla="*/ 168981 h 629835"/>
                <a:gd name="connsiteX179" fmla="*/ 74056 w 546819"/>
                <a:gd name="connsiteY179" fmla="*/ 168981 h 629835"/>
                <a:gd name="connsiteX180" fmla="*/ 89145 w 546819"/>
                <a:gd name="connsiteY180" fmla="*/ 167713 h 629835"/>
                <a:gd name="connsiteX181" fmla="*/ 89145 w 546819"/>
                <a:gd name="connsiteY181" fmla="*/ 162442 h 629835"/>
                <a:gd name="connsiteX182" fmla="*/ 81515 w 546819"/>
                <a:gd name="connsiteY182" fmla="*/ 164177 h 629835"/>
                <a:gd name="connsiteX183" fmla="*/ 81515 w 546819"/>
                <a:gd name="connsiteY183" fmla="*/ 155836 h 629835"/>
                <a:gd name="connsiteX184" fmla="*/ 73886 w 546819"/>
                <a:gd name="connsiteY184" fmla="*/ 157570 h 629835"/>
                <a:gd name="connsiteX185" fmla="*/ 73886 w 546819"/>
                <a:gd name="connsiteY185" fmla="*/ 149229 h 629835"/>
                <a:gd name="connsiteX186" fmla="*/ 66256 w 546819"/>
                <a:gd name="connsiteY186" fmla="*/ 150964 h 629835"/>
                <a:gd name="connsiteX187" fmla="*/ 66256 w 546819"/>
                <a:gd name="connsiteY187" fmla="*/ 142623 h 629835"/>
                <a:gd name="connsiteX188" fmla="*/ 58627 w 546819"/>
                <a:gd name="connsiteY188" fmla="*/ 144357 h 629835"/>
                <a:gd name="connsiteX189" fmla="*/ 58627 w 546819"/>
                <a:gd name="connsiteY189" fmla="*/ 136016 h 629835"/>
                <a:gd name="connsiteX190" fmla="*/ 50999 w 546819"/>
                <a:gd name="connsiteY190" fmla="*/ 137750 h 629835"/>
                <a:gd name="connsiteX191" fmla="*/ 50999 w 546819"/>
                <a:gd name="connsiteY191" fmla="*/ 129409 h 629835"/>
                <a:gd name="connsiteX192" fmla="*/ 43369 w 546819"/>
                <a:gd name="connsiteY192" fmla="*/ 131144 h 629835"/>
                <a:gd name="connsiteX193" fmla="*/ 43369 w 546819"/>
                <a:gd name="connsiteY193" fmla="*/ 122803 h 629835"/>
                <a:gd name="connsiteX194" fmla="*/ 35740 w 546819"/>
                <a:gd name="connsiteY194" fmla="*/ 124537 h 629835"/>
                <a:gd name="connsiteX195" fmla="*/ 35740 w 546819"/>
                <a:gd name="connsiteY195" fmla="*/ 116196 h 629835"/>
                <a:gd name="connsiteX196" fmla="*/ 28110 w 546819"/>
                <a:gd name="connsiteY196" fmla="*/ 117931 h 629835"/>
                <a:gd name="connsiteX197" fmla="*/ 28110 w 546819"/>
                <a:gd name="connsiteY197" fmla="*/ 109590 h 629835"/>
                <a:gd name="connsiteX198" fmla="*/ 20481 w 546819"/>
                <a:gd name="connsiteY198" fmla="*/ 111324 h 629835"/>
                <a:gd name="connsiteX199" fmla="*/ 20481 w 546819"/>
                <a:gd name="connsiteY199" fmla="*/ 102983 h 629835"/>
                <a:gd name="connsiteX200" fmla="*/ 12851 w 546819"/>
                <a:gd name="connsiteY200" fmla="*/ 104718 h 629835"/>
                <a:gd name="connsiteX201" fmla="*/ 12851 w 546819"/>
                <a:gd name="connsiteY201" fmla="*/ 12914 h 629835"/>
                <a:gd name="connsiteX202" fmla="*/ 54929 w 546819"/>
                <a:gd name="connsiteY202" fmla="*/ 4191 h 629835"/>
                <a:gd name="connsiteX203" fmla="*/ 110777 w 546819"/>
                <a:gd name="connsiteY203" fmla="*/ 60 h 629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546819" h="629835">
                  <a:moveTo>
                    <a:pt x="110777" y="60"/>
                  </a:moveTo>
                  <a:cubicBezTo>
                    <a:pt x="159778" y="-795"/>
                    <a:pt x="199638" y="7492"/>
                    <a:pt x="230355" y="24925"/>
                  </a:cubicBezTo>
                  <a:lnTo>
                    <a:pt x="235892" y="30768"/>
                  </a:lnTo>
                  <a:lnTo>
                    <a:pt x="237985" y="31531"/>
                  </a:lnTo>
                  <a:lnTo>
                    <a:pt x="243524" y="37376"/>
                  </a:lnTo>
                  <a:lnTo>
                    <a:pt x="245614" y="38138"/>
                  </a:lnTo>
                  <a:lnTo>
                    <a:pt x="251151" y="43981"/>
                  </a:lnTo>
                  <a:lnTo>
                    <a:pt x="253244" y="44744"/>
                  </a:lnTo>
                  <a:lnTo>
                    <a:pt x="258783" y="50589"/>
                  </a:lnTo>
                  <a:lnTo>
                    <a:pt x="260873" y="51351"/>
                  </a:lnTo>
                  <a:lnTo>
                    <a:pt x="266410" y="57194"/>
                  </a:lnTo>
                  <a:lnTo>
                    <a:pt x="268503" y="57957"/>
                  </a:lnTo>
                  <a:lnTo>
                    <a:pt x="274043" y="63803"/>
                  </a:lnTo>
                  <a:lnTo>
                    <a:pt x="276131" y="64564"/>
                  </a:lnTo>
                  <a:lnTo>
                    <a:pt x="281670" y="70409"/>
                  </a:lnTo>
                  <a:lnTo>
                    <a:pt x="283760" y="71171"/>
                  </a:lnTo>
                  <a:lnTo>
                    <a:pt x="289297" y="77014"/>
                  </a:lnTo>
                  <a:lnTo>
                    <a:pt x="291390" y="77777"/>
                  </a:lnTo>
                  <a:lnTo>
                    <a:pt x="296929" y="83622"/>
                  </a:lnTo>
                  <a:lnTo>
                    <a:pt x="299019" y="84384"/>
                  </a:lnTo>
                  <a:lnTo>
                    <a:pt x="304556" y="90227"/>
                  </a:lnTo>
                  <a:lnTo>
                    <a:pt x="306649" y="90990"/>
                  </a:lnTo>
                  <a:lnTo>
                    <a:pt x="312188" y="96835"/>
                  </a:lnTo>
                  <a:lnTo>
                    <a:pt x="314278" y="97597"/>
                  </a:lnTo>
                  <a:lnTo>
                    <a:pt x="319816" y="103441"/>
                  </a:lnTo>
                  <a:lnTo>
                    <a:pt x="321908" y="104204"/>
                  </a:lnTo>
                  <a:lnTo>
                    <a:pt x="327445" y="110047"/>
                  </a:lnTo>
                  <a:lnTo>
                    <a:pt x="329537" y="110810"/>
                  </a:lnTo>
                  <a:lnTo>
                    <a:pt x="335076" y="116655"/>
                  </a:lnTo>
                  <a:lnTo>
                    <a:pt x="337166" y="117417"/>
                  </a:lnTo>
                  <a:lnTo>
                    <a:pt x="342703" y="123260"/>
                  </a:lnTo>
                  <a:lnTo>
                    <a:pt x="344796" y="124023"/>
                  </a:lnTo>
                  <a:lnTo>
                    <a:pt x="350335" y="129868"/>
                  </a:lnTo>
                  <a:lnTo>
                    <a:pt x="352425" y="130630"/>
                  </a:lnTo>
                  <a:lnTo>
                    <a:pt x="357963" y="136473"/>
                  </a:lnTo>
                  <a:lnTo>
                    <a:pt x="360054" y="137236"/>
                  </a:lnTo>
                  <a:lnTo>
                    <a:pt x="365593" y="143081"/>
                  </a:lnTo>
                  <a:lnTo>
                    <a:pt x="367683" y="143843"/>
                  </a:lnTo>
                  <a:lnTo>
                    <a:pt x="373221" y="149687"/>
                  </a:lnTo>
                  <a:lnTo>
                    <a:pt x="375313" y="150450"/>
                  </a:lnTo>
                  <a:lnTo>
                    <a:pt x="380851" y="156293"/>
                  </a:lnTo>
                  <a:lnTo>
                    <a:pt x="382942" y="157056"/>
                  </a:lnTo>
                  <a:lnTo>
                    <a:pt x="388481" y="162901"/>
                  </a:lnTo>
                  <a:lnTo>
                    <a:pt x="390571" y="163663"/>
                  </a:lnTo>
                  <a:lnTo>
                    <a:pt x="396108" y="169506"/>
                  </a:lnTo>
                  <a:lnTo>
                    <a:pt x="398201" y="170269"/>
                  </a:lnTo>
                  <a:lnTo>
                    <a:pt x="403740" y="176114"/>
                  </a:lnTo>
                  <a:lnTo>
                    <a:pt x="405830" y="176876"/>
                  </a:lnTo>
                  <a:lnTo>
                    <a:pt x="411367" y="182719"/>
                  </a:lnTo>
                  <a:lnTo>
                    <a:pt x="413460" y="183482"/>
                  </a:lnTo>
                  <a:lnTo>
                    <a:pt x="418999" y="189327"/>
                  </a:lnTo>
                  <a:lnTo>
                    <a:pt x="421089" y="190089"/>
                  </a:lnTo>
                  <a:lnTo>
                    <a:pt x="426628" y="195934"/>
                  </a:lnTo>
                  <a:lnTo>
                    <a:pt x="428718" y="196696"/>
                  </a:lnTo>
                  <a:lnTo>
                    <a:pt x="434255" y="202539"/>
                  </a:lnTo>
                  <a:lnTo>
                    <a:pt x="436347" y="203302"/>
                  </a:lnTo>
                  <a:lnTo>
                    <a:pt x="441886" y="209147"/>
                  </a:lnTo>
                  <a:lnTo>
                    <a:pt x="443976" y="209909"/>
                  </a:lnTo>
                  <a:lnTo>
                    <a:pt x="449514" y="215753"/>
                  </a:lnTo>
                  <a:lnTo>
                    <a:pt x="451606" y="216516"/>
                  </a:lnTo>
                  <a:lnTo>
                    <a:pt x="457143" y="222359"/>
                  </a:lnTo>
                  <a:lnTo>
                    <a:pt x="459235" y="223122"/>
                  </a:lnTo>
                  <a:lnTo>
                    <a:pt x="464774" y="228966"/>
                  </a:lnTo>
                  <a:lnTo>
                    <a:pt x="466865" y="229729"/>
                  </a:lnTo>
                  <a:lnTo>
                    <a:pt x="472403" y="235572"/>
                  </a:lnTo>
                  <a:lnTo>
                    <a:pt x="474494" y="236335"/>
                  </a:lnTo>
                  <a:lnTo>
                    <a:pt x="480033" y="242180"/>
                  </a:lnTo>
                  <a:lnTo>
                    <a:pt x="482123" y="242942"/>
                  </a:lnTo>
                  <a:lnTo>
                    <a:pt x="487660" y="248785"/>
                  </a:lnTo>
                  <a:lnTo>
                    <a:pt x="489753" y="249548"/>
                  </a:lnTo>
                  <a:lnTo>
                    <a:pt x="495292" y="255393"/>
                  </a:lnTo>
                  <a:lnTo>
                    <a:pt x="497382" y="256155"/>
                  </a:lnTo>
                  <a:lnTo>
                    <a:pt x="502921" y="262000"/>
                  </a:lnTo>
                  <a:lnTo>
                    <a:pt x="505011" y="262762"/>
                  </a:lnTo>
                  <a:lnTo>
                    <a:pt x="510549" y="268605"/>
                  </a:lnTo>
                  <a:lnTo>
                    <a:pt x="512640" y="269368"/>
                  </a:lnTo>
                  <a:lnTo>
                    <a:pt x="518178" y="275212"/>
                  </a:lnTo>
                  <a:lnTo>
                    <a:pt x="520270" y="275975"/>
                  </a:lnTo>
                  <a:lnTo>
                    <a:pt x="525807" y="281818"/>
                  </a:lnTo>
                  <a:lnTo>
                    <a:pt x="527899" y="282581"/>
                  </a:lnTo>
                  <a:lnTo>
                    <a:pt x="533438" y="288426"/>
                  </a:lnTo>
                  <a:lnTo>
                    <a:pt x="535528" y="289188"/>
                  </a:lnTo>
                  <a:lnTo>
                    <a:pt x="541065" y="295031"/>
                  </a:lnTo>
                  <a:lnTo>
                    <a:pt x="543158" y="295794"/>
                  </a:lnTo>
                  <a:lnTo>
                    <a:pt x="546819" y="299657"/>
                  </a:lnTo>
                  <a:lnTo>
                    <a:pt x="546819" y="520586"/>
                  </a:lnTo>
                  <a:cubicBezTo>
                    <a:pt x="546819" y="580923"/>
                    <a:pt x="497907" y="629835"/>
                    <a:pt x="437570" y="629835"/>
                  </a:cubicBezTo>
                  <a:lnTo>
                    <a:pt x="236510" y="629835"/>
                  </a:lnTo>
                  <a:lnTo>
                    <a:pt x="236510" y="628364"/>
                  </a:lnTo>
                  <a:lnTo>
                    <a:pt x="228880" y="627295"/>
                  </a:lnTo>
                  <a:lnTo>
                    <a:pt x="228880" y="621758"/>
                  </a:lnTo>
                  <a:lnTo>
                    <a:pt x="221251" y="620689"/>
                  </a:lnTo>
                  <a:lnTo>
                    <a:pt x="221251" y="615151"/>
                  </a:lnTo>
                  <a:lnTo>
                    <a:pt x="213621" y="614082"/>
                  </a:lnTo>
                  <a:lnTo>
                    <a:pt x="213621" y="608544"/>
                  </a:lnTo>
                  <a:lnTo>
                    <a:pt x="205992" y="607475"/>
                  </a:lnTo>
                  <a:lnTo>
                    <a:pt x="205992" y="601938"/>
                  </a:lnTo>
                  <a:lnTo>
                    <a:pt x="198363" y="600869"/>
                  </a:lnTo>
                  <a:lnTo>
                    <a:pt x="198363" y="595331"/>
                  </a:lnTo>
                  <a:lnTo>
                    <a:pt x="190734" y="594262"/>
                  </a:lnTo>
                  <a:lnTo>
                    <a:pt x="190734" y="588724"/>
                  </a:lnTo>
                  <a:lnTo>
                    <a:pt x="183105" y="587655"/>
                  </a:lnTo>
                  <a:lnTo>
                    <a:pt x="183105" y="582118"/>
                  </a:lnTo>
                  <a:lnTo>
                    <a:pt x="175475" y="581049"/>
                  </a:lnTo>
                  <a:lnTo>
                    <a:pt x="175475" y="575511"/>
                  </a:lnTo>
                  <a:lnTo>
                    <a:pt x="167846" y="574442"/>
                  </a:lnTo>
                  <a:lnTo>
                    <a:pt x="167846" y="568905"/>
                  </a:lnTo>
                  <a:lnTo>
                    <a:pt x="160216" y="567836"/>
                  </a:lnTo>
                  <a:lnTo>
                    <a:pt x="160216" y="562298"/>
                  </a:lnTo>
                  <a:lnTo>
                    <a:pt x="152587" y="561229"/>
                  </a:lnTo>
                  <a:lnTo>
                    <a:pt x="152587" y="555692"/>
                  </a:lnTo>
                  <a:lnTo>
                    <a:pt x="144958" y="554623"/>
                  </a:lnTo>
                  <a:lnTo>
                    <a:pt x="144958" y="549085"/>
                  </a:lnTo>
                  <a:lnTo>
                    <a:pt x="137328" y="548016"/>
                  </a:lnTo>
                  <a:lnTo>
                    <a:pt x="137328" y="542478"/>
                  </a:lnTo>
                  <a:lnTo>
                    <a:pt x="129699" y="541409"/>
                  </a:lnTo>
                  <a:lnTo>
                    <a:pt x="129699" y="535872"/>
                  </a:lnTo>
                  <a:lnTo>
                    <a:pt x="122070" y="534803"/>
                  </a:lnTo>
                  <a:lnTo>
                    <a:pt x="122070" y="529265"/>
                  </a:lnTo>
                  <a:lnTo>
                    <a:pt x="114441" y="528196"/>
                  </a:lnTo>
                  <a:lnTo>
                    <a:pt x="114441" y="522659"/>
                  </a:lnTo>
                  <a:lnTo>
                    <a:pt x="106811" y="521590"/>
                  </a:lnTo>
                  <a:lnTo>
                    <a:pt x="106811" y="516052"/>
                  </a:lnTo>
                  <a:lnTo>
                    <a:pt x="99182" y="514983"/>
                  </a:lnTo>
                  <a:lnTo>
                    <a:pt x="99182" y="509446"/>
                  </a:lnTo>
                  <a:lnTo>
                    <a:pt x="91553" y="508377"/>
                  </a:lnTo>
                  <a:lnTo>
                    <a:pt x="91553" y="502839"/>
                  </a:lnTo>
                  <a:lnTo>
                    <a:pt x="83923" y="501770"/>
                  </a:lnTo>
                  <a:lnTo>
                    <a:pt x="83923" y="496232"/>
                  </a:lnTo>
                  <a:lnTo>
                    <a:pt x="76294" y="495163"/>
                  </a:lnTo>
                  <a:lnTo>
                    <a:pt x="76294" y="489626"/>
                  </a:lnTo>
                  <a:lnTo>
                    <a:pt x="68664" y="488557"/>
                  </a:lnTo>
                  <a:lnTo>
                    <a:pt x="68664" y="483019"/>
                  </a:lnTo>
                  <a:lnTo>
                    <a:pt x="61035" y="481950"/>
                  </a:lnTo>
                  <a:lnTo>
                    <a:pt x="61035" y="476413"/>
                  </a:lnTo>
                  <a:lnTo>
                    <a:pt x="53405" y="475344"/>
                  </a:lnTo>
                  <a:lnTo>
                    <a:pt x="53405" y="469806"/>
                  </a:lnTo>
                  <a:lnTo>
                    <a:pt x="45776" y="468737"/>
                  </a:lnTo>
                  <a:lnTo>
                    <a:pt x="45776" y="463198"/>
                  </a:lnTo>
                  <a:lnTo>
                    <a:pt x="38148" y="462130"/>
                  </a:lnTo>
                  <a:lnTo>
                    <a:pt x="38148" y="456593"/>
                  </a:lnTo>
                  <a:lnTo>
                    <a:pt x="30518" y="455524"/>
                  </a:lnTo>
                  <a:lnTo>
                    <a:pt x="30518" y="449986"/>
                  </a:lnTo>
                  <a:lnTo>
                    <a:pt x="22889" y="448917"/>
                  </a:lnTo>
                  <a:lnTo>
                    <a:pt x="22889" y="443380"/>
                  </a:lnTo>
                  <a:lnTo>
                    <a:pt x="15259" y="442311"/>
                  </a:lnTo>
                  <a:lnTo>
                    <a:pt x="15259" y="436773"/>
                  </a:lnTo>
                  <a:lnTo>
                    <a:pt x="7630" y="435704"/>
                  </a:lnTo>
                  <a:lnTo>
                    <a:pt x="7630" y="430167"/>
                  </a:lnTo>
                  <a:lnTo>
                    <a:pt x="0" y="429098"/>
                  </a:lnTo>
                  <a:lnTo>
                    <a:pt x="0" y="331784"/>
                  </a:lnTo>
                  <a:cubicBezTo>
                    <a:pt x="15300" y="335163"/>
                    <a:pt x="29836" y="337738"/>
                    <a:pt x="43606" y="339511"/>
                  </a:cubicBezTo>
                  <a:cubicBezTo>
                    <a:pt x="57378" y="341282"/>
                    <a:pt x="72219" y="342174"/>
                    <a:pt x="88133" y="342189"/>
                  </a:cubicBezTo>
                  <a:lnTo>
                    <a:pt x="134395" y="335654"/>
                  </a:lnTo>
                  <a:lnTo>
                    <a:pt x="134395" y="329174"/>
                  </a:lnTo>
                  <a:lnTo>
                    <a:pt x="126765" y="329174"/>
                  </a:lnTo>
                  <a:lnTo>
                    <a:pt x="126765" y="322567"/>
                  </a:lnTo>
                  <a:lnTo>
                    <a:pt x="119136" y="322567"/>
                  </a:lnTo>
                  <a:lnTo>
                    <a:pt x="119136" y="315961"/>
                  </a:lnTo>
                  <a:lnTo>
                    <a:pt x="111506" y="315961"/>
                  </a:lnTo>
                  <a:lnTo>
                    <a:pt x="111506" y="309354"/>
                  </a:lnTo>
                  <a:lnTo>
                    <a:pt x="103877" y="309354"/>
                  </a:lnTo>
                  <a:lnTo>
                    <a:pt x="103877" y="302748"/>
                  </a:lnTo>
                  <a:lnTo>
                    <a:pt x="96247" y="302748"/>
                  </a:lnTo>
                  <a:lnTo>
                    <a:pt x="96247" y="296141"/>
                  </a:lnTo>
                  <a:lnTo>
                    <a:pt x="88618" y="296141"/>
                  </a:lnTo>
                  <a:lnTo>
                    <a:pt x="88618" y="289534"/>
                  </a:lnTo>
                  <a:lnTo>
                    <a:pt x="80990" y="289534"/>
                  </a:lnTo>
                  <a:lnTo>
                    <a:pt x="80990" y="282928"/>
                  </a:lnTo>
                  <a:lnTo>
                    <a:pt x="73360" y="282928"/>
                  </a:lnTo>
                  <a:lnTo>
                    <a:pt x="73360" y="276321"/>
                  </a:lnTo>
                  <a:lnTo>
                    <a:pt x="65731" y="276321"/>
                  </a:lnTo>
                  <a:lnTo>
                    <a:pt x="65731" y="269715"/>
                  </a:lnTo>
                  <a:lnTo>
                    <a:pt x="58101" y="269715"/>
                  </a:lnTo>
                  <a:lnTo>
                    <a:pt x="58101" y="263108"/>
                  </a:lnTo>
                  <a:lnTo>
                    <a:pt x="50472" y="263108"/>
                  </a:lnTo>
                  <a:lnTo>
                    <a:pt x="50472" y="256502"/>
                  </a:lnTo>
                  <a:lnTo>
                    <a:pt x="42842" y="256502"/>
                  </a:lnTo>
                  <a:lnTo>
                    <a:pt x="42842" y="168981"/>
                  </a:lnTo>
                  <a:lnTo>
                    <a:pt x="74056" y="168981"/>
                  </a:lnTo>
                  <a:lnTo>
                    <a:pt x="89145" y="167713"/>
                  </a:lnTo>
                  <a:lnTo>
                    <a:pt x="89145" y="162442"/>
                  </a:lnTo>
                  <a:lnTo>
                    <a:pt x="81515" y="164177"/>
                  </a:lnTo>
                  <a:lnTo>
                    <a:pt x="81515" y="155836"/>
                  </a:lnTo>
                  <a:lnTo>
                    <a:pt x="73886" y="157570"/>
                  </a:lnTo>
                  <a:lnTo>
                    <a:pt x="73886" y="149229"/>
                  </a:lnTo>
                  <a:lnTo>
                    <a:pt x="66256" y="150964"/>
                  </a:lnTo>
                  <a:lnTo>
                    <a:pt x="66256" y="142623"/>
                  </a:lnTo>
                  <a:lnTo>
                    <a:pt x="58627" y="144357"/>
                  </a:lnTo>
                  <a:lnTo>
                    <a:pt x="58627" y="136016"/>
                  </a:lnTo>
                  <a:lnTo>
                    <a:pt x="50999" y="137750"/>
                  </a:lnTo>
                  <a:lnTo>
                    <a:pt x="50999" y="129409"/>
                  </a:lnTo>
                  <a:lnTo>
                    <a:pt x="43369" y="131144"/>
                  </a:lnTo>
                  <a:lnTo>
                    <a:pt x="43369" y="122803"/>
                  </a:lnTo>
                  <a:lnTo>
                    <a:pt x="35740" y="124537"/>
                  </a:lnTo>
                  <a:lnTo>
                    <a:pt x="35740" y="116196"/>
                  </a:lnTo>
                  <a:lnTo>
                    <a:pt x="28110" y="117931"/>
                  </a:lnTo>
                  <a:lnTo>
                    <a:pt x="28110" y="109590"/>
                  </a:lnTo>
                  <a:lnTo>
                    <a:pt x="20481" y="111324"/>
                  </a:lnTo>
                  <a:lnTo>
                    <a:pt x="20481" y="102983"/>
                  </a:lnTo>
                  <a:lnTo>
                    <a:pt x="12851" y="104718"/>
                  </a:lnTo>
                  <a:lnTo>
                    <a:pt x="12851" y="12914"/>
                  </a:lnTo>
                  <a:cubicBezTo>
                    <a:pt x="22899" y="9698"/>
                    <a:pt x="36926" y="6793"/>
                    <a:pt x="54929" y="4191"/>
                  </a:cubicBezTo>
                  <a:cubicBezTo>
                    <a:pt x="72933" y="1590"/>
                    <a:pt x="91550" y="212"/>
                    <a:pt x="110777" y="60"/>
                  </a:cubicBezTo>
                  <a:close/>
                </a:path>
              </a:pathLst>
            </a:custGeom>
            <a:solidFill>
              <a:schemeClr val="accent1">
                <a:lumMod val="7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solidFill>
                  <a:schemeClr val="tx1">
                    <a:lumMod val="100000"/>
                  </a:schemeClr>
                </a:solidFill>
                <a:latin typeface="+mj-lt"/>
                <a:ea typeface="+mn-ea"/>
                <a:cs typeface="阿里巴巴普惠体 H" panose="00020600040101010101" pitchFamily="18" charset="-122"/>
              </a:endParaRPr>
            </a:p>
          </p:txBody>
        </p:sp>
        <p:sp>
          <p:nvSpPr>
            <p:cNvPr id="31" name="文本框 30"/>
            <p:cNvSpPr txBox="1"/>
            <p:nvPr userDrawn="1"/>
          </p:nvSpPr>
          <p:spPr>
            <a:xfrm>
              <a:off x="8702443" y="-2456201"/>
              <a:ext cx="288880" cy="437075"/>
            </a:xfrm>
            <a:custGeom>
              <a:avLst/>
              <a:gdLst/>
              <a:ahLst/>
              <a:cxnLst/>
              <a:rect l="l" t="t" r="r" b="b"/>
              <a:pathLst>
                <a:path w="121386" h="183657">
                  <a:moveTo>
                    <a:pt x="46548" y="26"/>
                  </a:moveTo>
                  <a:cubicBezTo>
                    <a:pt x="67138" y="-333"/>
                    <a:pt x="83887" y="3149"/>
                    <a:pt x="96794" y="10474"/>
                  </a:cubicBezTo>
                  <a:cubicBezTo>
                    <a:pt x="109701" y="17798"/>
                    <a:pt x="116355" y="31117"/>
                    <a:pt x="116757" y="50432"/>
                  </a:cubicBezTo>
                  <a:cubicBezTo>
                    <a:pt x="116891" y="58281"/>
                    <a:pt x="114951" y="65472"/>
                    <a:pt x="110938" y="72003"/>
                  </a:cubicBezTo>
                  <a:cubicBezTo>
                    <a:pt x="106925" y="78534"/>
                    <a:pt x="100035" y="83602"/>
                    <a:pt x="90268" y="87208"/>
                  </a:cubicBezTo>
                  <a:lnTo>
                    <a:pt x="90268" y="88751"/>
                  </a:lnTo>
                  <a:cubicBezTo>
                    <a:pt x="100116" y="91103"/>
                    <a:pt x="107745" y="95979"/>
                    <a:pt x="113157" y="103378"/>
                  </a:cubicBezTo>
                  <a:cubicBezTo>
                    <a:pt x="118568" y="110777"/>
                    <a:pt x="121311" y="119703"/>
                    <a:pt x="121386" y="130156"/>
                  </a:cubicBezTo>
                  <a:cubicBezTo>
                    <a:pt x="121231" y="149487"/>
                    <a:pt x="114212" y="163289"/>
                    <a:pt x="100330" y="171562"/>
                  </a:cubicBezTo>
                  <a:cubicBezTo>
                    <a:pt x="86448" y="179834"/>
                    <a:pt x="66635" y="183863"/>
                    <a:pt x="40890" y="183649"/>
                  </a:cubicBezTo>
                  <a:cubicBezTo>
                    <a:pt x="32243" y="183654"/>
                    <a:pt x="24656" y="183386"/>
                    <a:pt x="18130" y="182845"/>
                  </a:cubicBezTo>
                  <a:cubicBezTo>
                    <a:pt x="11605" y="182304"/>
                    <a:pt x="5561" y="181458"/>
                    <a:pt x="0" y="180306"/>
                  </a:cubicBezTo>
                  <a:lnTo>
                    <a:pt x="0" y="139415"/>
                  </a:lnTo>
                  <a:cubicBezTo>
                    <a:pt x="6429" y="140835"/>
                    <a:pt x="12537" y="141917"/>
                    <a:pt x="18323" y="142662"/>
                  </a:cubicBezTo>
                  <a:cubicBezTo>
                    <a:pt x="24110" y="143406"/>
                    <a:pt x="30346" y="143781"/>
                    <a:pt x="37033" y="143787"/>
                  </a:cubicBezTo>
                  <a:cubicBezTo>
                    <a:pt x="46034" y="144033"/>
                    <a:pt x="53621" y="142962"/>
                    <a:pt x="59793" y="140572"/>
                  </a:cubicBezTo>
                  <a:cubicBezTo>
                    <a:pt x="65965" y="138182"/>
                    <a:pt x="69180" y="132996"/>
                    <a:pt x="69437" y="125013"/>
                  </a:cubicBezTo>
                  <a:cubicBezTo>
                    <a:pt x="69249" y="117994"/>
                    <a:pt x="65702" y="113322"/>
                    <a:pt x="58796" y="110997"/>
                  </a:cubicBezTo>
                  <a:cubicBezTo>
                    <a:pt x="51890" y="108672"/>
                    <a:pt x="42750" y="107600"/>
                    <a:pt x="31375" y="107782"/>
                  </a:cubicBezTo>
                  <a:lnTo>
                    <a:pt x="18002" y="107782"/>
                  </a:lnTo>
                  <a:lnTo>
                    <a:pt x="18002" y="71006"/>
                  </a:lnTo>
                  <a:lnTo>
                    <a:pt x="31118" y="71006"/>
                  </a:lnTo>
                  <a:cubicBezTo>
                    <a:pt x="41507" y="71365"/>
                    <a:pt x="50047" y="70647"/>
                    <a:pt x="56739" y="68852"/>
                  </a:cubicBezTo>
                  <a:cubicBezTo>
                    <a:pt x="63431" y="67058"/>
                    <a:pt x="66892" y="62032"/>
                    <a:pt x="67122" y="53776"/>
                  </a:cubicBezTo>
                  <a:cubicBezTo>
                    <a:pt x="66919" y="47416"/>
                    <a:pt x="64175" y="43290"/>
                    <a:pt x="58893" y="41399"/>
                  </a:cubicBezTo>
                  <a:cubicBezTo>
                    <a:pt x="53610" y="39508"/>
                    <a:pt x="47009" y="38661"/>
                    <a:pt x="39090" y="38859"/>
                  </a:cubicBezTo>
                  <a:cubicBezTo>
                    <a:pt x="33298" y="38897"/>
                    <a:pt x="27394" y="39401"/>
                    <a:pt x="21377" y="40370"/>
                  </a:cubicBezTo>
                  <a:cubicBezTo>
                    <a:pt x="15360" y="41340"/>
                    <a:pt x="10035" y="42551"/>
                    <a:pt x="5400" y="44003"/>
                  </a:cubicBezTo>
                  <a:lnTo>
                    <a:pt x="5400" y="5427"/>
                  </a:lnTo>
                  <a:cubicBezTo>
                    <a:pt x="9622" y="4076"/>
                    <a:pt x="15516" y="2855"/>
                    <a:pt x="23081" y="1762"/>
                  </a:cubicBezTo>
                  <a:cubicBezTo>
                    <a:pt x="30646" y="669"/>
                    <a:pt x="38469" y="90"/>
                    <a:pt x="46548" y="26"/>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l"/>
              <a:endParaRPr lang="zh-CN" altLang="en-US" sz="2000" dirty="0">
                <a:latin typeface="+mj-lt"/>
                <a:ea typeface="+mn-ea"/>
                <a:cs typeface="阿里巴巴普惠体 H" panose="00020600040101010101" pitchFamily="18" charset="-122"/>
              </a:endParaRPr>
            </a:p>
          </p:txBody>
        </p:sp>
      </p:grpSp>
      <p:sp>
        <p:nvSpPr>
          <p:cNvPr id="32" name="文本占位符 46"/>
          <p:cNvSpPr>
            <a:spLocks noGrp="1"/>
          </p:cNvSpPr>
          <p:nvPr>
            <p:ph type="body" sz="quarter" idx="29" hasCustomPrompt="1"/>
          </p:nvPr>
        </p:nvSpPr>
        <p:spPr>
          <a:xfrm>
            <a:off x="4678355" y="3788737"/>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sp>
        <p:nvSpPr>
          <p:cNvPr id="33" name="文本占位符 46"/>
          <p:cNvSpPr>
            <a:spLocks noGrp="1"/>
          </p:cNvSpPr>
          <p:nvPr>
            <p:ph type="body" sz="quarter" idx="30" hasCustomPrompt="1"/>
          </p:nvPr>
        </p:nvSpPr>
        <p:spPr>
          <a:xfrm>
            <a:off x="8650478" y="3840874"/>
            <a:ext cx="2835289" cy="2229521"/>
          </a:xfrm>
          <a:prstGeom prst="rect">
            <a:avLst/>
          </a:prstGeom>
        </p:spPr>
        <p:txBody>
          <a:bodyPr vert="horz" wrap="square" lIns="91440" tIns="45720" rIns="91440" bIns="45720" anchor="t" anchorCtr="0">
            <a:spAutoFit/>
          </a:bodyPr>
          <a:lstStyle>
            <a:lvl1pPr marL="0" indent="0" algn="just" defTabSz="914400" rtl="0" eaLnBrk="1" fontAlgn="auto" latinLnBrk="0" hangingPunct="1">
              <a:lnSpc>
                <a:spcPct val="130000"/>
              </a:lnSpc>
              <a:spcBef>
                <a:spcPts val="0"/>
              </a:spcBef>
              <a:spcAft>
                <a:spcPts val="0"/>
              </a:spcAft>
              <a:buFont typeface="Arial" panose="020B0604020202020204" pitchFamily="34" charset="0"/>
              <a:buNone/>
              <a:defRPr sz="1200" spc="0">
                <a:solidFill>
                  <a:schemeClr val="accent4"/>
                </a:solidFill>
                <a:latin typeface="+mn-ea"/>
                <a:ea typeface="+mn-ea"/>
                <a:sym typeface="阿里巴巴普惠体"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r>
              <a:rPr lang="zh-CN" altLang="en-US" dirty="0"/>
              <a:t>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请在此处添加文字说明，请在此处添加文字说明</a:t>
            </a:r>
            <a:r>
              <a:rPr lang="en-US" altLang="zh-CN" dirty="0"/>
              <a:t>,</a:t>
            </a:r>
            <a:r>
              <a:rPr lang="zh-CN" altLang="en-US" dirty="0"/>
              <a:t>请在此处添加文字说明</a:t>
            </a: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marL="0" marR="0" lvl="0" indent="0" algn="just" defTabSz="914400" rtl="0" eaLnBrk="1" fontAlgn="auto" latinLnBrk="0" hangingPunct="1">
              <a:lnSpc>
                <a:spcPct val="130000"/>
              </a:lnSpc>
              <a:spcBef>
                <a:spcPts val="0"/>
              </a:spcBef>
              <a:spcAft>
                <a:spcPts val="0"/>
              </a:spcAft>
              <a:buClrTx/>
              <a:buSzTx/>
              <a:buFont typeface="Arial" panose="020B0604020202020204" pitchFamily="34" charset="0"/>
              <a:buNone/>
              <a:defRPr/>
            </a:pPr>
            <a:endParaRPr lang="en-US" altLang="zh-CN" dirty="0"/>
          </a:p>
          <a:p>
            <a:pPr lvl="0"/>
            <a:endParaRPr lang="en-US" altLang="zh-CN" dirty="0"/>
          </a:p>
          <a:p>
            <a:pPr lvl="0"/>
            <a:endParaRPr lang="zh-CN" altLang="en-US" dirty="0"/>
          </a:p>
        </p:txBody>
      </p:sp>
      <p:pic>
        <p:nvPicPr>
          <p:cNvPr id="18" name="图片 1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文字模板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33" name="直接连接符 32"/>
          <p:cNvCxnSpPr/>
          <p:nvPr userDrawn="1"/>
        </p:nvCxnSpPr>
        <p:spPr>
          <a:xfrm>
            <a:off x="6275387" y="2985820"/>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a:off x="6275387" y="3747176"/>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userDrawn="1"/>
        </p:nvCxnSpPr>
        <p:spPr>
          <a:xfrm>
            <a:off x="6275387" y="4508532"/>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6275387" y="5269888"/>
            <a:ext cx="5243513" cy="0"/>
          </a:xfrm>
          <a:prstGeom prst="line">
            <a:avLst/>
          </a:prstGeom>
          <a:ln>
            <a:solidFill>
              <a:schemeClr val="tx2">
                <a:alpha val="15000"/>
              </a:scheme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userDrawn="1"/>
        </p:nvGrpSpPr>
        <p:grpSpPr>
          <a:xfrm>
            <a:off x="-1588" y="2222536"/>
            <a:ext cx="11518900" cy="763287"/>
            <a:chOff x="0" y="2222536"/>
            <a:chExt cx="11518900" cy="763287"/>
          </a:xfrm>
        </p:grpSpPr>
        <p:sp>
          <p:nvSpPr>
            <p:cNvPr id="67" name="矩形 66"/>
            <p:cNvSpPr/>
            <p:nvPr/>
          </p:nvSpPr>
          <p:spPr bwMode="auto">
            <a:xfrm>
              <a:off x="0" y="2222536"/>
              <a:ext cx="6023992" cy="763285"/>
            </a:xfrm>
            <a:prstGeom prst="rect">
              <a:avLst/>
            </a:prstGeom>
            <a:solidFill>
              <a:schemeClr val="accent1">
                <a:lumMod val="100000"/>
              </a:schemeClr>
            </a:solidFill>
            <a:ln w="19050">
              <a:noFill/>
              <a:round/>
            </a:ln>
          </p:spPr>
          <p:txBody>
            <a:bodyPr wrap="square" lIns="91440" tIns="45720" rIns="91440" bIns="45720" anchor="ctr">
              <a:normAutofit/>
            </a:bodyPr>
            <a:lstStyle/>
            <a:p>
              <a:pPr algn="ctr"/>
              <a:endParaRPr dirty="0"/>
            </a:p>
          </p:txBody>
        </p:sp>
        <p:grpSp>
          <p:nvGrpSpPr>
            <p:cNvPr id="68" name="组合 67"/>
            <p:cNvGrpSpPr/>
            <p:nvPr/>
          </p:nvGrpSpPr>
          <p:grpSpPr>
            <a:xfrm>
              <a:off x="5642349" y="2222536"/>
              <a:ext cx="5876551" cy="763287"/>
              <a:chOff x="5642349" y="2222536"/>
              <a:chExt cx="5876551" cy="763287"/>
            </a:xfrm>
          </p:grpSpPr>
          <p:sp>
            <p:nvSpPr>
              <p:cNvPr id="69" name="菱形 68"/>
              <p:cNvSpPr/>
              <p:nvPr/>
            </p:nvSpPr>
            <p:spPr bwMode="auto">
              <a:xfrm>
                <a:off x="5642349" y="2222536"/>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1</a:t>
                </a:r>
                <a:endParaRPr lang="en-US" altLang="zh-CN" sz="2400" b="1" dirty="0">
                  <a:solidFill>
                    <a:srgbClr val="FFFFFF"/>
                  </a:solidFill>
                </a:endParaRPr>
              </a:p>
            </p:txBody>
          </p:sp>
          <p:sp>
            <p:nvSpPr>
              <p:cNvPr id="71" name="矩形 70"/>
              <p:cNvSpPr/>
              <p:nvPr/>
            </p:nvSpPr>
            <p:spPr bwMode="auto">
              <a:xfrm>
                <a:off x="6405635" y="2305666"/>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39" name="组合 38"/>
          <p:cNvGrpSpPr/>
          <p:nvPr userDrawn="1"/>
        </p:nvGrpSpPr>
        <p:grpSpPr>
          <a:xfrm>
            <a:off x="-1588" y="2986780"/>
            <a:ext cx="11518900" cy="763287"/>
            <a:chOff x="0" y="2985820"/>
            <a:chExt cx="11518900" cy="763287"/>
          </a:xfrm>
        </p:grpSpPr>
        <p:sp>
          <p:nvSpPr>
            <p:cNvPr id="61" name="矩形 60"/>
            <p:cNvSpPr/>
            <p:nvPr/>
          </p:nvSpPr>
          <p:spPr bwMode="auto">
            <a:xfrm>
              <a:off x="0" y="2985821"/>
              <a:ext cx="6023992" cy="763285"/>
            </a:xfrm>
            <a:prstGeom prst="rect">
              <a:avLst/>
            </a:prstGeom>
            <a:solidFill>
              <a:schemeClr val="accent3"/>
            </a:solidFill>
            <a:ln w="19050">
              <a:noFill/>
              <a:round/>
            </a:ln>
          </p:spPr>
          <p:txBody>
            <a:bodyPr wrap="square" lIns="91440" tIns="45720" rIns="91440" bIns="45720" anchor="ctr">
              <a:normAutofit/>
            </a:bodyPr>
            <a:lstStyle/>
            <a:p>
              <a:pPr algn="ctr"/>
            </a:p>
          </p:txBody>
        </p:sp>
        <p:grpSp>
          <p:nvGrpSpPr>
            <p:cNvPr id="62" name="组合 61"/>
            <p:cNvGrpSpPr/>
            <p:nvPr/>
          </p:nvGrpSpPr>
          <p:grpSpPr>
            <a:xfrm>
              <a:off x="5642349" y="2985820"/>
              <a:ext cx="5876551" cy="763287"/>
              <a:chOff x="5642349" y="2985820"/>
              <a:chExt cx="5876551" cy="763287"/>
            </a:xfrm>
          </p:grpSpPr>
          <p:sp>
            <p:nvSpPr>
              <p:cNvPr id="63" name="菱形 62"/>
              <p:cNvSpPr/>
              <p:nvPr/>
            </p:nvSpPr>
            <p:spPr bwMode="auto">
              <a:xfrm>
                <a:off x="5642349" y="2985820"/>
                <a:ext cx="763287" cy="763287"/>
              </a:xfrm>
              <a:prstGeom prst="diamond">
                <a:avLst/>
              </a:prstGeom>
              <a:solidFill>
                <a:schemeClr val="accent1"/>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chemeClr val="accent4"/>
                    </a:solidFill>
                  </a:rPr>
                  <a:t>2</a:t>
                </a:r>
                <a:endParaRPr lang="en-US" altLang="zh-CN" sz="2400" b="1" dirty="0">
                  <a:solidFill>
                    <a:schemeClr val="accent4"/>
                  </a:solidFill>
                </a:endParaRPr>
              </a:p>
            </p:txBody>
          </p:sp>
          <p:sp>
            <p:nvSpPr>
              <p:cNvPr id="65" name="矩形 64"/>
              <p:cNvSpPr/>
              <p:nvPr/>
            </p:nvSpPr>
            <p:spPr bwMode="auto">
              <a:xfrm>
                <a:off x="6405635" y="3068947"/>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0" name="组合 39"/>
          <p:cNvGrpSpPr/>
          <p:nvPr userDrawn="1"/>
        </p:nvGrpSpPr>
        <p:grpSpPr>
          <a:xfrm>
            <a:off x="-1588" y="3749104"/>
            <a:ext cx="11518900" cy="763287"/>
            <a:chOff x="0" y="3749104"/>
            <a:chExt cx="11518900" cy="763287"/>
          </a:xfrm>
        </p:grpSpPr>
        <p:sp>
          <p:nvSpPr>
            <p:cNvPr id="55" name="矩形 54"/>
            <p:cNvSpPr/>
            <p:nvPr/>
          </p:nvSpPr>
          <p:spPr bwMode="auto">
            <a:xfrm>
              <a:off x="0" y="3749106"/>
              <a:ext cx="6023992" cy="763285"/>
            </a:xfrm>
            <a:prstGeom prst="rect">
              <a:avLst/>
            </a:prstGeom>
            <a:solidFill>
              <a:schemeClr val="accent1"/>
            </a:solidFill>
            <a:ln w="19050">
              <a:noFill/>
              <a:round/>
            </a:ln>
          </p:spPr>
          <p:txBody>
            <a:bodyPr wrap="square" lIns="91440" tIns="45720" rIns="91440" bIns="45720" anchor="ctr">
              <a:normAutofit/>
            </a:bodyPr>
            <a:lstStyle/>
            <a:p>
              <a:pPr algn="ctr"/>
              <a:endParaRPr dirty="0"/>
            </a:p>
          </p:txBody>
        </p:sp>
        <p:grpSp>
          <p:nvGrpSpPr>
            <p:cNvPr id="56" name="组合 55"/>
            <p:cNvGrpSpPr/>
            <p:nvPr/>
          </p:nvGrpSpPr>
          <p:grpSpPr>
            <a:xfrm>
              <a:off x="5642349" y="3749104"/>
              <a:ext cx="5876551" cy="763287"/>
              <a:chOff x="5642349" y="3749104"/>
              <a:chExt cx="5876551" cy="763287"/>
            </a:xfrm>
          </p:grpSpPr>
          <p:sp>
            <p:nvSpPr>
              <p:cNvPr id="57" name="菱形 56"/>
              <p:cNvSpPr/>
              <p:nvPr/>
            </p:nvSpPr>
            <p:spPr bwMode="auto">
              <a:xfrm>
                <a:off x="5642349" y="3749104"/>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3</a:t>
                </a:r>
                <a:endParaRPr lang="en-US" altLang="zh-CN" sz="2400" b="1" dirty="0">
                  <a:solidFill>
                    <a:srgbClr val="FFFFFF"/>
                  </a:solidFill>
                </a:endParaRPr>
              </a:p>
            </p:txBody>
          </p:sp>
          <p:sp>
            <p:nvSpPr>
              <p:cNvPr id="59" name="矩形 58"/>
              <p:cNvSpPr/>
              <p:nvPr/>
            </p:nvSpPr>
            <p:spPr bwMode="auto">
              <a:xfrm>
                <a:off x="6405635" y="3832228"/>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1" name="组合 40"/>
          <p:cNvGrpSpPr/>
          <p:nvPr userDrawn="1"/>
        </p:nvGrpSpPr>
        <p:grpSpPr>
          <a:xfrm>
            <a:off x="-1588" y="4512388"/>
            <a:ext cx="11518900" cy="763287"/>
            <a:chOff x="0" y="4512388"/>
            <a:chExt cx="11518900" cy="763287"/>
          </a:xfrm>
        </p:grpSpPr>
        <p:sp>
          <p:nvSpPr>
            <p:cNvPr id="49" name="矩形 48"/>
            <p:cNvSpPr/>
            <p:nvPr/>
          </p:nvSpPr>
          <p:spPr bwMode="auto">
            <a:xfrm>
              <a:off x="0" y="4512390"/>
              <a:ext cx="6023992" cy="763285"/>
            </a:xfrm>
            <a:prstGeom prst="rect">
              <a:avLst/>
            </a:prstGeom>
            <a:solidFill>
              <a:schemeClr val="accent3"/>
            </a:solidFill>
            <a:ln w="19050">
              <a:noFill/>
              <a:round/>
            </a:ln>
          </p:spPr>
          <p:txBody>
            <a:bodyPr wrap="square" lIns="91440" tIns="45720" rIns="91440" bIns="45720" anchor="ctr">
              <a:normAutofit/>
            </a:bodyPr>
            <a:lstStyle/>
            <a:p>
              <a:pPr algn="ctr"/>
            </a:p>
          </p:txBody>
        </p:sp>
        <p:grpSp>
          <p:nvGrpSpPr>
            <p:cNvPr id="50" name="组合 49"/>
            <p:cNvGrpSpPr/>
            <p:nvPr/>
          </p:nvGrpSpPr>
          <p:grpSpPr>
            <a:xfrm>
              <a:off x="5642349" y="4512388"/>
              <a:ext cx="5876551" cy="763287"/>
              <a:chOff x="5642349" y="4512388"/>
              <a:chExt cx="5876551" cy="763287"/>
            </a:xfrm>
          </p:grpSpPr>
          <p:sp>
            <p:nvSpPr>
              <p:cNvPr id="51" name="菱形 50"/>
              <p:cNvSpPr/>
              <p:nvPr/>
            </p:nvSpPr>
            <p:spPr bwMode="auto">
              <a:xfrm>
                <a:off x="5642349" y="4512388"/>
                <a:ext cx="763287" cy="763287"/>
              </a:xfrm>
              <a:prstGeom prst="diamond">
                <a:avLst/>
              </a:prstGeom>
              <a:solidFill>
                <a:schemeClr val="accent1"/>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chemeClr val="accent4"/>
                    </a:solidFill>
                  </a:rPr>
                  <a:t>4</a:t>
                </a:r>
                <a:endParaRPr lang="en-US" altLang="zh-CN" sz="2400" b="1" dirty="0">
                  <a:solidFill>
                    <a:schemeClr val="accent4"/>
                  </a:solidFill>
                </a:endParaRPr>
              </a:p>
            </p:txBody>
          </p:sp>
          <p:sp>
            <p:nvSpPr>
              <p:cNvPr id="53" name="矩形 52"/>
              <p:cNvSpPr/>
              <p:nvPr/>
            </p:nvSpPr>
            <p:spPr bwMode="auto">
              <a:xfrm>
                <a:off x="6405635" y="4595509"/>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grpSp>
        <p:nvGrpSpPr>
          <p:cNvPr id="42" name="组合 41"/>
          <p:cNvGrpSpPr/>
          <p:nvPr userDrawn="1"/>
        </p:nvGrpSpPr>
        <p:grpSpPr>
          <a:xfrm>
            <a:off x="-1588" y="5275672"/>
            <a:ext cx="11518900" cy="763288"/>
            <a:chOff x="0" y="5275672"/>
            <a:chExt cx="11518900" cy="763288"/>
          </a:xfrm>
        </p:grpSpPr>
        <p:sp>
          <p:nvSpPr>
            <p:cNvPr id="43" name="矩形 42"/>
            <p:cNvSpPr/>
            <p:nvPr/>
          </p:nvSpPr>
          <p:spPr bwMode="auto">
            <a:xfrm>
              <a:off x="0" y="5275675"/>
              <a:ext cx="6023992" cy="763285"/>
            </a:xfrm>
            <a:prstGeom prst="rect">
              <a:avLst/>
            </a:prstGeom>
            <a:solidFill>
              <a:schemeClr val="accent1"/>
            </a:solidFill>
            <a:ln w="19050">
              <a:noFill/>
              <a:round/>
            </a:ln>
          </p:spPr>
          <p:txBody>
            <a:bodyPr wrap="square" lIns="91440" tIns="45720" rIns="91440" bIns="45720" anchor="ctr">
              <a:normAutofit/>
            </a:bodyPr>
            <a:lstStyle/>
            <a:p>
              <a:pPr algn="ctr"/>
              <a:endParaRPr dirty="0"/>
            </a:p>
          </p:txBody>
        </p:sp>
        <p:grpSp>
          <p:nvGrpSpPr>
            <p:cNvPr id="44" name="组合 43"/>
            <p:cNvGrpSpPr/>
            <p:nvPr/>
          </p:nvGrpSpPr>
          <p:grpSpPr>
            <a:xfrm>
              <a:off x="5642349" y="5275672"/>
              <a:ext cx="5876551" cy="763287"/>
              <a:chOff x="5642349" y="5275672"/>
              <a:chExt cx="5876551" cy="763287"/>
            </a:xfrm>
          </p:grpSpPr>
          <p:sp>
            <p:nvSpPr>
              <p:cNvPr id="45" name="菱形 44"/>
              <p:cNvSpPr/>
              <p:nvPr/>
            </p:nvSpPr>
            <p:spPr bwMode="auto">
              <a:xfrm>
                <a:off x="5642349" y="5275672"/>
                <a:ext cx="763287" cy="763287"/>
              </a:xfrm>
              <a:prstGeom prst="diamond">
                <a:avLst/>
              </a:prstGeom>
              <a:solidFill>
                <a:schemeClr val="accent3"/>
              </a:solidFill>
              <a:ln w="31750">
                <a:solidFill>
                  <a:srgbClr val="FFFFFF"/>
                </a:solidFill>
                <a:round/>
              </a:ln>
            </p:spPr>
            <p:txBody>
              <a:bodyPr rot="0" spcFirstLastPara="0" vert="horz" wrap="square" lIns="91440" tIns="45720" rIns="91440" bIns="45720" anchor="ctr" anchorCtr="1" forceAA="0" compatLnSpc="1">
                <a:normAutofit fontScale="92500" lnSpcReduction="20000"/>
              </a:bodyPr>
              <a:lstStyle/>
              <a:p>
                <a:pPr algn="ctr"/>
                <a:r>
                  <a:rPr lang="en-US" altLang="zh-CN" sz="2400" b="1" dirty="0">
                    <a:solidFill>
                      <a:srgbClr val="FFFFFF"/>
                    </a:solidFill>
                  </a:rPr>
                  <a:t>5</a:t>
                </a:r>
                <a:endParaRPr lang="en-US" altLang="zh-CN" sz="2400" b="1" dirty="0">
                  <a:solidFill>
                    <a:srgbClr val="FFFFFF"/>
                  </a:solidFill>
                </a:endParaRPr>
              </a:p>
            </p:txBody>
          </p:sp>
          <p:sp>
            <p:nvSpPr>
              <p:cNvPr id="47" name="矩形 46"/>
              <p:cNvSpPr/>
              <p:nvPr/>
            </p:nvSpPr>
            <p:spPr bwMode="auto">
              <a:xfrm>
                <a:off x="6405635" y="5358790"/>
                <a:ext cx="5113265" cy="597024"/>
              </a:xfrm>
              <a:prstGeom prst="rect">
                <a:avLst/>
              </a:prstGeom>
              <a:solidFill>
                <a:schemeClr val="accent1"/>
              </a:solidFill>
              <a:ln w="19050">
                <a:noFill/>
                <a:round/>
              </a:ln>
            </p:spPr>
            <p:txBody>
              <a:bodyPr rot="0" spcFirstLastPara="0" vert="horz" wrap="square" lIns="91440" tIns="45720" rIns="91440" bIns="45720" anchor="ctr" anchorCtr="0" forceAA="0" compatLnSpc="1">
                <a:normAutofit/>
              </a:bodyPr>
              <a:lstStyle/>
              <a:p>
                <a:pPr>
                  <a:lnSpc>
                    <a:spcPct val="120000"/>
                  </a:lnSpc>
                </a:pPr>
                <a:endParaRPr lang="en-US" dirty="0"/>
              </a:p>
            </p:txBody>
          </p:sp>
        </p:grpSp>
      </p:grpSp>
      <p:sp>
        <p:nvSpPr>
          <p:cNvPr id="73" name="文本占位符 45"/>
          <p:cNvSpPr>
            <a:spLocks noGrp="1"/>
          </p:cNvSpPr>
          <p:nvPr>
            <p:ph type="body" sz="quarter" idx="28" hasCustomPrompt="1"/>
          </p:nvPr>
        </p:nvSpPr>
        <p:spPr>
          <a:xfrm>
            <a:off x="658812" y="237430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专项培训</a:t>
            </a:r>
            <a:endParaRPr lang="zh-CN" altLang="en-US" dirty="0"/>
          </a:p>
        </p:txBody>
      </p:sp>
      <p:sp>
        <p:nvSpPr>
          <p:cNvPr id="74" name="文本占位符 45"/>
          <p:cNvSpPr>
            <a:spLocks noGrp="1"/>
          </p:cNvSpPr>
          <p:nvPr>
            <p:ph type="body" sz="quarter" idx="29" hasCustomPrompt="1"/>
          </p:nvPr>
        </p:nvSpPr>
        <p:spPr>
          <a:xfrm>
            <a:off x="650672" y="310829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业务培训</a:t>
            </a:r>
            <a:endParaRPr lang="zh-CN" altLang="en-US" dirty="0"/>
          </a:p>
        </p:txBody>
      </p:sp>
      <p:sp>
        <p:nvSpPr>
          <p:cNvPr id="80" name="文本占位符 45"/>
          <p:cNvSpPr>
            <a:spLocks noGrp="1"/>
          </p:cNvSpPr>
          <p:nvPr>
            <p:ph type="body" sz="quarter" idx="30" hasCustomPrompt="1"/>
          </p:nvPr>
        </p:nvSpPr>
        <p:spPr>
          <a:xfrm>
            <a:off x="648809" y="3928723"/>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网上培训</a:t>
            </a:r>
            <a:endParaRPr lang="zh-CN" altLang="en-US" dirty="0"/>
          </a:p>
        </p:txBody>
      </p:sp>
      <p:sp>
        <p:nvSpPr>
          <p:cNvPr id="81" name="文本占位符 45"/>
          <p:cNvSpPr>
            <a:spLocks noGrp="1"/>
          </p:cNvSpPr>
          <p:nvPr>
            <p:ph type="body" sz="quarter" idx="31" hasCustomPrompt="1"/>
          </p:nvPr>
        </p:nvSpPr>
        <p:spPr>
          <a:xfrm>
            <a:off x="640669" y="4662713"/>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客户培训</a:t>
            </a:r>
            <a:endParaRPr lang="zh-CN" altLang="en-US" dirty="0"/>
          </a:p>
        </p:txBody>
      </p:sp>
      <p:sp>
        <p:nvSpPr>
          <p:cNvPr id="82" name="文本占位符 45"/>
          <p:cNvSpPr>
            <a:spLocks noGrp="1"/>
          </p:cNvSpPr>
          <p:nvPr>
            <p:ph type="body" sz="quarter" idx="32" hasCustomPrompt="1"/>
          </p:nvPr>
        </p:nvSpPr>
        <p:spPr>
          <a:xfrm>
            <a:off x="640669" y="5425997"/>
            <a:ext cx="4043674"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新员工培训</a:t>
            </a:r>
            <a:endParaRPr lang="zh-CN" altLang="en-US" dirty="0"/>
          </a:p>
        </p:txBody>
      </p:sp>
      <p:sp>
        <p:nvSpPr>
          <p:cNvPr id="83" name="文本占位符 45"/>
          <p:cNvSpPr>
            <a:spLocks noGrp="1"/>
          </p:cNvSpPr>
          <p:nvPr>
            <p:ph type="body" sz="quarter" idx="33" hasCustomPrompt="1"/>
          </p:nvPr>
        </p:nvSpPr>
        <p:spPr>
          <a:xfrm>
            <a:off x="6404047" y="2349468"/>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n-ea"/>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6" name="文本占位符 45"/>
          <p:cNvSpPr>
            <a:spLocks noGrp="1"/>
          </p:cNvSpPr>
          <p:nvPr>
            <p:ph type="body" sz="quarter" idx="34" hasCustomPrompt="1"/>
          </p:nvPr>
        </p:nvSpPr>
        <p:spPr>
          <a:xfrm>
            <a:off x="6396110" y="3085093"/>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7" name="文本占位符 45"/>
          <p:cNvSpPr>
            <a:spLocks noGrp="1"/>
          </p:cNvSpPr>
          <p:nvPr>
            <p:ph type="body" sz="quarter" idx="35" hasCustomPrompt="1"/>
          </p:nvPr>
        </p:nvSpPr>
        <p:spPr>
          <a:xfrm>
            <a:off x="6430127" y="3849649"/>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8" name="文本占位符 45"/>
          <p:cNvSpPr>
            <a:spLocks noGrp="1"/>
          </p:cNvSpPr>
          <p:nvPr>
            <p:ph type="body" sz="quarter" idx="36" hasCustomPrompt="1"/>
          </p:nvPr>
        </p:nvSpPr>
        <p:spPr>
          <a:xfrm>
            <a:off x="6422190" y="4585274"/>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sp>
        <p:nvSpPr>
          <p:cNvPr id="89" name="文本占位符 45"/>
          <p:cNvSpPr>
            <a:spLocks noGrp="1"/>
          </p:cNvSpPr>
          <p:nvPr>
            <p:ph type="body" sz="quarter" idx="37" hasCustomPrompt="1"/>
          </p:nvPr>
        </p:nvSpPr>
        <p:spPr>
          <a:xfrm>
            <a:off x="6430127" y="5364442"/>
            <a:ext cx="5129141" cy="461665"/>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12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2019</a:t>
            </a:r>
            <a:r>
              <a:rPr lang="zh-CN" altLang="en-US" dirty="0"/>
              <a:t>年我们组织了市场招投标培训、财务培训、内勤培训、质控培训等多项专业培训；</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文字模板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任意多边形: 形状 6"/>
          <p:cNvSpPr/>
          <p:nvPr userDrawn="1"/>
        </p:nvSpPr>
        <p:spPr>
          <a:xfrm>
            <a:off x="1134853" y="1826743"/>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任意多边形: 形状 7"/>
          <p:cNvSpPr/>
          <p:nvPr userDrawn="1"/>
        </p:nvSpPr>
        <p:spPr>
          <a:xfrm>
            <a:off x="1880163" y="1826743"/>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任意多边形: 形状 8"/>
          <p:cNvSpPr/>
          <p:nvPr userDrawn="1"/>
        </p:nvSpPr>
        <p:spPr>
          <a:xfrm>
            <a:off x="1134853" y="2650642"/>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任意多边形: 形状 9"/>
          <p:cNvSpPr/>
          <p:nvPr userDrawn="1"/>
        </p:nvSpPr>
        <p:spPr>
          <a:xfrm>
            <a:off x="1880163" y="2650642"/>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任意多边形: 形状 10"/>
          <p:cNvSpPr/>
          <p:nvPr userDrawn="1"/>
        </p:nvSpPr>
        <p:spPr>
          <a:xfrm>
            <a:off x="1134853" y="3474540"/>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任意多边形: 形状 11"/>
          <p:cNvSpPr/>
          <p:nvPr userDrawn="1"/>
        </p:nvSpPr>
        <p:spPr>
          <a:xfrm>
            <a:off x="1880163" y="3474540"/>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任意多边形: 形状 12"/>
          <p:cNvSpPr/>
          <p:nvPr userDrawn="1"/>
        </p:nvSpPr>
        <p:spPr>
          <a:xfrm>
            <a:off x="1134853" y="4298439"/>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任意多边形: 形状 13"/>
          <p:cNvSpPr/>
          <p:nvPr userDrawn="1"/>
        </p:nvSpPr>
        <p:spPr>
          <a:xfrm>
            <a:off x="1880163" y="4298439"/>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任意多边形: 形状 15"/>
          <p:cNvSpPr/>
          <p:nvPr userDrawn="1"/>
        </p:nvSpPr>
        <p:spPr>
          <a:xfrm>
            <a:off x="1134853" y="5122338"/>
            <a:ext cx="1129353" cy="672075"/>
          </a:xfrm>
          <a:custGeom>
            <a:avLst/>
            <a:gdLst>
              <a:gd name="connsiteX0" fmla="*/ 0 w 752138"/>
              <a:gd name="connsiteY0" fmla="*/ 0 h 648072"/>
              <a:gd name="connsiteX1" fmla="*/ 752138 w 752138"/>
              <a:gd name="connsiteY1" fmla="*/ 0 h 648072"/>
              <a:gd name="connsiteX2" fmla="*/ 504056 w 752138"/>
              <a:gd name="connsiteY2" fmla="*/ 648072 h 648072"/>
              <a:gd name="connsiteX3" fmla="*/ 0 w 752138"/>
              <a:gd name="connsiteY3" fmla="*/ 648072 h 648072"/>
              <a:gd name="connsiteX4" fmla="*/ 0 w 752138"/>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138" h="648072">
                <a:moveTo>
                  <a:pt x="0" y="0"/>
                </a:moveTo>
                <a:lnTo>
                  <a:pt x="752138" y="0"/>
                </a:lnTo>
                <a:lnTo>
                  <a:pt x="504056" y="648072"/>
                </a:lnTo>
                <a:lnTo>
                  <a:pt x="0" y="64807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zh-CN" altLang="en-US" sz="3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任意多边形: 形状 16"/>
          <p:cNvSpPr/>
          <p:nvPr userDrawn="1"/>
        </p:nvSpPr>
        <p:spPr>
          <a:xfrm>
            <a:off x="1880163" y="5122338"/>
            <a:ext cx="8640960" cy="672075"/>
          </a:xfrm>
          <a:custGeom>
            <a:avLst/>
            <a:gdLst>
              <a:gd name="connsiteX0" fmla="*/ 248082 w 6224746"/>
              <a:gd name="connsiteY0" fmla="*/ 0 h 648072"/>
              <a:gd name="connsiteX1" fmla="*/ 6224746 w 6224746"/>
              <a:gd name="connsiteY1" fmla="*/ 0 h 648072"/>
              <a:gd name="connsiteX2" fmla="*/ 6224746 w 6224746"/>
              <a:gd name="connsiteY2" fmla="*/ 648072 h 648072"/>
              <a:gd name="connsiteX3" fmla="*/ 0 w 6224746"/>
              <a:gd name="connsiteY3" fmla="*/ 648072 h 648072"/>
              <a:gd name="connsiteX4" fmla="*/ 248082 w 6224746"/>
              <a:gd name="connsiteY4" fmla="*/ 0 h 648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4746" h="648072">
                <a:moveTo>
                  <a:pt x="248082" y="0"/>
                </a:moveTo>
                <a:lnTo>
                  <a:pt x="6224746" y="0"/>
                </a:lnTo>
                <a:lnTo>
                  <a:pt x="6224746" y="648072"/>
                </a:lnTo>
                <a:lnTo>
                  <a:pt x="0" y="648072"/>
                </a:lnTo>
                <a:lnTo>
                  <a:pt x="248082"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480000" tIns="60960" rIns="121920" bIns="60960" rtlCol="0" anchor="ctr">
            <a:noAutofit/>
          </a:bodyPr>
          <a:lstStyle/>
          <a:p>
            <a:endParaRPr lang="zh-CN" altLang="en-US" sz="1865"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文本占位符 45"/>
          <p:cNvSpPr>
            <a:spLocks noGrp="1"/>
          </p:cNvSpPr>
          <p:nvPr>
            <p:ph type="body" sz="quarter" idx="28" hasCustomPrompt="1"/>
          </p:nvPr>
        </p:nvSpPr>
        <p:spPr>
          <a:xfrm>
            <a:off x="1242044" y="1949288"/>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01</a:t>
            </a:r>
            <a:endParaRPr lang="zh-CN" altLang="en-US" dirty="0"/>
          </a:p>
        </p:txBody>
      </p:sp>
      <p:sp>
        <p:nvSpPr>
          <p:cNvPr id="20" name="文本占位符 45"/>
          <p:cNvSpPr>
            <a:spLocks noGrp="1"/>
          </p:cNvSpPr>
          <p:nvPr>
            <p:ph type="body" sz="quarter" idx="29" hasCustomPrompt="1"/>
          </p:nvPr>
        </p:nvSpPr>
        <p:spPr>
          <a:xfrm>
            <a:off x="1242044" y="2755846"/>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02</a:t>
            </a:r>
            <a:endParaRPr lang="zh-CN" altLang="en-US" dirty="0"/>
          </a:p>
        </p:txBody>
      </p:sp>
      <p:sp>
        <p:nvSpPr>
          <p:cNvPr id="21" name="文本占位符 45"/>
          <p:cNvSpPr>
            <a:spLocks noGrp="1"/>
          </p:cNvSpPr>
          <p:nvPr>
            <p:ph type="body" sz="quarter" idx="30" hasCustomPrompt="1"/>
          </p:nvPr>
        </p:nvSpPr>
        <p:spPr>
          <a:xfrm>
            <a:off x="1242044" y="3597086"/>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03</a:t>
            </a:r>
            <a:endParaRPr lang="zh-CN" altLang="en-US" dirty="0"/>
          </a:p>
        </p:txBody>
      </p:sp>
      <p:sp>
        <p:nvSpPr>
          <p:cNvPr id="22" name="文本占位符 45"/>
          <p:cNvSpPr>
            <a:spLocks noGrp="1"/>
          </p:cNvSpPr>
          <p:nvPr>
            <p:ph type="body" sz="quarter" idx="31" hasCustomPrompt="1"/>
          </p:nvPr>
        </p:nvSpPr>
        <p:spPr>
          <a:xfrm>
            <a:off x="1242044" y="4403250"/>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04</a:t>
            </a:r>
            <a:endParaRPr lang="zh-CN" altLang="en-US" dirty="0"/>
          </a:p>
        </p:txBody>
      </p:sp>
      <p:sp>
        <p:nvSpPr>
          <p:cNvPr id="23" name="文本占位符 45"/>
          <p:cNvSpPr>
            <a:spLocks noGrp="1"/>
          </p:cNvSpPr>
          <p:nvPr>
            <p:ph type="body" sz="quarter" idx="32" hasCustomPrompt="1"/>
          </p:nvPr>
        </p:nvSpPr>
        <p:spPr>
          <a:xfrm>
            <a:off x="1242044" y="5226323"/>
            <a:ext cx="564098" cy="461665"/>
          </a:xfrm>
          <a:prstGeom prst="rect">
            <a:avLst/>
          </a:prstGeom>
        </p:spPr>
        <p:txBody>
          <a:bodyPr vert="horz" wrap="square" lIns="91440" tIns="45720" rIns="91440" bIns="45720" anchor="t" anchorCtr="0">
            <a:spAutoFit/>
          </a:bodyPr>
          <a:lstStyle>
            <a:lvl1pPr marL="0" indent="0" algn="ctr" defTabSz="914400" rtl="0" eaLnBrk="1" fontAlgn="auto" latinLnBrk="0" hangingPunct="1">
              <a:lnSpc>
                <a:spcPct val="100000"/>
              </a:lnSpc>
              <a:spcBef>
                <a:spcPts val="0"/>
              </a:spcBef>
              <a:spcAft>
                <a:spcPts val="0"/>
              </a:spcAft>
              <a:buFont typeface="Arial" panose="020B0604020202020204" pitchFamily="34" charset="0"/>
              <a:buNone/>
              <a:defRPr sz="2400" b="1" spc="0">
                <a:solidFill>
                  <a:schemeClr val="tx2"/>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en-US" altLang="zh-CN" dirty="0"/>
              <a:t>05</a:t>
            </a:r>
            <a:endParaRPr lang="zh-CN" altLang="en-US" dirty="0"/>
          </a:p>
        </p:txBody>
      </p:sp>
      <p:sp>
        <p:nvSpPr>
          <p:cNvPr id="24" name="文本占位符 45"/>
          <p:cNvSpPr>
            <a:spLocks noGrp="1"/>
          </p:cNvSpPr>
          <p:nvPr>
            <p:ph type="body" sz="quarter" idx="33" hasCustomPrompt="1"/>
          </p:nvPr>
        </p:nvSpPr>
        <p:spPr>
          <a:xfrm>
            <a:off x="2364821" y="1934981"/>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6" name="文本占位符 45"/>
          <p:cNvSpPr>
            <a:spLocks noGrp="1"/>
          </p:cNvSpPr>
          <p:nvPr>
            <p:ph type="body" sz="quarter" idx="34" hasCustomPrompt="1"/>
          </p:nvPr>
        </p:nvSpPr>
        <p:spPr>
          <a:xfrm>
            <a:off x="2364821" y="2825412"/>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7" name="文本占位符 45"/>
          <p:cNvSpPr>
            <a:spLocks noGrp="1"/>
          </p:cNvSpPr>
          <p:nvPr>
            <p:ph type="body" sz="quarter" idx="35" hasCustomPrompt="1"/>
          </p:nvPr>
        </p:nvSpPr>
        <p:spPr>
          <a:xfrm>
            <a:off x="2364821" y="3626943"/>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8" name="文本占位符 45"/>
          <p:cNvSpPr>
            <a:spLocks noGrp="1"/>
          </p:cNvSpPr>
          <p:nvPr>
            <p:ph type="body" sz="quarter" idx="36" hasCustomPrompt="1"/>
          </p:nvPr>
        </p:nvSpPr>
        <p:spPr>
          <a:xfrm>
            <a:off x="2364821" y="4428474"/>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sp>
        <p:nvSpPr>
          <p:cNvPr id="29" name="文本占位符 45"/>
          <p:cNvSpPr>
            <a:spLocks noGrp="1"/>
          </p:cNvSpPr>
          <p:nvPr>
            <p:ph type="body" sz="quarter" idx="37" hasCustomPrompt="1"/>
          </p:nvPr>
        </p:nvSpPr>
        <p:spPr>
          <a:xfrm>
            <a:off x="2364821" y="5230005"/>
            <a:ext cx="7947016" cy="414417"/>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000" b="0" spc="0">
                <a:solidFill>
                  <a:schemeClr val="accent4"/>
                </a:solidFill>
                <a:latin typeface="+mj-lt"/>
                <a:ea typeface="+mn-ea"/>
                <a:sym typeface="阿里巴巴普惠体 B" panose="00020600040101010101"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请输入文本内容，请输入文本内容</a:t>
            </a:r>
            <a:endParaRPr lang="zh-CN" altLang="en-US" dirty="0"/>
          </a:p>
        </p:txBody>
      </p:sp>
      <p:pic>
        <p:nvPicPr>
          <p:cNvPr id="18" name="图片 1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文字模板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701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7" name="组合 6"/>
          <p:cNvGrpSpPr/>
          <p:nvPr userDrawn="1"/>
        </p:nvGrpSpPr>
        <p:grpSpPr>
          <a:xfrm>
            <a:off x="2528207" y="2104522"/>
            <a:ext cx="7115332" cy="3713243"/>
            <a:chOff x="2538335" y="2146411"/>
            <a:chExt cx="7115332" cy="3713243"/>
          </a:xfrm>
        </p:grpSpPr>
        <p:grpSp>
          <p:nvGrpSpPr>
            <p:cNvPr id="8" name="Group 30"/>
            <p:cNvGrpSpPr/>
            <p:nvPr/>
          </p:nvGrpSpPr>
          <p:grpSpPr>
            <a:xfrm>
              <a:off x="2538335" y="2146411"/>
              <a:ext cx="2876197" cy="3713243"/>
              <a:chOff x="2538335" y="1874268"/>
              <a:chExt cx="2876197" cy="3713243"/>
            </a:xfrm>
            <a:solidFill>
              <a:schemeClr val="accent3"/>
            </a:solidFill>
          </p:grpSpPr>
          <p:sp>
            <p:nvSpPr>
              <p:cNvPr id="14" name="Freeform 15"/>
              <p:cNvSpPr/>
              <p:nvPr/>
            </p:nvSpPr>
            <p:spPr bwMode="auto">
              <a:xfrm>
                <a:off x="2538335" y="4412657"/>
                <a:ext cx="2876197" cy="1174854"/>
              </a:xfrm>
              <a:custGeom>
                <a:avLst/>
                <a:gdLst>
                  <a:gd name="T0" fmla="*/ 121 w 242"/>
                  <a:gd name="T1" fmla="*/ 42 h 42"/>
                  <a:gd name="T2" fmla="*/ 242 w 242"/>
                  <a:gd name="T3" fmla="*/ 0 h 42"/>
                  <a:gd name="T4" fmla="*/ 0 w 242"/>
                  <a:gd name="T5" fmla="*/ 0 h 42"/>
                  <a:gd name="T6" fmla="*/ 121 w 242"/>
                  <a:gd name="T7" fmla="*/ 42 h 42"/>
                </a:gdLst>
                <a:ahLst/>
                <a:cxnLst>
                  <a:cxn ang="0">
                    <a:pos x="T0" y="T1"/>
                  </a:cxn>
                  <a:cxn ang="0">
                    <a:pos x="T2" y="T3"/>
                  </a:cxn>
                  <a:cxn ang="0">
                    <a:pos x="T4" y="T5"/>
                  </a:cxn>
                  <a:cxn ang="0">
                    <a:pos x="T6" y="T7"/>
                  </a:cxn>
                </a:cxnLst>
                <a:rect l="0" t="0" r="r" b="b"/>
                <a:pathLst>
                  <a:path w="242" h="42">
                    <a:moveTo>
                      <a:pt x="121" y="42"/>
                    </a:moveTo>
                    <a:cubicBezTo>
                      <a:pt x="188" y="42"/>
                      <a:pt x="242" y="23"/>
                      <a:pt x="242" y="0"/>
                    </a:cubicBezTo>
                    <a:cubicBezTo>
                      <a:pt x="0" y="0"/>
                      <a:pt x="0" y="0"/>
                      <a:pt x="0" y="0"/>
                    </a:cubicBezTo>
                    <a:cubicBezTo>
                      <a:pt x="0" y="23"/>
                      <a:pt x="54" y="42"/>
                      <a:pt x="121" y="42"/>
                    </a:cubicBezTo>
                    <a:close/>
                  </a:path>
                </a:pathLst>
              </a:custGeom>
              <a:solidFill>
                <a:schemeClr val="accent3"/>
              </a:solidFill>
              <a:ln>
                <a:noFill/>
              </a:ln>
            </p:spPr>
            <p:txBody>
              <a:bodyPr vert="horz" wrap="square" lIns="91440" tIns="45720" rIns="91440" bIns="45720" numCol="1" anchor="ctr" anchorCtr="0" compatLnSpc="1"/>
              <a:lstStyle/>
              <a:p>
                <a:pPr algn="ctr"/>
                <a:endParaRPr lang="en-US" sz="3200"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6" name="Straight Connector 12"/>
              <p:cNvCxnSpPr>
                <a:endCxn id="14" idx="2"/>
              </p:cNvCxnSpPr>
              <p:nvPr/>
            </p:nvCxnSpPr>
            <p:spPr>
              <a:xfrm flipH="1">
                <a:off x="2538335" y="1874268"/>
                <a:ext cx="1420232" cy="2538389"/>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4"/>
              <p:cNvCxnSpPr>
                <a:endCxn id="14" idx="1"/>
              </p:cNvCxnSpPr>
              <p:nvPr/>
            </p:nvCxnSpPr>
            <p:spPr>
              <a:xfrm>
                <a:off x="3958567" y="1874268"/>
                <a:ext cx="1455965" cy="2538389"/>
              </a:xfrm>
              <a:prstGeom prst="line">
                <a:avLst/>
              </a:prstGeom>
              <a:grpFill/>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Rectangle 19"/>
              <p:cNvSpPr/>
              <p:nvPr/>
            </p:nvSpPr>
            <p:spPr>
              <a:xfrm>
                <a:off x="3093335" y="3372592"/>
                <a:ext cx="1826156" cy="929485"/>
              </a:xfrm>
              <a:prstGeom prst="rect">
                <a:avLst/>
              </a:prstGeom>
              <a:noFill/>
            </p:spPr>
            <p:txBody>
              <a:bodyPr wrap="square" lIns="121920" rIns="121920" bIns="60960">
                <a:spAutoFit/>
              </a:bodyPr>
              <a:lstStyle/>
              <a:p>
                <a:pPr>
                  <a:lnSpc>
                    <a:spcPct val="89000"/>
                  </a:lnSpc>
                </a:pPr>
                <a:r>
                  <a:rPr lang="en-US" sz="60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rPr>
                  <a:t>YES</a:t>
                </a:r>
                <a:endParaRPr lang="en-US" sz="4800" dirty="0">
                  <a:solidFill>
                    <a:schemeClr val="accent2"/>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31"/>
            <p:cNvGrpSpPr/>
            <p:nvPr/>
          </p:nvGrpSpPr>
          <p:grpSpPr>
            <a:xfrm>
              <a:off x="6762437" y="2146411"/>
              <a:ext cx="2891230" cy="3713243"/>
              <a:chOff x="6762437" y="1874268"/>
              <a:chExt cx="2891230" cy="3713243"/>
            </a:xfrm>
          </p:grpSpPr>
          <p:sp>
            <p:nvSpPr>
              <p:cNvPr id="10" name="Freeform 13"/>
              <p:cNvSpPr/>
              <p:nvPr/>
            </p:nvSpPr>
            <p:spPr bwMode="auto">
              <a:xfrm>
                <a:off x="6762437" y="4412657"/>
                <a:ext cx="2891230" cy="1174854"/>
              </a:xfrm>
              <a:custGeom>
                <a:avLst/>
                <a:gdLst>
                  <a:gd name="T0" fmla="*/ 122 w 243"/>
                  <a:gd name="T1" fmla="*/ 42 h 42"/>
                  <a:gd name="T2" fmla="*/ 0 w 243"/>
                  <a:gd name="T3" fmla="*/ 0 h 42"/>
                  <a:gd name="T4" fmla="*/ 243 w 243"/>
                  <a:gd name="T5" fmla="*/ 0 h 42"/>
                  <a:gd name="T6" fmla="*/ 122 w 243"/>
                  <a:gd name="T7" fmla="*/ 42 h 42"/>
                </a:gdLst>
                <a:ahLst/>
                <a:cxnLst>
                  <a:cxn ang="0">
                    <a:pos x="T0" y="T1"/>
                  </a:cxn>
                  <a:cxn ang="0">
                    <a:pos x="T2" y="T3"/>
                  </a:cxn>
                  <a:cxn ang="0">
                    <a:pos x="T4" y="T5"/>
                  </a:cxn>
                  <a:cxn ang="0">
                    <a:pos x="T6" y="T7"/>
                  </a:cxn>
                </a:cxnLst>
                <a:rect l="0" t="0" r="r" b="b"/>
                <a:pathLst>
                  <a:path w="243" h="42">
                    <a:moveTo>
                      <a:pt x="122" y="42"/>
                    </a:moveTo>
                    <a:cubicBezTo>
                      <a:pt x="55" y="42"/>
                      <a:pt x="0" y="23"/>
                      <a:pt x="0" y="0"/>
                    </a:cubicBezTo>
                    <a:cubicBezTo>
                      <a:pt x="243" y="0"/>
                      <a:pt x="243" y="0"/>
                      <a:pt x="243" y="0"/>
                    </a:cubicBezTo>
                    <a:cubicBezTo>
                      <a:pt x="243" y="23"/>
                      <a:pt x="189" y="42"/>
                      <a:pt x="122" y="42"/>
                    </a:cubicBezTo>
                    <a:close/>
                  </a:path>
                </a:pathLst>
              </a:custGeom>
              <a:solidFill>
                <a:schemeClr val="accent6"/>
              </a:solidFill>
              <a:ln>
                <a:noFill/>
              </a:ln>
            </p:spPr>
            <p:txBody>
              <a:bodyPr vert="horz" wrap="square" lIns="91440" tIns="45720" rIns="91440" bIns="45720" numCol="1" anchor="ctr" anchorCtr="0" compatLnSpc="1"/>
              <a:lstStyle/>
              <a:p>
                <a:pPr algn="ctr"/>
                <a:endParaRPr lang="en-US" sz="3200" dirty="0">
                  <a:solidFill>
                    <a:srgbClr val="FFFFFF"/>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1" name="Straight Connector 16"/>
              <p:cNvCxnSpPr>
                <a:endCxn id="10" idx="1"/>
              </p:cNvCxnSpPr>
              <p:nvPr/>
            </p:nvCxnSpPr>
            <p:spPr>
              <a:xfrm flipH="1">
                <a:off x="6762437" y="1874268"/>
                <a:ext cx="1457161" cy="2538389"/>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8"/>
              <p:cNvCxnSpPr>
                <a:endCxn id="10" idx="2"/>
              </p:cNvCxnSpPr>
              <p:nvPr/>
            </p:nvCxnSpPr>
            <p:spPr>
              <a:xfrm>
                <a:off x="8219598" y="1874268"/>
                <a:ext cx="1434069" cy="2538389"/>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3" name="Rectangle 20"/>
              <p:cNvSpPr/>
              <p:nvPr/>
            </p:nvSpPr>
            <p:spPr>
              <a:xfrm>
                <a:off x="7437682" y="3372592"/>
                <a:ext cx="1826156" cy="929485"/>
              </a:xfrm>
              <a:prstGeom prst="rect">
                <a:avLst/>
              </a:prstGeom>
            </p:spPr>
            <p:txBody>
              <a:bodyPr wrap="square" lIns="121920" rIns="121920" bIns="60960">
                <a:spAutoFit/>
              </a:bodyPr>
              <a:lstStyle/>
              <a:p>
                <a:pPr algn="ctr">
                  <a:lnSpc>
                    <a:spcPct val="89000"/>
                  </a:lnSpc>
                </a:pPr>
                <a:r>
                  <a:rPr lang="en-US" sz="6000" dirty="0">
                    <a:latin typeface="Arial" panose="020B0604020202020204" pitchFamily="34" charset="0"/>
                    <a:ea typeface="微软雅黑" panose="020B0503020204020204" pitchFamily="34" charset="-122"/>
                    <a:cs typeface="+mn-ea"/>
                    <a:sym typeface="Arial" panose="020B0604020202020204" pitchFamily="34" charset="0"/>
                  </a:rPr>
                  <a:t>NO</a:t>
                </a:r>
                <a:endParaRPr lang="en-US" sz="6000" dirty="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9" name="Right Arrow 33"/>
          <p:cNvSpPr/>
          <p:nvPr userDrawn="1"/>
        </p:nvSpPr>
        <p:spPr>
          <a:xfrm>
            <a:off x="8328653" y="1866879"/>
            <a:ext cx="876143" cy="508944"/>
          </a:xfrm>
          <a:prstGeom prst="rightArrow">
            <a:avLst/>
          </a:prstGeom>
          <a:gradFill>
            <a:gsLst>
              <a:gs pos="0">
                <a:schemeClr val="bg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Right Arrow 36"/>
          <p:cNvSpPr/>
          <p:nvPr userDrawn="1"/>
        </p:nvSpPr>
        <p:spPr>
          <a:xfrm flipH="1">
            <a:off x="2861467" y="1869201"/>
            <a:ext cx="876143" cy="508944"/>
          </a:xfrm>
          <a:prstGeom prst="rightArrow">
            <a:avLst/>
          </a:prstGeom>
          <a:gradFill>
            <a:gsLst>
              <a:gs pos="0">
                <a:schemeClr val="bg1"/>
              </a:gs>
              <a:gs pos="10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28" name="Group 32"/>
          <p:cNvGrpSpPr/>
          <p:nvPr userDrawn="1"/>
        </p:nvGrpSpPr>
        <p:grpSpPr>
          <a:xfrm>
            <a:off x="3875639" y="1589654"/>
            <a:ext cx="4439566" cy="4665052"/>
            <a:chOff x="3871208" y="1381125"/>
            <a:chExt cx="4439566" cy="4665052"/>
          </a:xfrm>
        </p:grpSpPr>
        <p:sp>
          <p:nvSpPr>
            <p:cNvPr id="29" name="Freeform 14"/>
            <p:cNvSpPr/>
            <p:nvPr/>
          </p:nvSpPr>
          <p:spPr bwMode="auto">
            <a:xfrm>
              <a:off x="3871208" y="1571535"/>
              <a:ext cx="4439566" cy="4474642"/>
            </a:xfrm>
            <a:custGeom>
              <a:avLst/>
              <a:gdLst>
                <a:gd name="T0" fmla="*/ 204 w 373"/>
                <a:gd name="T1" fmla="*/ 66 h 375"/>
                <a:gd name="T2" fmla="*/ 170 w 373"/>
                <a:gd name="T3" fmla="*/ 66 h 375"/>
                <a:gd name="T4" fmla="*/ 89 w 373"/>
                <a:gd name="T5" fmla="*/ 52 h 375"/>
                <a:gd name="T6" fmla="*/ 24 w 373"/>
                <a:gd name="T7" fmla="*/ 4 h 375"/>
                <a:gd name="T8" fmla="*/ 5 w 373"/>
                <a:gd name="T9" fmla="*/ 7 h 375"/>
                <a:gd name="T10" fmla="*/ 8 w 373"/>
                <a:gd name="T11" fmla="*/ 26 h 375"/>
                <a:gd name="T12" fmla="*/ 73 w 373"/>
                <a:gd name="T13" fmla="*/ 74 h 375"/>
                <a:gd name="T14" fmla="*/ 92 w 373"/>
                <a:gd name="T15" fmla="*/ 82 h 375"/>
                <a:gd name="T16" fmla="*/ 149 w 373"/>
                <a:gd name="T17" fmla="*/ 90 h 375"/>
                <a:gd name="T18" fmla="*/ 149 w 373"/>
                <a:gd name="T19" fmla="*/ 361 h 375"/>
                <a:gd name="T20" fmla="*/ 163 w 373"/>
                <a:gd name="T21" fmla="*/ 375 h 375"/>
                <a:gd name="T22" fmla="*/ 164 w 373"/>
                <a:gd name="T23" fmla="*/ 375 h 375"/>
                <a:gd name="T24" fmla="*/ 178 w 373"/>
                <a:gd name="T25" fmla="*/ 361 h 375"/>
                <a:gd name="T26" fmla="*/ 178 w 373"/>
                <a:gd name="T27" fmla="*/ 219 h 375"/>
                <a:gd name="T28" fmla="*/ 187 w 373"/>
                <a:gd name="T29" fmla="*/ 211 h 375"/>
                <a:gd name="T30" fmla="*/ 195 w 373"/>
                <a:gd name="T31" fmla="*/ 219 h 375"/>
                <a:gd name="T32" fmla="*/ 195 w 373"/>
                <a:gd name="T33" fmla="*/ 361 h 375"/>
                <a:gd name="T34" fmla="*/ 209 w 373"/>
                <a:gd name="T35" fmla="*/ 375 h 375"/>
                <a:gd name="T36" fmla="*/ 210 w 373"/>
                <a:gd name="T37" fmla="*/ 375 h 375"/>
                <a:gd name="T38" fmla="*/ 224 w 373"/>
                <a:gd name="T39" fmla="*/ 361 h 375"/>
                <a:gd name="T40" fmla="*/ 224 w 373"/>
                <a:gd name="T41" fmla="*/ 91 h 375"/>
                <a:gd name="T42" fmla="*/ 282 w 373"/>
                <a:gd name="T43" fmla="*/ 82 h 375"/>
                <a:gd name="T44" fmla="*/ 301 w 373"/>
                <a:gd name="T45" fmla="*/ 74 h 375"/>
                <a:gd name="T46" fmla="*/ 366 w 373"/>
                <a:gd name="T47" fmla="*/ 26 h 375"/>
                <a:gd name="T48" fmla="*/ 369 w 373"/>
                <a:gd name="T49" fmla="*/ 7 h 375"/>
                <a:gd name="T50" fmla="*/ 350 w 373"/>
                <a:gd name="T51" fmla="*/ 4 h 375"/>
                <a:gd name="T52" fmla="*/ 285 w 373"/>
                <a:gd name="T53" fmla="*/ 52 h 375"/>
                <a:gd name="T54" fmla="*/ 204 w 373"/>
                <a:gd name="T55" fmla="*/ 66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73" h="375">
                  <a:moveTo>
                    <a:pt x="204" y="66"/>
                  </a:moveTo>
                  <a:cubicBezTo>
                    <a:pt x="170" y="66"/>
                    <a:pt x="170" y="66"/>
                    <a:pt x="170" y="66"/>
                  </a:cubicBezTo>
                  <a:cubicBezTo>
                    <a:pt x="170" y="66"/>
                    <a:pt x="91" y="53"/>
                    <a:pt x="89" y="52"/>
                  </a:cubicBezTo>
                  <a:cubicBezTo>
                    <a:pt x="24" y="4"/>
                    <a:pt x="24" y="4"/>
                    <a:pt x="24" y="4"/>
                  </a:cubicBezTo>
                  <a:cubicBezTo>
                    <a:pt x="18" y="0"/>
                    <a:pt x="10" y="1"/>
                    <a:pt x="5" y="7"/>
                  </a:cubicBezTo>
                  <a:cubicBezTo>
                    <a:pt x="0" y="13"/>
                    <a:pt x="2" y="22"/>
                    <a:pt x="8" y="26"/>
                  </a:cubicBezTo>
                  <a:cubicBezTo>
                    <a:pt x="73" y="74"/>
                    <a:pt x="73" y="74"/>
                    <a:pt x="73" y="74"/>
                  </a:cubicBezTo>
                  <a:cubicBezTo>
                    <a:pt x="78" y="78"/>
                    <a:pt x="85" y="81"/>
                    <a:pt x="92" y="82"/>
                  </a:cubicBezTo>
                  <a:cubicBezTo>
                    <a:pt x="149" y="90"/>
                    <a:pt x="149" y="90"/>
                    <a:pt x="149" y="90"/>
                  </a:cubicBezTo>
                  <a:cubicBezTo>
                    <a:pt x="149" y="361"/>
                    <a:pt x="149" y="361"/>
                    <a:pt x="149" y="361"/>
                  </a:cubicBezTo>
                  <a:cubicBezTo>
                    <a:pt x="149" y="369"/>
                    <a:pt x="155" y="375"/>
                    <a:pt x="163" y="375"/>
                  </a:cubicBezTo>
                  <a:cubicBezTo>
                    <a:pt x="164" y="375"/>
                    <a:pt x="164" y="375"/>
                    <a:pt x="164" y="375"/>
                  </a:cubicBezTo>
                  <a:cubicBezTo>
                    <a:pt x="172" y="375"/>
                    <a:pt x="178" y="369"/>
                    <a:pt x="178" y="361"/>
                  </a:cubicBezTo>
                  <a:cubicBezTo>
                    <a:pt x="178" y="219"/>
                    <a:pt x="178" y="219"/>
                    <a:pt x="178" y="219"/>
                  </a:cubicBezTo>
                  <a:cubicBezTo>
                    <a:pt x="178" y="214"/>
                    <a:pt x="182" y="211"/>
                    <a:pt x="187" y="211"/>
                  </a:cubicBezTo>
                  <a:cubicBezTo>
                    <a:pt x="191" y="211"/>
                    <a:pt x="195" y="214"/>
                    <a:pt x="195" y="219"/>
                  </a:cubicBezTo>
                  <a:cubicBezTo>
                    <a:pt x="195" y="361"/>
                    <a:pt x="195" y="361"/>
                    <a:pt x="195" y="361"/>
                  </a:cubicBezTo>
                  <a:cubicBezTo>
                    <a:pt x="195" y="369"/>
                    <a:pt x="201" y="375"/>
                    <a:pt x="209" y="375"/>
                  </a:cubicBezTo>
                  <a:cubicBezTo>
                    <a:pt x="210" y="375"/>
                    <a:pt x="210" y="375"/>
                    <a:pt x="210" y="375"/>
                  </a:cubicBezTo>
                  <a:cubicBezTo>
                    <a:pt x="218" y="375"/>
                    <a:pt x="224" y="369"/>
                    <a:pt x="224" y="361"/>
                  </a:cubicBezTo>
                  <a:cubicBezTo>
                    <a:pt x="224" y="91"/>
                    <a:pt x="224" y="91"/>
                    <a:pt x="224" y="91"/>
                  </a:cubicBezTo>
                  <a:cubicBezTo>
                    <a:pt x="282" y="82"/>
                    <a:pt x="282" y="82"/>
                    <a:pt x="282" y="82"/>
                  </a:cubicBezTo>
                  <a:cubicBezTo>
                    <a:pt x="289" y="81"/>
                    <a:pt x="296" y="78"/>
                    <a:pt x="301" y="74"/>
                  </a:cubicBezTo>
                  <a:cubicBezTo>
                    <a:pt x="366" y="26"/>
                    <a:pt x="366" y="26"/>
                    <a:pt x="366" y="26"/>
                  </a:cubicBezTo>
                  <a:cubicBezTo>
                    <a:pt x="372" y="22"/>
                    <a:pt x="373" y="13"/>
                    <a:pt x="369" y="7"/>
                  </a:cubicBezTo>
                  <a:cubicBezTo>
                    <a:pt x="364" y="1"/>
                    <a:pt x="356" y="0"/>
                    <a:pt x="350" y="4"/>
                  </a:cubicBezTo>
                  <a:cubicBezTo>
                    <a:pt x="285" y="52"/>
                    <a:pt x="285" y="52"/>
                    <a:pt x="285" y="52"/>
                  </a:cubicBezTo>
                  <a:cubicBezTo>
                    <a:pt x="283" y="53"/>
                    <a:pt x="204" y="66"/>
                    <a:pt x="204" y="66"/>
                  </a:cubicBezTo>
                  <a:close/>
                </a:path>
              </a:pathLst>
            </a:custGeom>
            <a:noFill/>
            <a:ln w="30163" cap="flat">
              <a:solidFill>
                <a:schemeClr val="tx1">
                  <a:alpha val="30000"/>
                </a:schemeClr>
              </a:solidFill>
              <a:prstDash val="solid"/>
              <a:miter lim="800000"/>
            </a:ln>
          </p:spPr>
          <p:txBody>
            <a:bodyPr vert="horz" wrap="square" lIns="91440" tIns="45720" rIns="91440" bIns="45720" numCol="1" anchor="t" anchorCtr="0" compatLnSpc="1"/>
            <a:lstStyle/>
            <a:p>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Oval 16"/>
            <p:cNvSpPr>
              <a:spLocks noChangeArrowheads="1"/>
            </p:cNvSpPr>
            <p:nvPr/>
          </p:nvSpPr>
          <p:spPr bwMode="auto">
            <a:xfrm>
              <a:off x="5725203" y="1381125"/>
              <a:ext cx="736588" cy="741598"/>
            </a:xfrm>
            <a:prstGeom prst="ellipse">
              <a:avLst/>
            </a:prstGeom>
            <a:noFill/>
            <a:ln w="30163" cap="flat">
              <a:solidFill>
                <a:schemeClr val="tx1">
                  <a:alpha val="30000"/>
                </a:schemeClr>
              </a:solidFill>
              <a:prstDash val="solid"/>
              <a:miter lim="800000"/>
            </a:ln>
          </p:spPr>
          <p:txBody>
            <a:bodyPr vert="horz" wrap="square" lIns="91440" tIns="45720" rIns="91440" bIns="45720" numCol="1" anchor="t" anchorCtr="0" compatLnSpc="1"/>
            <a:lstStyle/>
            <a:p>
              <a:endParaRPr lang="en-US" dirty="0">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1" name="文本占位符 31"/>
          <p:cNvSpPr>
            <a:spLocks noGrp="1"/>
          </p:cNvSpPr>
          <p:nvPr>
            <p:ph type="body" sz="quarter" idx="13" hasCustomPrompt="1"/>
          </p:nvPr>
        </p:nvSpPr>
        <p:spPr>
          <a:xfrm>
            <a:off x="499946" y="2327133"/>
            <a:ext cx="2270896" cy="298120"/>
          </a:xfrm>
          <a:prstGeom prst="rect">
            <a:avLst/>
          </a:prstGeom>
        </p:spPr>
        <p:txBody>
          <a:bodyPr/>
          <a:lstStyle>
            <a:lvl1pPr marL="0" indent="0" algn="ctr">
              <a:buNone/>
              <a:defRPr sz="2000" b="1">
                <a:solidFill>
                  <a:schemeClr val="accent4"/>
                </a:solidFill>
              </a:defRPr>
            </a:lvl1pPr>
          </a:lstStyle>
          <a:p>
            <a:pPr lvl="0"/>
            <a:r>
              <a:rPr lang="zh-CN" altLang="en-US" dirty="0"/>
              <a:t>行业技术一</a:t>
            </a:r>
            <a:endParaRPr lang="zh-CN" altLang="en-US" dirty="0"/>
          </a:p>
        </p:txBody>
      </p:sp>
      <p:sp>
        <p:nvSpPr>
          <p:cNvPr id="32" name="文本占位符 35"/>
          <p:cNvSpPr>
            <a:spLocks noGrp="1"/>
          </p:cNvSpPr>
          <p:nvPr>
            <p:ph type="body" sz="quarter" idx="16" hasCustomPrompt="1"/>
          </p:nvPr>
        </p:nvSpPr>
        <p:spPr>
          <a:xfrm>
            <a:off x="460403" y="2952909"/>
            <a:ext cx="2349982" cy="1279840"/>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3" name="文本占位符 31"/>
          <p:cNvSpPr>
            <a:spLocks noGrp="1"/>
          </p:cNvSpPr>
          <p:nvPr>
            <p:ph type="body" sz="quarter" idx="17" hasCustomPrompt="1"/>
          </p:nvPr>
        </p:nvSpPr>
        <p:spPr>
          <a:xfrm>
            <a:off x="9532672" y="2242088"/>
            <a:ext cx="2270896" cy="298120"/>
          </a:xfrm>
          <a:prstGeom prst="rect">
            <a:avLst/>
          </a:prstGeom>
        </p:spPr>
        <p:txBody>
          <a:bodyPr/>
          <a:lstStyle>
            <a:lvl1pPr marL="0" indent="0" algn="ctr">
              <a:buNone/>
              <a:defRPr sz="2000" b="1">
                <a:solidFill>
                  <a:schemeClr val="accent4"/>
                </a:solidFill>
              </a:defRPr>
            </a:lvl1pPr>
          </a:lstStyle>
          <a:p>
            <a:pPr lvl="0"/>
            <a:r>
              <a:rPr lang="zh-CN" altLang="en-US" dirty="0"/>
              <a:t>行业技术一</a:t>
            </a:r>
            <a:endParaRPr lang="zh-CN" altLang="en-US" dirty="0"/>
          </a:p>
        </p:txBody>
      </p:sp>
      <p:sp>
        <p:nvSpPr>
          <p:cNvPr id="34" name="文本占位符 35"/>
          <p:cNvSpPr>
            <a:spLocks noGrp="1"/>
          </p:cNvSpPr>
          <p:nvPr>
            <p:ph type="body" sz="quarter" idx="18" hasCustomPrompt="1"/>
          </p:nvPr>
        </p:nvSpPr>
        <p:spPr>
          <a:xfrm>
            <a:off x="9493129" y="2867864"/>
            <a:ext cx="2349982" cy="1279840"/>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6" name="文本占位符 35"/>
          <p:cNvSpPr>
            <a:spLocks noGrp="1"/>
          </p:cNvSpPr>
          <p:nvPr>
            <p:ph type="body" sz="quarter" idx="19" hasCustomPrompt="1"/>
          </p:nvPr>
        </p:nvSpPr>
        <p:spPr>
          <a:xfrm>
            <a:off x="3282962" y="4906132"/>
            <a:ext cx="1360703" cy="814975"/>
          </a:xfrm>
          <a:prstGeom prst="rect">
            <a:avLst/>
          </a:prstGeom>
        </p:spPr>
        <p:txBody>
          <a:bodyPr/>
          <a:lstStyle>
            <a:lvl1pPr marL="0" indent="0" algn="ctr">
              <a:buNone/>
              <a:defRPr sz="4000" b="1">
                <a:solidFill>
                  <a:schemeClr val="tx2"/>
                </a:solidFill>
              </a:defRPr>
            </a:lvl1pPr>
          </a:lstStyle>
          <a:p>
            <a:pPr lvl="0"/>
            <a:r>
              <a:rPr lang="en-US" altLang="zh-CN" dirty="0"/>
              <a:t>70%</a:t>
            </a:r>
            <a:endParaRPr lang="zh-CN" altLang="en-US" dirty="0"/>
          </a:p>
        </p:txBody>
      </p:sp>
      <p:sp>
        <p:nvSpPr>
          <p:cNvPr id="37" name="文本占位符 35"/>
          <p:cNvSpPr>
            <a:spLocks noGrp="1"/>
          </p:cNvSpPr>
          <p:nvPr>
            <p:ph type="body" sz="quarter" idx="20" hasCustomPrompt="1"/>
          </p:nvPr>
        </p:nvSpPr>
        <p:spPr>
          <a:xfrm>
            <a:off x="7563235" y="4833297"/>
            <a:ext cx="1360703" cy="814975"/>
          </a:xfrm>
          <a:prstGeom prst="rect">
            <a:avLst/>
          </a:prstGeom>
        </p:spPr>
        <p:txBody>
          <a:bodyPr/>
          <a:lstStyle>
            <a:lvl1pPr marL="0" indent="0" algn="ctr">
              <a:buNone/>
              <a:defRPr sz="4000" b="1">
                <a:solidFill>
                  <a:schemeClr val="tx2"/>
                </a:solidFill>
              </a:defRPr>
            </a:lvl1pPr>
          </a:lstStyle>
          <a:p>
            <a:pPr lvl="0"/>
            <a:r>
              <a:rPr lang="en-US" altLang="zh-CN" dirty="0"/>
              <a:t>70%</a:t>
            </a:r>
            <a:endParaRPr lang="zh-CN" altLang="en-US" dirty="0"/>
          </a:p>
        </p:txBody>
      </p:sp>
      <p:pic>
        <p:nvPicPr>
          <p:cNvPr id="21" name="图片 20"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文字模板9">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47" name="矩形 46"/>
          <p:cNvSpPr/>
          <p:nvPr userDrawn="1"/>
        </p:nvSpPr>
        <p:spPr>
          <a:xfrm>
            <a:off x="972805" y="4359763"/>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48" name="矩形 47"/>
          <p:cNvSpPr/>
          <p:nvPr userDrawn="1"/>
        </p:nvSpPr>
        <p:spPr>
          <a:xfrm>
            <a:off x="6323738" y="4359763"/>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梯形 49"/>
          <p:cNvSpPr/>
          <p:nvPr userDrawn="1"/>
        </p:nvSpPr>
        <p:spPr>
          <a:xfrm>
            <a:off x="2213172" y="4232765"/>
            <a:ext cx="2396068" cy="120649"/>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1" name="流程图: 离页连接符 50"/>
          <p:cNvSpPr/>
          <p:nvPr userDrawn="1"/>
        </p:nvSpPr>
        <p:spPr>
          <a:xfrm>
            <a:off x="2361339" y="4232764"/>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3" name="梯形 52"/>
          <p:cNvSpPr/>
          <p:nvPr userDrawn="1"/>
        </p:nvSpPr>
        <p:spPr>
          <a:xfrm>
            <a:off x="7684754" y="4224297"/>
            <a:ext cx="2396068" cy="120649"/>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流程图: 离页连接符 53"/>
          <p:cNvSpPr/>
          <p:nvPr userDrawn="1"/>
        </p:nvSpPr>
        <p:spPr>
          <a:xfrm>
            <a:off x="7832923" y="4224296"/>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7" name="矩形 56"/>
          <p:cNvSpPr/>
          <p:nvPr userDrawn="1"/>
        </p:nvSpPr>
        <p:spPr>
          <a:xfrm>
            <a:off x="3589006" y="2243096"/>
            <a:ext cx="4900084" cy="18139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梯形 57"/>
          <p:cNvSpPr/>
          <p:nvPr userDrawn="1"/>
        </p:nvSpPr>
        <p:spPr>
          <a:xfrm>
            <a:off x="4950020" y="2105510"/>
            <a:ext cx="2396068" cy="120651"/>
          </a:xfrm>
          <a:prstGeom prst="trapezoid">
            <a:avLst>
              <a:gd name="adj" fmla="val 107452"/>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9" name="流程图: 离页连接符 58"/>
          <p:cNvSpPr/>
          <p:nvPr userDrawn="1"/>
        </p:nvSpPr>
        <p:spPr>
          <a:xfrm>
            <a:off x="5098191" y="2105512"/>
            <a:ext cx="2123017" cy="605367"/>
          </a:xfrm>
          <a:prstGeom prst="flowChartOffpageConnector">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63" name="文本占位符 62"/>
          <p:cNvSpPr>
            <a:spLocks noGrp="1"/>
          </p:cNvSpPr>
          <p:nvPr>
            <p:ph type="body" sz="quarter" idx="13" hasCustomPrompt="1"/>
          </p:nvPr>
        </p:nvSpPr>
        <p:spPr>
          <a:xfrm>
            <a:off x="5601066" y="2219355"/>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1</a:t>
            </a:r>
            <a:endParaRPr lang="zh-CN" altLang="en-US" dirty="0"/>
          </a:p>
        </p:txBody>
      </p:sp>
      <p:sp>
        <p:nvSpPr>
          <p:cNvPr id="65" name="文本占位符 62"/>
          <p:cNvSpPr>
            <a:spLocks noGrp="1"/>
          </p:cNvSpPr>
          <p:nvPr>
            <p:ph type="body" sz="quarter" idx="14" hasCustomPrompt="1"/>
          </p:nvPr>
        </p:nvSpPr>
        <p:spPr>
          <a:xfrm>
            <a:off x="2926594" y="4343105"/>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2</a:t>
            </a:r>
            <a:endParaRPr lang="zh-CN" altLang="en-US" dirty="0"/>
          </a:p>
        </p:txBody>
      </p:sp>
      <p:sp>
        <p:nvSpPr>
          <p:cNvPr id="66" name="文本占位符 62"/>
          <p:cNvSpPr>
            <a:spLocks noGrp="1"/>
          </p:cNvSpPr>
          <p:nvPr>
            <p:ph type="body" sz="quarter" idx="15" hasCustomPrompt="1"/>
          </p:nvPr>
        </p:nvSpPr>
        <p:spPr>
          <a:xfrm>
            <a:off x="8399497" y="4338449"/>
            <a:ext cx="989867" cy="367748"/>
          </a:xfrm>
          <a:prstGeom prst="rect">
            <a:avLst/>
          </a:prstGeom>
        </p:spPr>
        <p:txBody>
          <a:bodyPr/>
          <a:lstStyle>
            <a:lvl1pPr marL="0" indent="0" algn="ctr">
              <a:buNone/>
              <a:defRPr sz="2000" b="1">
                <a:solidFill>
                  <a:schemeClr val="tx2"/>
                </a:solidFill>
                <a:latin typeface="+mn-ea"/>
                <a:ea typeface="+mn-ea"/>
              </a:defRPr>
            </a:lvl1pPr>
          </a:lstStyle>
          <a:p>
            <a:pPr lvl="0"/>
            <a:r>
              <a:rPr lang="zh-CN" altLang="en-US" dirty="0"/>
              <a:t>重点</a:t>
            </a:r>
            <a:r>
              <a:rPr lang="en-US" altLang="zh-CN" dirty="0"/>
              <a:t>3</a:t>
            </a:r>
            <a:endParaRPr lang="zh-CN" altLang="en-US" dirty="0"/>
          </a:p>
        </p:txBody>
      </p:sp>
      <p:sp>
        <p:nvSpPr>
          <p:cNvPr id="68" name="文本占位符 67"/>
          <p:cNvSpPr>
            <a:spLocks noGrp="1"/>
          </p:cNvSpPr>
          <p:nvPr>
            <p:ph type="body" sz="quarter" idx="16" hasCustomPrompt="1"/>
          </p:nvPr>
        </p:nvSpPr>
        <p:spPr>
          <a:xfrm>
            <a:off x="3829050" y="2833646"/>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69" name="文本占位符 67"/>
          <p:cNvSpPr>
            <a:spLocks noGrp="1"/>
          </p:cNvSpPr>
          <p:nvPr>
            <p:ph type="body" sz="quarter" idx="17" hasCustomPrompt="1"/>
          </p:nvPr>
        </p:nvSpPr>
        <p:spPr>
          <a:xfrm>
            <a:off x="1154577" y="4940184"/>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70" name="文本占位符 67"/>
          <p:cNvSpPr>
            <a:spLocks noGrp="1"/>
          </p:cNvSpPr>
          <p:nvPr>
            <p:ph type="body" sz="quarter" idx="18" hasCustomPrompt="1"/>
          </p:nvPr>
        </p:nvSpPr>
        <p:spPr>
          <a:xfrm>
            <a:off x="6506830" y="5003156"/>
            <a:ext cx="4533900" cy="92710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请输入文本内容请输入文本内容请输入文本内容请输入文本内容请输入文本内容请输入文本内容请输入文本内容请输入文本内容请输入文本内容</a:t>
            </a:r>
            <a:endParaRPr lang="zh-CN" altLang="en-US" dirty="0"/>
          </a:p>
        </p:txBody>
      </p:sp>
      <p:sp>
        <p:nvSpPr>
          <p:cNvPr id="71" name="文本占位符 67"/>
          <p:cNvSpPr>
            <a:spLocks noGrp="1"/>
          </p:cNvSpPr>
          <p:nvPr>
            <p:ph type="body" sz="quarter" idx="19" hasCustomPrompt="1"/>
          </p:nvPr>
        </p:nvSpPr>
        <p:spPr>
          <a:xfrm>
            <a:off x="1007010" y="1689472"/>
            <a:ext cx="6473392" cy="358470"/>
          </a:xfrm>
          <a:prstGeom prst="rect">
            <a:avLst/>
          </a:prstGeom>
        </p:spPr>
        <p:txBody>
          <a:bodyPr/>
          <a:lstStyle>
            <a:lvl1pPr marL="0" indent="0" algn="ctr">
              <a:buNone/>
              <a:defRPr sz="14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35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350"/>
                                  </p:stCondLst>
                                  <p:childTnLst>
                                    <p:set>
                                      <p:cBhvr>
                                        <p:cTn id="14" dur="1" fill="hold">
                                          <p:stCondLst>
                                            <p:cond delay="0"/>
                                          </p:stCondLst>
                                        </p:cTn>
                                        <p:tgtEl>
                                          <p:spTgt spid="57"/>
                                        </p:tgtEl>
                                        <p:attrNameLst>
                                          <p:attrName>style.visibility</p:attrName>
                                        </p:attrNameLst>
                                      </p:cBhvr>
                                      <p:to>
                                        <p:strVal val="visible"/>
                                      </p:to>
                                    </p:set>
                                    <p:anim calcmode="lin" valueType="num">
                                      <p:cBhvr additive="base">
                                        <p:cTn id="15" dur="500" fill="hold"/>
                                        <p:tgtEl>
                                          <p:spTgt spid="57"/>
                                        </p:tgtEl>
                                        <p:attrNameLst>
                                          <p:attrName>ppt_x</p:attrName>
                                        </p:attrNameLst>
                                      </p:cBhvr>
                                      <p:tavLst>
                                        <p:tav tm="0">
                                          <p:val>
                                            <p:strVal val="#ppt_x"/>
                                          </p:val>
                                        </p:tav>
                                        <p:tav tm="100000">
                                          <p:val>
                                            <p:strVal val="#ppt_x"/>
                                          </p:val>
                                        </p:tav>
                                      </p:tavLst>
                                    </p:anim>
                                    <p:anim calcmode="lin" valueType="num">
                                      <p:cBhvr additive="base">
                                        <p:cTn id="16" dur="500" fill="hold"/>
                                        <p:tgtEl>
                                          <p:spTgt spid="57"/>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58"/>
                                        </p:tgtEl>
                                        <p:attrNameLst>
                                          <p:attrName>style.visibility</p:attrName>
                                        </p:attrNameLst>
                                      </p:cBhvr>
                                      <p:to>
                                        <p:strVal val="visible"/>
                                      </p:to>
                                    </p:set>
                                    <p:animEffect transition="in" filter="wipe(down)">
                                      <p:cBhvr>
                                        <p:cTn id="20" dur="500"/>
                                        <p:tgtEl>
                                          <p:spTgt spid="58"/>
                                        </p:tgtEl>
                                      </p:cBhvr>
                                    </p:animEffect>
                                  </p:childTnLst>
                                </p:cTn>
                              </p:par>
                            </p:childTnLst>
                          </p:cTn>
                        </p:par>
                        <p:par>
                          <p:cTn id="21" fill="hold">
                            <p:stCondLst>
                              <p:cond delay="1000"/>
                            </p:stCondLst>
                            <p:childTnLst>
                              <p:par>
                                <p:cTn id="22" presetID="22" presetClass="entr" presetSubtype="1" fill="hold" grpId="0" nodeType="after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wipe(up)">
                                      <p:cBhvr>
                                        <p:cTn id="24" dur="500"/>
                                        <p:tgtEl>
                                          <p:spTgt spid="59"/>
                                        </p:tgtEl>
                                      </p:cBhvr>
                                    </p:animEffect>
                                  </p:childTnLst>
                                </p:cTn>
                              </p:par>
                            </p:childTnLst>
                          </p:cTn>
                        </p:par>
                        <p:par>
                          <p:cTn id="25" fill="hold">
                            <p:stCondLst>
                              <p:cond delay="1500"/>
                            </p:stCondLst>
                            <p:childTnLst>
                              <p:par>
                                <p:cTn id="26" presetID="22" presetClass="entr" presetSubtype="4" fill="hold" nodeType="after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down)">
                                      <p:cBhvr>
                                        <p:cTn id="28" dur="500"/>
                                        <p:tgtEl>
                                          <p:spTgt spid="50"/>
                                        </p:tgtEl>
                                      </p:cBhvr>
                                    </p:animEffect>
                                  </p:childTnLst>
                                </p:cTn>
                              </p:par>
                            </p:childTnLst>
                          </p:cTn>
                        </p:par>
                        <p:par>
                          <p:cTn id="29" fill="hold">
                            <p:stCondLst>
                              <p:cond delay="2000"/>
                            </p:stCondLst>
                            <p:childTnLst>
                              <p:par>
                                <p:cTn id="30" presetID="22" presetClass="entr" presetSubtype="1" fill="hold" grpId="0" nodeType="after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up)">
                                      <p:cBhvr>
                                        <p:cTn id="32" dur="500"/>
                                        <p:tgtEl>
                                          <p:spTgt spid="51"/>
                                        </p:tgtEl>
                                      </p:cBhvr>
                                    </p:animEffect>
                                  </p:childTnLst>
                                </p:cTn>
                              </p:par>
                            </p:childTnLst>
                          </p:cTn>
                        </p:par>
                        <p:par>
                          <p:cTn id="33" fill="hold">
                            <p:stCondLst>
                              <p:cond delay="2500"/>
                            </p:stCondLst>
                            <p:childTnLst>
                              <p:par>
                                <p:cTn id="34" presetID="22" presetClass="entr" presetSubtype="4" fill="hold" nodeType="after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wipe(down)">
                                      <p:cBhvr>
                                        <p:cTn id="36" dur="500"/>
                                        <p:tgtEl>
                                          <p:spTgt spid="53"/>
                                        </p:tgtEl>
                                      </p:cBhvr>
                                    </p:animEffect>
                                  </p:childTnLst>
                                </p:cTn>
                              </p:par>
                            </p:childTnLst>
                          </p:cTn>
                        </p:par>
                        <p:par>
                          <p:cTn id="37" fill="hold">
                            <p:stCondLst>
                              <p:cond delay="3000"/>
                            </p:stCondLst>
                            <p:childTnLst>
                              <p:par>
                                <p:cTn id="38" presetID="22" presetClass="entr" presetSubtype="1" fill="hold" grpId="0" nodeType="afterEffect">
                                  <p:stCondLst>
                                    <p:cond delay="0"/>
                                  </p:stCondLst>
                                  <p:childTnLst>
                                    <p:set>
                                      <p:cBhvr>
                                        <p:cTn id="39" dur="1" fill="hold">
                                          <p:stCondLst>
                                            <p:cond delay="0"/>
                                          </p:stCondLst>
                                        </p:cTn>
                                        <p:tgtEl>
                                          <p:spTgt spid="54"/>
                                        </p:tgtEl>
                                        <p:attrNameLst>
                                          <p:attrName>style.visibility</p:attrName>
                                        </p:attrNameLst>
                                      </p:cBhvr>
                                      <p:to>
                                        <p:strVal val="visible"/>
                                      </p:to>
                                    </p:set>
                                    <p:animEffect transition="in" filter="wipe(up)">
                                      <p:cBhvr>
                                        <p:cTn id="40"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uiExpand="1"/>
      <p:bldP spid="48" grpId="0" bldLvl="0" animBg="1"/>
      <p:bldP spid="51" grpId="0" bldLvl="0" animBg="1"/>
      <p:bldP spid="54" grpId="0" bldLvl="0" animBg="1"/>
      <p:bldP spid="57" grpId="0" bldLvl="0" animBg="1"/>
      <p:bldP spid="59" grpId="0" bldLvl="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文字模板10">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808" y="16185"/>
            <a:ext cx="12172950" cy="6858000"/>
          </a:xfrm>
          <a:prstGeom prst="rect">
            <a:avLst/>
          </a:prstGeom>
        </p:spPr>
      </p:pic>
      <p:pic>
        <p:nvPicPr>
          <p:cNvPr id="59" name="图片 58"/>
          <p:cNvPicPr>
            <a:picLocks noChangeAspect="1"/>
          </p:cNvPicPr>
          <p:nvPr userDrawn="1"/>
        </p:nvPicPr>
        <p:blipFill>
          <a:blip r:embed="rId3" cstate="print">
            <a:extLst>
              <a:ext uri="{28A0092B-C50C-407E-A947-70E740481C1C}">
                <a14:useLocalDpi xmlns:a14="http://schemas.microsoft.com/office/drawing/2010/main" val="0"/>
              </a:ext>
            </a:extLst>
          </a:blip>
          <a:srcRect l="8481" r="8481"/>
          <a:stretch>
            <a:fillRect/>
          </a:stretch>
        </p:blipFill>
        <p:spPr>
          <a:xfrm>
            <a:off x="3887997" y="1633759"/>
            <a:ext cx="4395341" cy="4322497"/>
          </a:xfrm>
          <a:prstGeom prst="donut">
            <a:avLst>
              <a:gd name="adj" fmla="val 25112"/>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14" name="组合 13"/>
          <p:cNvGrpSpPr/>
          <p:nvPr userDrawn="1"/>
        </p:nvGrpSpPr>
        <p:grpSpPr>
          <a:xfrm>
            <a:off x="175828" y="889981"/>
            <a:ext cx="11564213" cy="5961823"/>
            <a:chOff x="-297524" y="-412903"/>
            <a:chExt cx="12489526" cy="7349209"/>
          </a:xfrm>
        </p:grpSpPr>
        <p:sp>
          <p:nvSpPr>
            <p:cNvPr id="56" name="三角形 7"/>
            <p:cNvSpPr/>
            <p:nvPr/>
          </p:nvSpPr>
          <p:spPr>
            <a:xfrm rot="5400000" flipH="1">
              <a:off x="-634520" y="-75907"/>
              <a:ext cx="7339266" cy="6665274"/>
            </a:xfrm>
            <a:prstGeom prst="triangle">
              <a:avLst/>
            </a:prstGeom>
            <a:gradFill>
              <a:gsLst>
                <a:gs pos="100000">
                  <a:sysClr val="window" lastClr="FFFFFF">
                    <a:alpha val="0"/>
                  </a:sysClr>
                </a:gs>
                <a:gs pos="0">
                  <a:schemeClr val="accent6">
                    <a:alpha val="50000"/>
                  </a:schemeClr>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57" name="三角形 18"/>
            <p:cNvSpPr/>
            <p:nvPr/>
          </p:nvSpPr>
          <p:spPr>
            <a:xfrm rot="16200000">
              <a:off x="5189732" y="-65964"/>
              <a:ext cx="7339266" cy="6665274"/>
            </a:xfrm>
            <a:prstGeom prst="triangle">
              <a:avLst/>
            </a:prstGeom>
            <a:gradFill>
              <a:gsLst>
                <a:gs pos="100000">
                  <a:sysClr val="window" lastClr="FFFFFF">
                    <a:alpha val="0"/>
                  </a:sysClr>
                </a:gs>
                <a:gs pos="0">
                  <a:schemeClr val="accent6">
                    <a:alpha val="50000"/>
                  </a:schemeClr>
                </a:gs>
              </a:gsLst>
              <a:lin ang="5400000" scaled="1"/>
            </a:gradFill>
            <a:ln w="12700" cap="flat" cmpd="sng" algn="ctr">
              <a:noFill/>
              <a:prstDash val="solid"/>
              <a:miter lim="800000"/>
            </a:ln>
            <a:effectLst/>
          </p:spPr>
          <p:txBody>
            <a:bodyPr rtlCol="0" anchor="ctr"/>
            <a:lstStyle/>
            <a:p>
              <a:pPr algn="ctr"/>
              <a:endParaRPr lang="zh-CN" altLang="en-US" kern="0">
                <a:solidFill>
                  <a:prstClr val="white"/>
                </a:solidFill>
                <a:latin typeface="等线" panose="02010600030101010101" charset="-122"/>
                <a:ea typeface="等线" panose="02010600030101010101" charset="-122"/>
              </a:endParaRPr>
            </a:p>
          </p:txBody>
        </p:sp>
      </p:grpSp>
      <p:sp>
        <p:nvSpPr>
          <p:cNvPr id="27" name="椭圆 26"/>
          <p:cNvSpPr/>
          <p:nvPr userDrawn="1"/>
        </p:nvSpPr>
        <p:spPr>
          <a:xfrm>
            <a:off x="4787664" y="2566291"/>
            <a:ext cx="2597621" cy="2597619"/>
          </a:xfrm>
          <a:prstGeom prst="ellipse">
            <a:avLst/>
          </a:pr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8" name="椭圆 27"/>
          <p:cNvSpPr/>
          <p:nvPr userDrawn="1"/>
        </p:nvSpPr>
        <p:spPr>
          <a:xfrm>
            <a:off x="5007207" y="2794524"/>
            <a:ext cx="2160803" cy="2160803"/>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0" name="箭头: 下 14"/>
          <p:cNvSpPr/>
          <p:nvPr userDrawn="1"/>
        </p:nvSpPr>
        <p:spPr>
          <a:xfrm>
            <a:off x="5876412" y="2766866"/>
            <a:ext cx="422392" cy="651034"/>
          </a:xfrm>
          <a:prstGeom prst="downArrow">
            <a:avLst>
              <a:gd name="adj1" fmla="val 48920"/>
              <a:gd name="adj2" fmla="val 42437"/>
            </a:avLst>
          </a:prstGeom>
          <a:gradFill>
            <a:gsLst>
              <a:gs pos="11000">
                <a:schemeClr val="tx2">
                  <a:alpha val="0"/>
                </a:schemeClr>
              </a:gs>
              <a:gs pos="59000">
                <a:schemeClr val="accent3">
                  <a:shade val="100000"/>
                  <a:satMod val="11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sp>
        <p:nvSpPr>
          <p:cNvPr id="36" name="箭头: 下 14"/>
          <p:cNvSpPr/>
          <p:nvPr userDrawn="1"/>
        </p:nvSpPr>
        <p:spPr>
          <a:xfrm flipV="1">
            <a:off x="5876412" y="4331727"/>
            <a:ext cx="422392" cy="651034"/>
          </a:xfrm>
          <a:prstGeom prst="downArrow">
            <a:avLst>
              <a:gd name="adj1" fmla="val 48920"/>
              <a:gd name="adj2" fmla="val 42437"/>
            </a:avLst>
          </a:prstGeom>
          <a:gradFill>
            <a:gsLst>
              <a:gs pos="100000">
                <a:schemeClr val="accent1"/>
              </a:gs>
              <a:gs pos="23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sp>
        <p:nvSpPr>
          <p:cNvPr id="42" name="圆角矩形 55"/>
          <p:cNvSpPr/>
          <p:nvPr userDrawn="1"/>
        </p:nvSpPr>
        <p:spPr>
          <a:xfrm>
            <a:off x="730918" y="1633759"/>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61" name="文本占位符 37"/>
          <p:cNvSpPr>
            <a:spLocks noGrp="1"/>
          </p:cNvSpPr>
          <p:nvPr>
            <p:ph type="body" sz="quarter" idx="13" hasCustomPrompt="1"/>
          </p:nvPr>
        </p:nvSpPr>
        <p:spPr>
          <a:xfrm>
            <a:off x="734579" y="2132315"/>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报告的编制应实事求是，不偏不倚地反映审计事项</a:t>
            </a:r>
            <a:endParaRPr lang="zh-CN" altLang="en-US" dirty="0"/>
          </a:p>
        </p:txBody>
      </p:sp>
      <p:sp>
        <p:nvSpPr>
          <p:cNvPr id="64" name="文本占位符 63"/>
          <p:cNvSpPr>
            <a:spLocks noGrp="1"/>
          </p:cNvSpPr>
          <p:nvPr>
            <p:ph type="body" sz="quarter" idx="14" hasCustomPrompt="1"/>
          </p:nvPr>
        </p:nvSpPr>
        <p:spPr>
          <a:xfrm>
            <a:off x="734579" y="1633759"/>
            <a:ext cx="530153" cy="370886"/>
          </a:xfrm>
          <a:prstGeom prst="rect">
            <a:avLst/>
          </a:prstGeom>
        </p:spPr>
        <p:txBody>
          <a:bodyPr/>
          <a:lstStyle>
            <a:lvl1pPr marL="0" indent="0" algn="ctr">
              <a:buNone/>
              <a:defRPr sz="2000" b="1">
                <a:solidFill>
                  <a:schemeClr val="tx2"/>
                </a:solidFill>
              </a:defRPr>
            </a:lvl1pPr>
          </a:lstStyle>
          <a:p>
            <a:pPr lvl="0"/>
            <a:r>
              <a:rPr lang="en-US" altLang="zh-CN" dirty="0"/>
              <a:t>01</a:t>
            </a:r>
            <a:endParaRPr lang="zh-CN" altLang="en-US" dirty="0"/>
          </a:p>
        </p:txBody>
      </p:sp>
      <p:sp>
        <p:nvSpPr>
          <p:cNvPr id="69" name="圆角矩形 55"/>
          <p:cNvSpPr/>
          <p:nvPr userDrawn="1"/>
        </p:nvSpPr>
        <p:spPr>
          <a:xfrm>
            <a:off x="730918" y="3259742"/>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0" name="文本占位符 37"/>
          <p:cNvSpPr>
            <a:spLocks noGrp="1"/>
          </p:cNvSpPr>
          <p:nvPr>
            <p:ph type="body" sz="quarter" idx="15" hasCustomPrompt="1"/>
          </p:nvPr>
        </p:nvSpPr>
        <p:spPr>
          <a:xfrm>
            <a:off x="734579" y="3758298"/>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应按照规定的格式及内容编制，作到要素齐全，格式规范，不遗漏审计中发现的重大事项</a:t>
            </a:r>
            <a:endParaRPr lang="zh-CN" altLang="en-US" dirty="0"/>
          </a:p>
        </p:txBody>
      </p:sp>
      <p:sp>
        <p:nvSpPr>
          <p:cNvPr id="71" name="文本占位符 63"/>
          <p:cNvSpPr>
            <a:spLocks noGrp="1"/>
          </p:cNvSpPr>
          <p:nvPr>
            <p:ph type="body" sz="quarter" idx="16" hasCustomPrompt="1"/>
          </p:nvPr>
        </p:nvSpPr>
        <p:spPr>
          <a:xfrm>
            <a:off x="734579" y="3259742"/>
            <a:ext cx="530153" cy="370886"/>
          </a:xfrm>
          <a:prstGeom prst="rect">
            <a:avLst/>
          </a:prstGeom>
        </p:spPr>
        <p:txBody>
          <a:bodyPr/>
          <a:lstStyle>
            <a:lvl1pPr marL="0" indent="0" algn="ctr">
              <a:buNone/>
              <a:defRPr sz="2000" b="1">
                <a:solidFill>
                  <a:schemeClr val="tx2"/>
                </a:solidFill>
              </a:defRPr>
            </a:lvl1pPr>
          </a:lstStyle>
          <a:p>
            <a:pPr lvl="0"/>
            <a:r>
              <a:rPr lang="en-US" altLang="zh-CN" dirty="0"/>
              <a:t>02</a:t>
            </a:r>
            <a:endParaRPr lang="zh-CN" altLang="en-US" dirty="0"/>
          </a:p>
        </p:txBody>
      </p:sp>
      <p:sp>
        <p:nvSpPr>
          <p:cNvPr id="72" name="圆角矩形 55"/>
          <p:cNvSpPr/>
          <p:nvPr userDrawn="1"/>
        </p:nvSpPr>
        <p:spPr>
          <a:xfrm>
            <a:off x="730918" y="4799886"/>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3" name="文本占位符 37"/>
          <p:cNvSpPr>
            <a:spLocks noGrp="1"/>
          </p:cNvSpPr>
          <p:nvPr>
            <p:ph type="body" sz="quarter" idx="17" hasCustomPrompt="1"/>
          </p:nvPr>
        </p:nvSpPr>
        <p:spPr>
          <a:xfrm>
            <a:off x="734579" y="5298442"/>
            <a:ext cx="2870902" cy="906569"/>
          </a:xfrm>
          <a:prstGeom prst="rect">
            <a:avLst/>
          </a:prstGeom>
        </p:spPr>
        <p:txBody>
          <a:bodyPr/>
          <a:lstStyle>
            <a:lvl1pPr marL="0" indent="0">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应突出重点，简明扼要，易于理解</a:t>
            </a:r>
            <a:endParaRPr lang="zh-CN" altLang="en-US" dirty="0"/>
          </a:p>
        </p:txBody>
      </p:sp>
      <p:sp>
        <p:nvSpPr>
          <p:cNvPr id="74" name="文本占位符 63"/>
          <p:cNvSpPr>
            <a:spLocks noGrp="1"/>
          </p:cNvSpPr>
          <p:nvPr>
            <p:ph type="body" sz="quarter" idx="18" hasCustomPrompt="1"/>
          </p:nvPr>
        </p:nvSpPr>
        <p:spPr>
          <a:xfrm>
            <a:off x="734579" y="4799886"/>
            <a:ext cx="530153" cy="370886"/>
          </a:xfrm>
          <a:prstGeom prst="rect">
            <a:avLst/>
          </a:prstGeom>
        </p:spPr>
        <p:txBody>
          <a:bodyPr/>
          <a:lstStyle>
            <a:lvl1pPr marL="0" indent="0" algn="ctr">
              <a:buNone/>
              <a:defRPr sz="2000" b="1">
                <a:solidFill>
                  <a:schemeClr val="tx2"/>
                </a:solidFill>
              </a:defRPr>
            </a:lvl1pPr>
          </a:lstStyle>
          <a:p>
            <a:pPr lvl="0"/>
            <a:r>
              <a:rPr lang="en-US" altLang="zh-CN" dirty="0"/>
              <a:t>03</a:t>
            </a:r>
            <a:endParaRPr lang="zh-CN" altLang="en-US" dirty="0"/>
          </a:p>
        </p:txBody>
      </p:sp>
      <p:sp>
        <p:nvSpPr>
          <p:cNvPr id="75" name="圆角矩形 55"/>
          <p:cNvSpPr/>
          <p:nvPr userDrawn="1"/>
        </p:nvSpPr>
        <p:spPr>
          <a:xfrm>
            <a:off x="10125044" y="1755601"/>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76" name="文本占位符 37"/>
          <p:cNvSpPr>
            <a:spLocks noGrp="1"/>
          </p:cNvSpPr>
          <p:nvPr>
            <p:ph type="body" sz="quarter" idx="19" hasCustomPrompt="1"/>
          </p:nvPr>
        </p:nvSpPr>
        <p:spPr>
          <a:xfrm>
            <a:off x="8586519" y="2181371"/>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报告的编制应实事求是，不偏不倚地反映审计事项</a:t>
            </a:r>
            <a:endParaRPr lang="zh-CN" altLang="en-US" dirty="0"/>
          </a:p>
        </p:txBody>
      </p:sp>
      <p:sp>
        <p:nvSpPr>
          <p:cNvPr id="77" name="文本占位符 63"/>
          <p:cNvSpPr>
            <a:spLocks noGrp="1"/>
          </p:cNvSpPr>
          <p:nvPr>
            <p:ph type="body" sz="quarter" idx="20" hasCustomPrompt="1"/>
          </p:nvPr>
        </p:nvSpPr>
        <p:spPr>
          <a:xfrm>
            <a:off x="10961419" y="1759015"/>
            <a:ext cx="530153" cy="370886"/>
          </a:xfrm>
          <a:prstGeom prst="rect">
            <a:avLst/>
          </a:prstGeom>
        </p:spPr>
        <p:txBody>
          <a:bodyPr/>
          <a:lstStyle>
            <a:lvl1pPr marL="0" indent="0" algn="ctr">
              <a:buNone/>
              <a:defRPr sz="2000" b="1">
                <a:solidFill>
                  <a:schemeClr val="tx2"/>
                </a:solidFill>
              </a:defRPr>
            </a:lvl1pPr>
          </a:lstStyle>
          <a:p>
            <a:pPr lvl="0"/>
            <a:r>
              <a:rPr lang="en-US" altLang="zh-CN" dirty="0"/>
              <a:t>01</a:t>
            </a:r>
            <a:endParaRPr lang="zh-CN" altLang="en-US" dirty="0"/>
          </a:p>
        </p:txBody>
      </p:sp>
      <p:sp>
        <p:nvSpPr>
          <p:cNvPr id="78" name="圆角矩形 55"/>
          <p:cNvSpPr/>
          <p:nvPr userDrawn="1"/>
        </p:nvSpPr>
        <p:spPr>
          <a:xfrm>
            <a:off x="10125044" y="3381584"/>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80" name="文本占位符 37"/>
          <p:cNvSpPr>
            <a:spLocks noGrp="1"/>
          </p:cNvSpPr>
          <p:nvPr>
            <p:ph type="body" sz="quarter" idx="21" hasCustomPrompt="1"/>
          </p:nvPr>
        </p:nvSpPr>
        <p:spPr>
          <a:xfrm>
            <a:off x="8586519" y="3807354"/>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应按照规定的格式及内容编制，作到要素齐全，格式规范，不遗漏审计中发现的重大事项</a:t>
            </a:r>
            <a:endParaRPr lang="zh-CN" altLang="en-US" dirty="0"/>
          </a:p>
        </p:txBody>
      </p:sp>
      <p:sp>
        <p:nvSpPr>
          <p:cNvPr id="81" name="文本占位符 63"/>
          <p:cNvSpPr>
            <a:spLocks noGrp="1"/>
          </p:cNvSpPr>
          <p:nvPr>
            <p:ph type="body" sz="quarter" idx="22" hasCustomPrompt="1"/>
          </p:nvPr>
        </p:nvSpPr>
        <p:spPr>
          <a:xfrm>
            <a:off x="10961419" y="3384998"/>
            <a:ext cx="530153" cy="370886"/>
          </a:xfrm>
          <a:prstGeom prst="rect">
            <a:avLst/>
          </a:prstGeom>
        </p:spPr>
        <p:txBody>
          <a:bodyPr/>
          <a:lstStyle>
            <a:lvl1pPr marL="0" indent="0" algn="ctr">
              <a:buNone/>
              <a:defRPr sz="2000" b="1">
                <a:solidFill>
                  <a:schemeClr val="tx2"/>
                </a:solidFill>
              </a:defRPr>
            </a:lvl1pPr>
          </a:lstStyle>
          <a:p>
            <a:pPr lvl="0"/>
            <a:r>
              <a:rPr lang="en-US" altLang="zh-CN" dirty="0"/>
              <a:t>02</a:t>
            </a:r>
            <a:endParaRPr lang="zh-CN" altLang="en-US" dirty="0"/>
          </a:p>
        </p:txBody>
      </p:sp>
      <p:sp>
        <p:nvSpPr>
          <p:cNvPr id="82" name="圆角矩形 55"/>
          <p:cNvSpPr/>
          <p:nvPr userDrawn="1"/>
        </p:nvSpPr>
        <p:spPr>
          <a:xfrm>
            <a:off x="10125044" y="4921728"/>
            <a:ext cx="1374999" cy="370886"/>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101010"/>
              </a:solidFill>
              <a:latin typeface="Calibri" panose="020F0502020204030204"/>
              <a:ea typeface="等线" panose="02010600030101010101" charset="-122"/>
            </a:endParaRPr>
          </a:p>
        </p:txBody>
      </p:sp>
      <p:sp>
        <p:nvSpPr>
          <p:cNvPr id="83" name="文本占位符 37"/>
          <p:cNvSpPr>
            <a:spLocks noGrp="1"/>
          </p:cNvSpPr>
          <p:nvPr>
            <p:ph type="body" sz="quarter" idx="23" hasCustomPrompt="1"/>
          </p:nvPr>
        </p:nvSpPr>
        <p:spPr>
          <a:xfrm>
            <a:off x="8586519" y="5347498"/>
            <a:ext cx="2870902" cy="906569"/>
          </a:xfrm>
          <a:prstGeom prst="rect">
            <a:avLst/>
          </a:prstGeom>
        </p:spPr>
        <p:txBody>
          <a:bodyPr/>
          <a:lstStyle>
            <a:lvl1pPr marL="0" indent="0" algn="r">
              <a:lnSpc>
                <a:spcPct val="150000"/>
              </a:lnSpc>
              <a:buNone/>
              <a:defRPr sz="16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应突出重点，简明扼要，易于理解</a:t>
            </a:r>
            <a:endParaRPr lang="zh-CN" altLang="en-US" dirty="0"/>
          </a:p>
        </p:txBody>
      </p:sp>
      <p:sp>
        <p:nvSpPr>
          <p:cNvPr id="84" name="文本占位符 63"/>
          <p:cNvSpPr>
            <a:spLocks noGrp="1"/>
          </p:cNvSpPr>
          <p:nvPr>
            <p:ph type="body" sz="quarter" idx="24" hasCustomPrompt="1"/>
          </p:nvPr>
        </p:nvSpPr>
        <p:spPr>
          <a:xfrm>
            <a:off x="10961419" y="4925142"/>
            <a:ext cx="530153" cy="370886"/>
          </a:xfrm>
          <a:prstGeom prst="rect">
            <a:avLst/>
          </a:prstGeom>
        </p:spPr>
        <p:txBody>
          <a:bodyPr/>
          <a:lstStyle>
            <a:lvl1pPr marL="0" indent="0" algn="ctr">
              <a:buNone/>
              <a:defRPr sz="2000" b="1">
                <a:solidFill>
                  <a:schemeClr val="tx2"/>
                </a:solidFill>
              </a:defRPr>
            </a:lvl1pPr>
          </a:lstStyle>
          <a:p>
            <a:pPr lvl="0"/>
            <a:r>
              <a:rPr lang="en-US" altLang="zh-CN" dirty="0"/>
              <a:t>03</a:t>
            </a:r>
            <a:endParaRPr lang="zh-CN" altLang="en-US" dirty="0"/>
          </a:p>
        </p:txBody>
      </p:sp>
      <p:sp>
        <p:nvSpPr>
          <p:cNvPr id="86" name="文本占位符 85"/>
          <p:cNvSpPr>
            <a:spLocks noGrp="1"/>
          </p:cNvSpPr>
          <p:nvPr>
            <p:ph type="body" sz="quarter" idx="25" hasCustomPrompt="1"/>
          </p:nvPr>
        </p:nvSpPr>
        <p:spPr>
          <a:xfrm>
            <a:off x="5668028" y="3624020"/>
            <a:ext cx="947380" cy="507781"/>
          </a:xfrm>
          <a:prstGeom prst="rect">
            <a:avLst/>
          </a:prstGeom>
        </p:spPr>
        <p:txBody>
          <a:bodyPr/>
          <a:lstStyle>
            <a:lvl1pPr marL="0" indent="0">
              <a:buNone/>
              <a:defRPr b="1">
                <a:solidFill>
                  <a:schemeClr val="accent3"/>
                </a:solidFill>
              </a:defRPr>
            </a:lvl1pPr>
          </a:lstStyle>
          <a:p>
            <a:pPr lvl="0"/>
            <a:r>
              <a:rPr lang="zh-CN" altLang="en-US" dirty="0"/>
              <a:t>原则</a:t>
            </a:r>
            <a:endParaRPr lang="zh-CN" altLang="en-US" dirty="0"/>
          </a:p>
        </p:txBody>
      </p:sp>
      <p:sp>
        <p:nvSpPr>
          <p:cNvPr id="87" name="箭头: 下 14"/>
          <p:cNvSpPr/>
          <p:nvPr userDrawn="1"/>
        </p:nvSpPr>
        <p:spPr>
          <a:xfrm rot="10800000">
            <a:off x="5900656" y="4354562"/>
            <a:ext cx="422392" cy="651034"/>
          </a:xfrm>
          <a:prstGeom prst="downArrow">
            <a:avLst>
              <a:gd name="adj1" fmla="val 48920"/>
              <a:gd name="adj2" fmla="val 42437"/>
            </a:avLst>
          </a:prstGeom>
          <a:gradFill>
            <a:gsLst>
              <a:gs pos="11000">
                <a:schemeClr val="tx2">
                  <a:alpha val="0"/>
                </a:schemeClr>
              </a:gs>
              <a:gs pos="59000">
                <a:schemeClr val="accent3">
                  <a:shade val="100000"/>
                  <a:satMod val="115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Calibri" panose="020F0502020204030204"/>
              <a:ea typeface="等线" panose="02010600030101010101" charset="-122"/>
              <a:cs typeface="+mn-cs"/>
            </a:endParaRPr>
          </a:p>
        </p:txBody>
      </p:sp>
      <p:pic>
        <p:nvPicPr>
          <p:cNvPr id="8" name="图片 7"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文字模板1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5" name="任意多边形: 形状 24"/>
          <p:cNvSpPr/>
          <p:nvPr userDrawn="1"/>
        </p:nvSpPr>
        <p:spPr>
          <a:xfrm>
            <a:off x="19050" y="1834452"/>
            <a:ext cx="6352727" cy="4259938"/>
          </a:xfrm>
          <a:custGeom>
            <a:avLst/>
            <a:gdLst>
              <a:gd name="connsiteX0" fmla="*/ 0 w 6352727"/>
              <a:gd name="connsiteY0" fmla="*/ 0 h 4259938"/>
              <a:gd name="connsiteX1" fmla="*/ 4222759 w 6352727"/>
              <a:gd name="connsiteY1" fmla="*/ 0 h 4259938"/>
              <a:gd name="connsiteX2" fmla="*/ 6352727 w 6352727"/>
              <a:gd name="connsiteY2" fmla="*/ 2129969 h 4259938"/>
              <a:gd name="connsiteX3" fmla="*/ 4222759 w 6352727"/>
              <a:gd name="connsiteY3" fmla="*/ 4259938 h 4259938"/>
              <a:gd name="connsiteX4" fmla="*/ 0 w 6352727"/>
              <a:gd name="connsiteY4" fmla="*/ 4259938 h 4259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2727" h="4259938">
                <a:moveTo>
                  <a:pt x="0" y="0"/>
                </a:moveTo>
                <a:lnTo>
                  <a:pt x="4222759" y="0"/>
                </a:lnTo>
                <a:cubicBezTo>
                  <a:pt x="5399107" y="0"/>
                  <a:pt x="6352727" y="953620"/>
                  <a:pt x="6352727" y="2129969"/>
                </a:cubicBezTo>
                <a:cubicBezTo>
                  <a:pt x="6352727" y="3306318"/>
                  <a:pt x="5399107" y="4259938"/>
                  <a:pt x="4222759" y="4259938"/>
                </a:cubicBezTo>
                <a:lnTo>
                  <a:pt x="0" y="4259938"/>
                </a:lnTo>
                <a:close/>
              </a:path>
            </a:pathLst>
          </a:custGeom>
          <a:solidFill>
            <a:schemeClr val="bg1">
              <a:alpha val="70000"/>
            </a:schemeClr>
          </a:solid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6" name="任意多边形: 形状 25"/>
          <p:cNvSpPr/>
          <p:nvPr userDrawn="1"/>
        </p:nvSpPr>
        <p:spPr>
          <a:xfrm flipH="1">
            <a:off x="5858323" y="1834452"/>
            <a:ext cx="6352727" cy="4259938"/>
          </a:xfrm>
          <a:custGeom>
            <a:avLst/>
            <a:gdLst>
              <a:gd name="connsiteX0" fmla="*/ 4222758 w 6352727"/>
              <a:gd name="connsiteY0" fmla="*/ 0 h 4259938"/>
              <a:gd name="connsiteX1" fmla="*/ 0 w 6352727"/>
              <a:gd name="connsiteY1" fmla="*/ 0 h 4259938"/>
              <a:gd name="connsiteX2" fmla="*/ 0 w 6352727"/>
              <a:gd name="connsiteY2" fmla="*/ 4259938 h 4259938"/>
              <a:gd name="connsiteX3" fmla="*/ 4222758 w 6352727"/>
              <a:gd name="connsiteY3" fmla="*/ 4259938 h 4259938"/>
              <a:gd name="connsiteX4" fmla="*/ 6352727 w 6352727"/>
              <a:gd name="connsiteY4" fmla="*/ 2129969 h 4259938"/>
              <a:gd name="connsiteX5" fmla="*/ 4222758 w 6352727"/>
              <a:gd name="connsiteY5" fmla="*/ 0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2727" h="4259938">
                <a:moveTo>
                  <a:pt x="4222758" y="0"/>
                </a:moveTo>
                <a:lnTo>
                  <a:pt x="0" y="0"/>
                </a:lnTo>
                <a:lnTo>
                  <a:pt x="0" y="4259938"/>
                </a:lnTo>
                <a:lnTo>
                  <a:pt x="4222758" y="4259938"/>
                </a:lnTo>
                <a:cubicBezTo>
                  <a:pt x="5399107" y="4259938"/>
                  <a:pt x="6352727" y="3306318"/>
                  <a:pt x="6352727" y="2129969"/>
                </a:cubicBezTo>
                <a:cubicBezTo>
                  <a:pt x="6352727" y="953620"/>
                  <a:pt x="5399107" y="0"/>
                  <a:pt x="4222758" y="0"/>
                </a:cubicBezTo>
                <a:close/>
              </a:path>
            </a:pathLst>
          </a:custGeom>
          <a:solidFill>
            <a:schemeClr val="bg1">
              <a:alpha val="70000"/>
            </a:schemeClr>
          </a:solid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sym typeface="+mn-lt"/>
            </a:endParaRPr>
          </a:p>
        </p:txBody>
      </p:sp>
      <p:sp>
        <p:nvSpPr>
          <p:cNvPr id="27" name="任意多边形: 形状 26"/>
          <p:cNvSpPr/>
          <p:nvPr userDrawn="1"/>
        </p:nvSpPr>
        <p:spPr>
          <a:xfrm>
            <a:off x="19050" y="1906774"/>
            <a:ext cx="6352727" cy="4259938"/>
          </a:xfrm>
          <a:custGeom>
            <a:avLst/>
            <a:gdLst>
              <a:gd name="connsiteX0" fmla="*/ 0 w 6352727"/>
              <a:gd name="connsiteY0" fmla="*/ 0 h 4259938"/>
              <a:gd name="connsiteX1" fmla="*/ 4222759 w 6352727"/>
              <a:gd name="connsiteY1" fmla="*/ 0 h 4259938"/>
              <a:gd name="connsiteX2" fmla="*/ 6352727 w 6352727"/>
              <a:gd name="connsiteY2" fmla="*/ 2129969 h 4259938"/>
              <a:gd name="connsiteX3" fmla="*/ 4222759 w 6352727"/>
              <a:gd name="connsiteY3" fmla="*/ 4259938 h 4259938"/>
              <a:gd name="connsiteX4" fmla="*/ 0 w 6352727"/>
              <a:gd name="connsiteY4" fmla="*/ 4259938 h 4259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2727" h="4259938">
                <a:moveTo>
                  <a:pt x="0" y="0"/>
                </a:moveTo>
                <a:lnTo>
                  <a:pt x="4222759" y="0"/>
                </a:lnTo>
                <a:cubicBezTo>
                  <a:pt x="5399107" y="0"/>
                  <a:pt x="6352727" y="953620"/>
                  <a:pt x="6352727" y="2129969"/>
                </a:cubicBezTo>
                <a:cubicBezTo>
                  <a:pt x="6352727" y="3306318"/>
                  <a:pt x="5399107" y="4259938"/>
                  <a:pt x="4222759" y="4259938"/>
                </a:cubicBezTo>
                <a:lnTo>
                  <a:pt x="0" y="4259938"/>
                </a:lnTo>
                <a:close/>
              </a:path>
            </a:pathLst>
          </a:cu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8" name="任意多边形: 形状 27"/>
          <p:cNvSpPr/>
          <p:nvPr userDrawn="1"/>
        </p:nvSpPr>
        <p:spPr>
          <a:xfrm flipH="1">
            <a:off x="5858323" y="1906774"/>
            <a:ext cx="6352727" cy="4259938"/>
          </a:xfrm>
          <a:custGeom>
            <a:avLst/>
            <a:gdLst>
              <a:gd name="connsiteX0" fmla="*/ 4222758 w 6352727"/>
              <a:gd name="connsiteY0" fmla="*/ 0 h 4259938"/>
              <a:gd name="connsiteX1" fmla="*/ 0 w 6352727"/>
              <a:gd name="connsiteY1" fmla="*/ 0 h 4259938"/>
              <a:gd name="connsiteX2" fmla="*/ 0 w 6352727"/>
              <a:gd name="connsiteY2" fmla="*/ 4259938 h 4259938"/>
              <a:gd name="connsiteX3" fmla="*/ 4222758 w 6352727"/>
              <a:gd name="connsiteY3" fmla="*/ 4259938 h 4259938"/>
              <a:gd name="connsiteX4" fmla="*/ 6352727 w 6352727"/>
              <a:gd name="connsiteY4" fmla="*/ 2129969 h 4259938"/>
              <a:gd name="connsiteX5" fmla="*/ 4222758 w 6352727"/>
              <a:gd name="connsiteY5" fmla="*/ 0 h 4259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52727" h="4259938">
                <a:moveTo>
                  <a:pt x="4222758" y="0"/>
                </a:moveTo>
                <a:lnTo>
                  <a:pt x="0" y="0"/>
                </a:lnTo>
                <a:lnTo>
                  <a:pt x="0" y="4259938"/>
                </a:lnTo>
                <a:lnTo>
                  <a:pt x="4222758" y="4259938"/>
                </a:lnTo>
                <a:cubicBezTo>
                  <a:pt x="5399107" y="4259938"/>
                  <a:pt x="6352727" y="3306318"/>
                  <a:pt x="6352727" y="2129969"/>
                </a:cubicBezTo>
                <a:cubicBezTo>
                  <a:pt x="6352727" y="953620"/>
                  <a:pt x="5399107" y="0"/>
                  <a:pt x="4222758" y="0"/>
                </a:cubicBezTo>
                <a:close/>
              </a:path>
            </a:pathLst>
          </a:custGeom>
          <a:solidFill>
            <a:schemeClr val="accent1">
              <a:alpha val="3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sym typeface="+mn-lt"/>
            </a:endParaRPr>
          </a:p>
        </p:txBody>
      </p:sp>
      <p:sp>
        <p:nvSpPr>
          <p:cNvPr id="29" name="椭圆 28"/>
          <p:cNvSpPr/>
          <p:nvPr userDrawn="1"/>
        </p:nvSpPr>
        <p:spPr>
          <a:xfrm>
            <a:off x="4085220" y="2947954"/>
            <a:ext cx="1921396" cy="1921396"/>
          </a:xfrm>
          <a:prstGeom prst="ellipse">
            <a:avLst/>
          </a:prstGeom>
          <a:solidFill>
            <a:schemeClr val="accent3"/>
          </a:solidFill>
          <a:ln w="9525">
            <a:noFill/>
          </a:ln>
          <a:effectLst>
            <a:outerShdw blurRad="190500" dist="88900" dir="2700000" sx="98000" sy="98000" algn="tl" rotWithShape="0">
              <a:schemeClr val="accent1">
                <a:alpha val="32000"/>
              </a:schemeClr>
            </a:out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spAutoFit/>
          </a:bodyPr>
          <a:lstStyle/>
          <a:p>
            <a:pPr algn="ctr" defTabSz="2889250">
              <a:lnSpc>
                <a:spcPct val="90000"/>
              </a:lnSpc>
              <a:spcBef>
                <a:spcPct val="0"/>
              </a:spcBef>
              <a:spcAft>
                <a:spcPct val="35000"/>
              </a:spcAft>
            </a:pPr>
            <a:endParaRPr lang="zh-CN" altLang="en-US">
              <a:sym typeface="+mn-lt"/>
            </a:endParaRPr>
          </a:p>
        </p:txBody>
      </p:sp>
      <p:sp>
        <p:nvSpPr>
          <p:cNvPr id="30" name="椭圆 29"/>
          <p:cNvSpPr/>
          <p:nvPr userDrawn="1"/>
        </p:nvSpPr>
        <p:spPr>
          <a:xfrm>
            <a:off x="6217497" y="2947954"/>
            <a:ext cx="1921396" cy="1921396"/>
          </a:xfrm>
          <a:prstGeom prst="ellipse">
            <a:avLst/>
          </a:prstGeom>
          <a:solidFill>
            <a:schemeClr val="accent2"/>
          </a:solidFill>
          <a:ln w="9525">
            <a:noFill/>
          </a:ln>
          <a:effectLst>
            <a:outerShdw blurRad="190500" dist="88900" dir="2700000" sx="98000" sy="98000" algn="tl" rotWithShape="0">
              <a:schemeClr val="accent1">
                <a:alpha val="32000"/>
              </a:schemeClr>
            </a:outerShdw>
          </a:effectLst>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306155" tIns="839893" rIns="994325" bIns="623147" numCol="1" spcCol="1270" anchor="ctr" anchorCtr="0">
            <a:spAutoFit/>
          </a:bodyPr>
          <a:lstStyle/>
          <a:p>
            <a:pPr marL="0" marR="0" lvl="0" indent="0" algn="ctr" defTabSz="2889250" rtl="0" eaLnBrk="1" fontAlgn="auto" latinLnBrk="0" hangingPunct="1">
              <a:lnSpc>
                <a:spcPct val="90000"/>
              </a:lnSpc>
              <a:spcBef>
                <a:spcPct val="0"/>
              </a:spcBef>
              <a:spcAft>
                <a:spcPct val="35000"/>
              </a:spcAft>
              <a:buClrTx/>
              <a:buSzTx/>
              <a:buFontTx/>
              <a:buNone/>
              <a:defRPr/>
            </a:pPr>
            <a:endParaRPr lang="zh-CN" altLang="en-US">
              <a:sym typeface="+mn-lt"/>
            </a:endParaRPr>
          </a:p>
        </p:txBody>
      </p:sp>
      <p:sp>
        <p:nvSpPr>
          <p:cNvPr id="37" name="椭圆 36"/>
          <p:cNvSpPr/>
          <p:nvPr userDrawn="1"/>
        </p:nvSpPr>
        <p:spPr>
          <a:xfrm>
            <a:off x="825507" y="2377653"/>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38" name="椭圆 37"/>
          <p:cNvSpPr/>
          <p:nvPr userDrawn="1"/>
        </p:nvSpPr>
        <p:spPr>
          <a:xfrm>
            <a:off x="825507" y="3343915"/>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39" name="椭圆 38"/>
          <p:cNvSpPr/>
          <p:nvPr userDrawn="1"/>
        </p:nvSpPr>
        <p:spPr>
          <a:xfrm>
            <a:off x="825507" y="4354530"/>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dirty="0">
              <a:sym typeface="+mn-lt"/>
            </a:endParaRPr>
          </a:p>
        </p:txBody>
      </p:sp>
      <p:sp>
        <p:nvSpPr>
          <p:cNvPr id="40" name="椭圆 39"/>
          <p:cNvSpPr/>
          <p:nvPr userDrawn="1"/>
        </p:nvSpPr>
        <p:spPr>
          <a:xfrm>
            <a:off x="825507" y="5321196"/>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5" name="椭圆 44"/>
          <p:cNvSpPr/>
          <p:nvPr userDrawn="1"/>
        </p:nvSpPr>
        <p:spPr>
          <a:xfrm>
            <a:off x="11318111" y="2377653"/>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6" name="椭圆 45"/>
          <p:cNvSpPr/>
          <p:nvPr userDrawn="1"/>
        </p:nvSpPr>
        <p:spPr>
          <a:xfrm>
            <a:off x="11318111" y="3343915"/>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7" name="椭圆 46"/>
          <p:cNvSpPr/>
          <p:nvPr userDrawn="1"/>
        </p:nvSpPr>
        <p:spPr>
          <a:xfrm>
            <a:off x="11318111" y="4354530"/>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dirty="0">
              <a:sym typeface="+mn-lt"/>
            </a:endParaRPr>
          </a:p>
        </p:txBody>
      </p:sp>
      <p:sp>
        <p:nvSpPr>
          <p:cNvPr id="48" name="椭圆 47"/>
          <p:cNvSpPr/>
          <p:nvPr userDrawn="1"/>
        </p:nvSpPr>
        <p:spPr>
          <a:xfrm>
            <a:off x="11318111" y="5321196"/>
            <a:ext cx="119500" cy="119500"/>
          </a:xfrm>
          <a:prstGeom prst="ellipse">
            <a:avLst/>
          </a:prstGeom>
          <a:solidFill>
            <a:schemeClr val="accent1"/>
          </a:solidFill>
          <a:ln w="25400">
            <a:solidFill>
              <a:schemeClr val="bg1"/>
            </a:solidFill>
          </a:ln>
          <a:effectLst>
            <a:outerShdw blurRad="139700" dist="38100" dir="2700000" algn="tl" rotWithShape="0">
              <a:schemeClr val="accent1">
                <a:alpha val="2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zh-CN" altLang="en-US">
              <a:sym typeface="+mn-lt"/>
            </a:endParaRPr>
          </a:p>
        </p:txBody>
      </p:sp>
      <p:sp>
        <p:nvSpPr>
          <p:cNvPr id="49" name="文本占位符 35"/>
          <p:cNvSpPr>
            <a:spLocks noGrp="1"/>
          </p:cNvSpPr>
          <p:nvPr>
            <p:ph type="body" sz="quarter" idx="16"/>
          </p:nvPr>
        </p:nvSpPr>
        <p:spPr>
          <a:xfrm>
            <a:off x="1091203" y="2349402"/>
            <a:ext cx="2553646" cy="841145"/>
          </a:xfrm>
          <a:prstGeom prst="rect">
            <a:avLst/>
          </a:prstGeom>
        </p:spPr>
        <p:txBody>
          <a:bodyPr/>
          <a:lstStyle>
            <a:lvl1pPr marL="0" indent="0" algn="l">
              <a:lnSpc>
                <a:spcPct val="100000"/>
              </a:lnSpc>
              <a:buNone/>
              <a:defRPr sz="1200">
                <a:solidFill>
                  <a:schemeClr val="accent6"/>
                </a:solidFill>
              </a:defRPr>
            </a:lvl1pPr>
          </a:lstStyle>
          <a:p>
            <a:pPr lvl="0"/>
            <a:endParaRPr lang="zh-CN" altLang="en-US" dirty="0"/>
          </a:p>
        </p:txBody>
      </p:sp>
      <p:sp>
        <p:nvSpPr>
          <p:cNvPr id="50" name="文本占位符 35"/>
          <p:cNvSpPr>
            <a:spLocks noGrp="1"/>
          </p:cNvSpPr>
          <p:nvPr>
            <p:ph type="body" sz="quarter" idx="17" hasCustomPrompt="1"/>
          </p:nvPr>
        </p:nvSpPr>
        <p:spPr>
          <a:xfrm>
            <a:off x="1091203" y="3262870"/>
            <a:ext cx="2553646" cy="953320"/>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1" name="文本占位符 35"/>
          <p:cNvSpPr>
            <a:spLocks noGrp="1"/>
          </p:cNvSpPr>
          <p:nvPr>
            <p:ph type="body" sz="quarter" idx="18" hasCustomPrompt="1"/>
          </p:nvPr>
        </p:nvSpPr>
        <p:spPr>
          <a:xfrm>
            <a:off x="1091203" y="4350010"/>
            <a:ext cx="2553646" cy="841145"/>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2" name="文本占位符 35"/>
          <p:cNvSpPr>
            <a:spLocks noGrp="1"/>
          </p:cNvSpPr>
          <p:nvPr>
            <p:ph type="body" sz="quarter" idx="19" hasCustomPrompt="1"/>
          </p:nvPr>
        </p:nvSpPr>
        <p:spPr>
          <a:xfrm>
            <a:off x="1091203" y="5263478"/>
            <a:ext cx="2553646" cy="953320"/>
          </a:xfrm>
          <a:prstGeom prst="rect">
            <a:avLst/>
          </a:prstGeom>
        </p:spPr>
        <p:txBody>
          <a:bodyPr/>
          <a:lstStyle>
            <a:lvl1pPr marL="0" indent="0" algn="l">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3" name="文本占位符 35"/>
          <p:cNvSpPr>
            <a:spLocks noGrp="1"/>
          </p:cNvSpPr>
          <p:nvPr>
            <p:ph type="body" sz="quarter" idx="20" hasCustomPrompt="1"/>
          </p:nvPr>
        </p:nvSpPr>
        <p:spPr>
          <a:xfrm>
            <a:off x="8585251" y="2349402"/>
            <a:ext cx="2553646" cy="841145"/>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4" name="文本占位符 35"/>
          <p:cNvSpPr>
            <a:spLocks noGrp="1"/>
          </p:cNvSpPr>
          <p:nvPr>
            <p:ph type="body" sz="quarter" idx="21" hasCustomPrompt="1"/>
          </p:nvPr>
        </p:nvSpPr>
        <p:spPr>
          <a:xfrm>
            <a:off x="8585251" y="3262870"/>
            <a:ext cx="2553646" cy="953320"/>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5" name="文本占位符 35"/>
          <p:cNvSpPr>
            <a:spLocks noGrp="1"/>
          </p:cNvSpPr>
          <p:nvPr>
            <p:ph type="body" sz="quarter" idx="22" hasCustomPrompt="1"/>
          </p:nvPr>
        </p:nvSpPr>
        <p:spPr>
          <a:xfrm>
            <a:off x="8585251" y="4338164"/>
            <a:ext cx="2553646" cy="841145"/>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6" name="文本占位符 35"/>
          <p:cNvSpPr>
            <a:spLocks noGrp="1"/>
          </p:cNvSpPr>
          <p:nvPr>
            <p:ph type="body" sz="quarter" idx="23" hasCustomPrompt="1"/>
          </p:nvPr>
        </p:nvSpPr>
        <p:spPr>
          <a:xfrm>
            <a:off x="8585251" y="5251632"/>
            <a:ext cx="2553646" cy="953320"/>
          </a:xfrm>
          <a:prstGeom prst="rect">
            <a:avLst/>
          </a:prstGeom>
        </p:spPr>
        <p:txBody>
          <a:bodyPr/>
          <a:lstStyle>
            <a:lvl1pPr marL="0" indent="0" algn="r">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57" name="文本占位符 85"/>
          <p:cNvSpPr>
            <a:spLocks noGrp="1"/>
          </p:cNvSpPr>
          <p:nvPr>
            <p:ph type="body" sz="quarter" idx="25" hasCustomPrompt="1"/>
          </p:nvPr>
        </p:nvSpPr>
        <p:spPr>
          <a:xfrm>
            <a:off x="4625657" y="3434453"/>
            <a:ext cx="840522" cy="961966"/>
          </a:xfrm>
          <a:prstGeom prst="rect">
            <a:avLst/>
          </a:prstGeom>
        </p:spPr>
        <p:txBody>
          <a:bodyPr/>
          <a:lstStyle>
            <a:lvl1pPr marL="0" indent="0" algn="dist">
              <a:lnSpc>
                <a:spcPct val="100000"/>
              </a:lnSpc>
              <a:buNone/>
              <a:defRPr sz="2400" b="1">
                <a:solidFill>
                  <a:schemeClr val="tx2"/>
                </a:solidFill>
                <a:latin typeface="+mn-ea"/>
                <a:ea typeface="+mn-ea"/>
              </a:defRPr>
            </a:lvl1pPr>
          </a:lstStyle>
          <a:p>
            <a:pPr lvl="0"/>
            <a:r>
              <a:rPr lang="zh-CN" altLang="en-US" dirty="0"/>
              <a:t>基本</a:t>
            </a:r>
            <a:endParaRPr lang="en-US" altLang="zh-CN" dirty="0"/>
          </a:p>
          <a:p>
            <a:pPr lvl="0"/>
            <a:r>
              <a:rPr lang="zh-CN" altLang="en-US" dirty="0"/>
              <a:t>原则</a:t>
            </a:r>
            <a:endParaRPr lang="zh-CN" altLang="en-US" dirty="0"/>
          </a:p>
        </p:txBody>
      </p:sp>
      <p:sp>
        <p:nvSpPr>
          <p:cNvPr id="58" name="文本占位符 85"/>
          <p:cNvSpPr>
            <a:spLocks noGrp="1"/>
          </p:cNvSpPr>
          <p:nvPr>
            <p:ph type="body" sz="quarter" idx="26" hasCustomPrompt="1"/>
          </p:nvPr>
        </p:nvSpPr>
        <p:spPr>
          <a:xfrm>
            <a:off x="6762861" y="3445521"/>
            <a:ext cx="840522" cy="961966"/>
          </a:xfrm>
          <a:prstGeom prst="rect">
            <a:avLst/>
          </a:prstGeom>
        </p:spPr>
        <p:txBody>
          <a:bodyPr/>
          <a:lstStyle>
            <a:lvl1pPr marL="0" indent="0" algn="dist">
              <a:lnSpc>
                <a:spcPct val="100000"/>
              </a:lnSpc>
              <a:buNone/>
              <a:defRPr sz="2400" b="1">
                <a:solidFill>
                  <a:schemeClr val="tx2"/>
                </a:solidFill>
                <a:latin typeface="+mn-ea"/>
                <a:ea typeface="+mn-ea"/>
              </a:defRPr>
            </a:lvl1pPr>
          </a:lstStyle>
          <a:p>
            <a:pPr lvl="0"/>
            <a:r>
              <a:rPr lang="zh-CN" altLang="en-US" dirty="0"/>
              <a:t>基本</a:t>
            </a:r>
            <a:endParaRPr lang="en-US" altLang="zh-CN" dirty="0"/>
          </a:p>
          <a:p>
            <a:pPr lvl="0"/>
            <a:r>
              <a:rPr lang="zh-CN" altLang="en-US" dirty="0"/>
              <a:t>原则</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文字模板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513"/>
            <a:ext cx="12172950" cy="6858000"/>
          </a:xfrm>
          <a:prstGeom prst="rect">
            <a:avLst/>
          </a:prstGeom>
        </p:spPr>
      </p:pic>
      <p:sp>
        <p:nvSpPr>
          <p:cNvPr id="48" name="矩形: 圆角 47"/>
          <p:cNvSpPr/>
          <p:nvPr userDrawn="1"/>
        </p:nvSpPr>
        <p:spPr>
          <a:xfrm>
            <a:off x="5268621" y="1262553"/>
            <a:ext cx="4860971" cy="570403"/>
          </a:xfrm>
          <a:prstGeom prst="roundRect">
            <a:avLst>
              <a:gd name="adj" fmla="val 5000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9" name="矩形: 圆角 48"/>
          <p:cNvSpPr/>
          <p:nvPr userDrawn="1"/>
        </p:nvSpPr>
        <p:spPr>
          <a:xfrm>
            <a:off x="5287789" y="1973015"/>
            <a:ext cx="516442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0" name="矩形: 圆角 49"/>
          <p:cNvSpPr/>
          <p:nvPr userDrawn="1"/>
        </p:nvSpPr>
        <p:spPr>
          <a:xfrm>
            <a:off x="5305425" y="2801876"/>
            <a:ext cx="544360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1" name="矩形: 圆角 50"/>
          <p:cNvSpPr/>
          <p:nvPr userDrawn="1"/>
        </p:nvSpPr>
        <p:spPr>
          <a:xfrm>
            <a:off x="5305425" y="3682482"/>
            <a:ext cx="5443603"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2" name="矩形: 圆角 51"/>
          <p:cNvSpPr/>
          <p:nvPr userDrawn="1"/>
        </p:nvSpPr>
        <p:spPr>
          <a:xfrm>
            <a:off x="5303758" y="4508633"/>
            <a:ext cx="5417214"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3" name="矩形: 圆角 52"/>
          <p:cNvSpPr/>
          <p:nvPr userDrawn="1"/>
        </p:nvSpPr>
        <p:spPr>
          <a:xfrm>
            <a:off x="5280307" y="5279997"/>
            <a:ext cx="5045951" cy="570403"/>
          </a:xfrm>
          <a:prstGeom prst="roundRect">
            <a:avLst>
              <a:gd name="adj" fmla="val 5000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椭圆 6"/>
          <p:cNvSpPr/>
          <p:nvPr userDrawn="1"/>
        </p:nvSpPr>
        <p:spPr>
          <a:xfrm flipH="1">
            <a:off x="9083975" y="1147726"/>
            <a:ext cx="2099663" cy="4774696"/>
          </a:xfrm>
          <a:prstGeom prst="ellipse">
            <a:avLst/>
          </a:prstGeom>
          <a:noFill/>
          <a:ln w="76200">
            <a:gradFill>
              <a:gsLst>
                <a:gs pos="52000">
                  <a:schemeClr val="accent3">
                    <a:alpha val="0"/>
                  </a:schemeClr>
                </a:gs>
                <a:gs pos="66000">
                  <a:schemeClr val="accent3"/>
                </a:gs>
              </a:gsLst>
              <a:lin ang="10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2F5F6"/>
              </a:solidFill>
              <a:effectLst/>
              <a:uLnTx/>
              <a:uFillTx/>
              <a:latin typeface="等线" panose="02010600030101010101" charset="-122"/>
              <a:ea typeface="等线" panose="02010600030101010101" charset="-122"/>
              <a:cs typeface="+mn-cs"/>
            </a:endParaRPr>
          </a:p>
        </p:txBody>
      </p:sp>
      <p:sp>
        <p:nvSpPr>
          <p:cNvPr id="9" name="椭圆 8"/>
          <p:cNvSpPr/>
          <p:nvPr userDrawn="1"/>
        </p:nvSpPr>
        <p:spPr>
          <a:xfrm flipH="1">
            <a:off x="10237061" y="1147726"/>
            <a:ext cx="689909" cy="689909"/>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01</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0" name="椭圆 9"/>
          <p:cNvSpPr/>
          <p:nvPr userDrawn="1"/>
        </p:nvSpPr>
        <p:spPr>
          <a:xfrm flipH="1">
            <a:off x="10639096" y="1928942"/>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02</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1" name="椭圆 10"/>
          <p:cNvSpPr/>
          <p:nvPr userDrawn="1"/>
        </p:nvSpPr>
        <p:spPr>
          <a:xfrm flipH="1">
            <a:off x="10847300" y="2762068"/>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j-ea"/>
                <a:ea typeface="+mj-ea"/>
                <a:cs typeface="OPPOSans B" pitchFamily="18" charset="-122"/>
              </a:rPr>
              <a:t>03</a:t>
            </a:r>
            <a:endParaRPr kumimoji="1" lang="zh-CN" altLang="en-US" sz="2000" b="0" i="0" u="none" strike="noStrike" kern="1200" cap="none" spc="0" normalizeH="0" baseline="0" noProof="0" dirty="0">
              <a:ln>
                <a:noFill/>
              </a:ln>
              <a:solidFill>
                <a:schemeClr val="dk2"/>
              </a:solidFill>
              <a:effectLst/>
              <a:uLnTx/>
              <a:uFillTx/>
              <a:latin typeface="+mj-ea"/>
              <a:ea typeface="+mj-ea"/>
              <a:cs typeface="OPPOSans B" pitchFamily="18" charset="-122"/>
            </a:endParaRPr>
          </a:p>
        </p:txBody>
      </p:sp>
      <p:sp>
        <p:nvSpPr>
          <p:cNvPr id="12" name="椭圆 11"/>
          <p:cNvSpPr/>
          <p:nvPr userDrawn="1"/>
        </p:nvSpPr>
        <p:spPr>
          <a:xfrm flipH="1">
            <a:off x="10847300" y="3595194"/>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04</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13" name="椭圆 12"/>
          <p:cNvSpPr/>
          <p:nvPr userDrawn="1"/>
        </p:nvSpPr>
        <p:spPr>
          <a:xfrm flipH="1">
            <a:off x="10759070" y="4426391"/>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05</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38" name="椭圆 37"/>
          <p:cNvSpPr/>
          <p:nvPr userDrawn="1"/>
        </p:nvSpPr>
        <p:spPr>
          <a:xfrm flipH="1">
            <a:off x="10414115" y="5262061"/>
            <a:ext cx="689909" cy="6899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2000" b="0" i="0" u="none" strike="noStrike" kern="1200" cap="none" spc="0" normalizeH="0" baseline="0" noProof="0" dirty="0">
                <a:ln>
                  <a:noFill/>
                </a:ln>
                <a:solidFill>
                  <a:schemeClr val="dk2"/>
                </a:solidFill>
                <a:effectLst/>
                <a:uLnTx/>
                <a:uFillTx/>
                <a:latin typeface="+mn-ea"/>
                <a:ea typeface="+mn-ea"/>
                <a:cs typeface="OPPOSans B" pitchFamily="18" charset="-122"/>
              </a:rPr>
              <a:t>06</a:t>
            </a:r>
            <a:endParaRPr kumimoji="1" lang="zh-CN" altLang="en-US" sz="2000" b="0" i="0" u="none" strike="noStrike" kern="1200" cap="none" spc="0" normalizeH="0" baseline="0" noProof="0" dirty="0">
              <a:ln>
                <a:noFill/>
              </a:ln>
              <a:solidFill>
                <a:schemeClr val="dk2"/>
              </a:solidFill>
              <a:effectLst/>
              <a:uLnTx/>
              <a:uFillTx/>
              <a:latin typeface="+mn-ea"/>
              <a:ea typeface="+mn-ea"/>
              <a:cs typeface="OPPOSans B" pitchFamily="18" charset="-122"/>
            </a:endParaRPr>
          </a:p>
        </p:txBody>
      </p:sp>
      <p:sp>
        <p:nvSpPr>
          <p:cNvPr id="42" name="文本占位符 41"/>
          <p:cNvSpPr>
            <a:spLocks noGrp="1"/>
          </p:cNvSpPr>
          <p:nvPr>
            <p:ph type="body" sz="quarter" idx="13" hasCustomPrompt="1"/>
          </p:nvPr>
        </p:nvSpPr>
        <p:spPr>
          <a:xfrm>
            <a:off x="5010309" y="1371132"/>
            <a:ext cx="5046206" cy="355729"/>
          </a:xfrm>
          <a:prstGeom prst="rect">
            <a:avLst/>
          </a:prstGeom>
        </p:spPr>
        <p:txBody>
          <a:bodyPr/>
          <a:lstStyle>
            <a:lvl1pPr marL="0" indent="0" algn="r">
              <a:buFontTx/>
              <a:buNone/>
              <a:defRPr sz="1800" b="1">
                <a:solidFill>
                  <a:schemeClr val="tx2"/>
                </a:solidFill>
              </a:defRPr>
            </a:lvl1pPr>
          </a:lstStyle>
          <a:p>
            <a:pPr lvl="0"/>
            <a:r>
              <a:rPr lang="zh-CN" altLang="en-US" dirty="0"/>
              <a:t>围绕资产、负债、损益的真实性开展审计</a:t>
            </a:r>
            <a:endParaRPr lang="zh-CN" altLang="en-US" dirty="0"/>
          </a:p>
          <a:p>
            <a:pPr lvl="0"/>
            <a:endParaRPr lang="zh-CN" altLang="en-US" dirty="0"/>
          </a:p>
        </p:txBody>
      </p:sp>
      <p:sp>
        <p:nvSpPr>
          <p:cNvPr id="43" name="文本占位符 41"/>
          <p:cNvSpPr>
            <a:spLocks noGrp="1"/>
          </p:cNvSpPr>
          <p:nvPr>
            <p:ph type="body" sz="quarter" idx="14" hasCustomPrompt="1"/>
          </p:nvPr>
        </p:nvSpPr>
        <p:spPr>
          <a:xfrm>
            <a:off x="5010311" y="2108878"/>
            <a:ext cx="5441904" cy="355729"/>
          </a:xfrm>
          <a:prstGeom prst="rect">
            <a:avLst/>
          </a:prstGeom>
        </p:spPr>
        <p:txBody>
          <a:bodyPr/>
          <a:lstStyle>
            <a:lvl1pPr marL="0" indent="0" algn="r">
              <a:buFontTx/>
              <a:buNone/>
              <a:defRPr sz="1800" b="1"/>
            </a:lvl1pPr>
          </a:lstStyle>
          <a:p>
            <a:pPr lvl="0"/>
            <a:r>
              <a:rPr lang="zh-CN" altLang="en-US" dirty="0"/>
              <a:t>围绕主要经济指标和经营目标完成情况开展审计</a:t>
            </a:r>
            <a:endParaRPr lang="zh-CN" altLang="en-US" dirty="0"/>
          </a:p>
          <a:p>
            <a:pPr lvl="0"/>
            <a:endParaRPr lang="zh-CN" altLang="en-US" dirty="0"/>
          </a:p>
        </p:txBody>
      </p:sp>
      <p:sp>
        <p:nvSpPr>
          <p:cNvPr id="44" name="文本占位符 41"/>
          <p:cNvSpPr>
            <a:spLocks noGrp="1"/>
          </p:cNvSpPr>
          <p:nvPr>
            <p:ph type="body" sz="quarter" idx="15" hasCustomPrompt="1"/>
          </p:nvPr>
        </p:nvSpPr>
        <p:spPr>
          <a:xfrm>
            <a:off x="5010311" y="2929157"/>
            <a:ext cx="5710660" cy="355729"/>
          </a:xfrm>
          <a:prstGeom prst="rect">
            <a:avLst/>
          </a:prstGeom>
        </p:spPr>
        <p:txBody>
          <a:bodyPr/>
          <a:lstStyle>
            <a:lvl1pPr marL="0" indent="0" algn="r">
              <a:buFontTx/>
              <a:buNone/>
              <a:defRPr sz="1800" b="1"/>
            </a:lvl1pPr>
          </a:lstStyle>
          <a:p>
            <a:pPr lvl="0"/>
            <a:r>
              <a:rPr lang="zh-CN" altLang="en-US" dirty="0"/>
              <a:t>围绕（国有）资产安全、完整和保值增值开展审计</a:t>
            </a:r>
            <a:endParaRPr lang="zh-CN" altLang="en-US" dirty="0"/>
          </a:p>
          <a:p>
            <a:pPr lvl="0"/>
            <a:endParaRPr lang="zh-CN" altLang="en-US" dirty="0"/>
          </a:p>
        </p:txBody>
      </p:sp>
      <p:sp>
        <p:nvSpPr>
          <p:cNvPr id="45" name="文本占位符 41"/>
          <p:cNvSpPr>
            <a:spLocks noGrp="1"/>
          </p:cNvSpPr>
          <p:nvPr>
            <p:ph type="body" sz="quarter" idx="16" hasCustomPrompt="1"/>
          </p:nvPr>
        </p:nvSpPr>
        <p:spPr>
          <a:xfrm>
            <a:off x="5010311" y="3770922"/>
            <a:ext cx="5710660" cy="355729"/>
          </a:xfrm>
          <a:prstGeom prst="rect">
            <a:avLst/>
          </a:prstGeom>
        </p:spPr>
        <p:txBody>
          <a:bodyPr/>
          <a:lstStyle>
            <a:lvl1pPr marL="0" indent="0" algn="r">
              <a:buFontTx/>
              <a:buNone/>
              <a:defRPr sz="1800" b="1"/>
            </a:lvl1pPr>
          </a:lstStyle>
          <a:p>
            <a:pPr lvl="0"/>
            <a:r>
              <a:rPr lang="zh-CN" altLang="en-US" dirty="0"/>
              <a:t>围绕内部控制制度开展审计</a:t>
            </a:r>
            <a:endParaRPr lang="zh-CN" altLang="en-US" dirty="0"/>
          </a:p>
          <a:p>
            <a:pPr lvl="0"/>
            <a:endParaRPr lang="zh-CN" altLang="en-US" dirty="0"/>
          </a:p>
        </p:txBody>
      </p:sp>
      <p:sp>
        <p:nvSpPr>
          <p:cNvPr id="46" name="文本占位符 41"/>
          <p:cNvSpPr>
            <a:spLocks noGrp="1"/>
          </p:cNvSpPr>
          <p:nvPr>
            <p:ph type="body" sz="quarter" idx="17" hasCustomPrompt="1"/>
          </p:nvPr>
        </p:nvSpPr>
        <p:spPr>
          <a:xfrm>
            <a:off x="5010310" y="4630827"/>
            <a:ext cx="5630327" cy="355729"/>
          </a:xfrm>
          <a:prstGeom prst="rect">
            <a:avLst/>
          </a:prstGeom>
        </p:spPr>
        <p:txBody>
          <a:bodyPr/>
          <a:lstStyle>
            <a:lvl1pPr marL="0" indent="0" algn="r">
              <a:buFontTx/>
              <a:buNone/>
              <a:defRPr sz="1800" b="1"/>
            </a:lvl1pPr>
          </a:lstStyle>
          <a:p>
            <a:pPr lvl="0"/>
            <a:r>
              <a:rPr lang="zh-CN" altLang="en-US" dirty="0"/>
              <a:t>围绕重大经营决策开展审计</a:t>
            </a:r>
            <a:endParaRPr lang="zh-CN" altLang="en-US" dirty="0"/>
          </a:p>
          <a:p>
            <a:pPr lvl="0"/>
            <a:endParaRPr lang="zh-CN" altLang="en-US" dirty="0"/>
          </a:p>
        </p:txBody>
      </p:sp>
      <p:sp>
        <p:nvSpPr>
          <p:cNvPr id="47" name="文本占位符 41"/>
          <p:cNvSpPr>
            <a:spLocks noGrp="1"/>
          </p:cNvSpPr>
          <p:nvPr>
            <p:ph type="body" sz="quarter" idx="18" hasCustomPrompt="1"/>
          </p:nvPr>
        </p:nvSpPr>
        <p:spPr>
          <a:xfrm>
            <a:off x="5010309" y="5429150"/>
            <a:ext cx="5315949" cy="355729"/>
          </a:xfrm>
          <a:prstGeom prst="rect">
            <a:avLst/>
          </a:prstGeom>
        </p:spPr>
        <p:txBody>
          <a:bodyPr/>
          <a:lstStyle>
            <a:lvl1pPr marL="0" indent="0" algn="r">
              <a:buFontTx/>
              <a:buNone/>
              <a:defRPr sz="1800" b="1"/>
            </a:lvl1pPr>
          </a:lstStyle>
          <a:p>
            <a:pPr lvl="0"/>
            <a:r>
              <a:rPr lang="zh-CN" altLang="en-US" dirty="0"/>
              <a:t>围绕财经法纪开展审计</a:t>
            </a:r>
            <a:endParaRPr lang="zh-CN" altLang="en-US" dirty="0"/>
          </a:p>
          <a:p>
            <a:pPr lvl="0"/>
            <a:endParaRPr lang="zh-CN" altLang="en-US" dirty="0"/>
          </a:p>
        </p:txBody>
      </p:sp>
      <p:sp>
        <p:nvSpPr>
          <p:cNvPr id="56" name="矩形: 折角 55"/>
          <p:cNvSpPr/>
          <p:nvPr userDrawn="1"/>
        </p:nvSpPr>
        <p:spPr>
          <a:xfrm>
            <a:off x="708799" y="1675862"/>
            <a:ext cx="4107621" cy="4276108"/>
          </a:xfrm>
          <a:prstGeom prst="foldedCorner">
            <a:avLst>
              <a:gd name="adj" fmla="val 1506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62" name="图片 61"/>
          <p:cNvPicPr>
            <a:picLocks noChangeAspect="1"/>
          </p:cNvPicPr>
          <p:nvPr userDrawn="1"/>
        </p:nvPicPr>
        <p:blipFill>
          <a:blip r:embed="rId3" cstate="print">
            <a:alphaModFix amt="6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rot="19197156">
            <a:off x="3428767" y="4529304"/>
            <a:ext cx="917594" cy="914505"/>
          </a:xfrm>
          <a:prstGeom prst="rect">
            <a:avLst/>
          </a:prstGeom>
        </p:spPr>
      </p:pic>
      <p:sp>
        <p:nvSpPr>
          <p:cNvPr id="60" name="文本占位符 59"/>
          <p:cNvSpPr>
            <a:spLocks noGrp="1"/>
          </p:cNvSpPr>
          <p:nvPr>
            <p:ph type="body" sz="quarter" idx="19" hasCustomPrompt="1"/>
          </p:nvPr>
        </p:nvSpPr>
        <p:spPr>
          <a:xfrm>
            <a:off x="1006475" y="2108200"/>
            <a:ext cx="3321050" cy="3321050"/>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p:txBody>
      </p:sp>
      <p:sp>
        <p:nvSpPr>
          <p:cNvPr id="63" name="矩形 62"/>
          <p:cNvSpPr/>
          <p:nvPr userDrawn="1"/>
        </p:nvSpPr>
        <p:spPr>
          <a:xfrm>
            <a:off x="397125" y="5790712"/>
            <a:ext cx="1381702" cy="422618"/>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513"/>
            <a:ext cx="12172950" cy="6858000"/>
          </a:xfrm>
          <a:prstGeom prst="rect">
            <a:avLst/>
          </a:prstGeom>
        </p:spPr>
      </p:pic>
      <p:sp>
        <p:nvSpPr>
          <p:cNvPr id="48" name="矩形: 圆角 47"/>
          <p:cNvSpPr/>
          <p:nvPr userDrawn="1"/>
        </p:nvSpPr>
        <p:spPr>
          <a:xfrm>
            <a:off x="601420" y="1829284"/>
            <a:ext cx="5808953" cy="570403"/>
          </a:xfrm>
          <a:prstGeom prst="roundRect">
            <a:avLst>
              <a:gd name="adj" fmla="val 24688"/>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9" name="矩形: 圆角 48"/>
          <p:cNvSpPr/>
          <p:nvPr userDrawn="1"/>
        </p:nvSpPr>
        <p:spPr>
          <a:xfrm>
            <a:off x="601421" y="2539746"/>
            <a:ext cx="5808952" cy="570403"/>
          </a:xfrm>
          <a:prstGeom prst="roundRect">
            <a:avLst>
              <a:gd name="adj" fmla="val 2637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0" name="矩形: 圆角 49"/>
          <p:cNvSpPr/>
          <p:nvPr userDrawn="1"/>
        </p:nvSpPr>
        <p:spPr>
          <a:xfrm>
            <a:off x="601421" y="3368607"/>
            <a:ext cx="5808957" cy="570403"/>
          </a:xfrm>
          <a:prstGeom prst="roundRect">
            <a:avLst>
              <a:gd name="adj" fmla="val 2637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1" name="矩形: 圆角 50"/>
          <p:cNvSpPr/>
          <p:nvPr userDrawn="1"/>
        </p:nvSpPr>
        <p:spPr>
          <a:xfrm>
            <a:off x="601420" y="4249213"/>
            <a:ext cx="5808951" cy="570403"/>
          </a:xfrm>
          <a:prstGeom prst="roundRect">
            <a:avLst>
              <a:gd name="adj" fmla="val 2236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2" name="矩形: 圆角 51"/>
          <p:cNvSpPr/>
          <p:nvPr userDrawn="1"/>
        </p:nvSpPr>
        <p:spPr>
          <a:xfrm>
            <a:off x="601421" y="5075364"/>
            <a:ext cx="5808949" cy="570403"/>
          </a:xfrm>
          <a:prstGeom prst="roundRect">
            <a:avLst>
              <a:gd name="adj" fmla="val 26046"/>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3" name="矩形: 圆角 52"/>
          <p:cNvSpPr/>
          <p:nvPr userDrawn="1"/>
        </p:nvSpPr>
        <p:spPr>
          <a:xfrm>
            <a:off x="601420" y="5846728"/>
            <a:ext cx="5808949" cy="570403"/>
          </a:xfrm>
          <a:prstGeom prst="roundRect">
            <a:avLst>
              <a:gd name="adj" fmla="val 20518"/>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42" name="文本占位符 41"/>
          <p:cNvSpPr>
            <a:spLocks noGrp="1"/>
          </p:cNvSpPr>
          <p:nvPr>
            <p:ph type="body" sz="quarter" idx="13" hasCustomPrompt="1"/>
          </p:nvPr>
        </p:nvSpPr>
        <p:spPr>
          <a:xfrm>
            <a:off x="780051" y="1937863"/>
            <a:ext cx="5046206" cy="355729"/>
          </a:xfrm>
          <a:prstGeom prst="rect">
            <a:avLst/>
          </a:prstGeom>
        </p:spPr>
        <p:txBody>
          <a:bodyPr/>
          <a:lstStyle>
            <a:lvl1pPr marL="0" indent="0" algn="l">
              <a:buFontTx/>
              <a:buNone/>
              <a:defRPr sz="1800" b="1">
                <a:solidFill>
                  <a:schemeClr val="tx2"/>
                </a:solidFill>
              </a:defRPr>
            </a:lvl1pPr>
          </a:lstStyle>
          <a:p>
            <a:pPr lvl="0"/>
            <a:r>
              <a:rPr lang="en-US" altLang="zh-CN" dirty="0"/>
              <a:t>01.</a:t>
            </a:r>
            <a:r>
              <a:rPr lang="zh-CN" altLang="en-US" dirty="0"/>
              <a:t>围绕资产、负债、损益的真实性开展审计</a:t>
            </a:r>
            <a:endParaRPr lang="zh-CN" altLang="en-US" dirty="0"/>
          </a:p>
          <a:p>
            <a:pPr lvl="0"/>
            <a:endParaRPr lang="zh-CN" altLang="en-US" dirty="0"/>
          </a:p>
        </p:txBody>
      </p:sp>
      <p:sp>
        <p:nvSpPr>
          <p:cNvPr id="43" name="文本占位符 41"/>
          <p:cNvSpPr>
            <a:spLocks noGrp="1"/>
          </p:cNvSpPr>
          <p:nvPr>
            <p:ph type="body" sz="quarter" idx="14" hasCustomPrompt="1"/>
          </p:nvPr>
        </p:nvSpPr>
        <p:spPr>
          <a:xfrm>
            <a:off x="780053" y="2675609"/>
            <a:ext cx="5441904" cy="355729"/>
          </a:xfrm>
          <a:prstGeom prst="rect">
            <a:avLst/>
          </a:prstGeom>
        </p:spPr>
        <p:txBody>
          <a:bodyPr/>
          <a:lstStyle>
            <a:lvl1pPr marL="0" indent="0" algn="l">
              <a:buFontTx/>
              <a:buNone/>
              <a:defRPr sz="1800" b="1"/>
            </a:lvl1pPr>
          </a:lstStyle>
          <a:p>
            <a:pPr lvl="0"/>
            <a:r>
              <a:rPr lang="en-US" altLang="zh-CN" dirty="0"/>
              <a:t>02.</a:t>
            </a:r>
            <a:r>
              <a:rPr lang="zh-CN" altLang="en-US" dirty="0"/>
              <a:t>围绕主要经济指标和经营目标完成情况开展审计</a:t>
            </a:r>
            <a:endParaRPr lang="zh-CN" altLang="en-US" dirty="0"/>
          </a:p>
          <a:p>
            <a:pPr lvl="0"/>
            <a:endParaRPr lang="zh-CN" altLang="en-US" dirty="0"/>
          </a:p>
        </p:txBody>
      </p:sp>
      <p:sp>
        <p:nvSpPr>
          <p:cNvPr id="44" name="文本占位符 41"/>
          <p:cNvSpPr>
            <a:spLocks noGrp="1"/>
          </p:cNvSpPr>
          <p:nvPr>
            <p:ph type="body" sz="quarter" idx="15" hasCustomPrompt="1"/>
          </p:nvPr>
        </p:nvSpPr>
        <p:spPr>
          <a:xfrm>
            <a:off x="780053" y="3495888"/>
            <a:ext cx="5710660" cy="355729"/>
          </a:xfrm>
          <a:prstGeom prst="rect">
            <a:avLst/>
          </a:prstGeom>
        </p:spPr>
        <p:txBody>
          <a:bodyPr/>
          <a:lstStyle>
            <a:lvl1pPr marL="0" indent="0" algn="l">
              <a:buFontTx/>
              <a:buNone/>
              <a:defRPr sz="1800" b="1"/>
            </a:lvl1pPr>
          </a:lstStyle>
          <a:p>
            <a:pPr lvl="0"/>
            <a:r>
              <a:rPr lang="en-US" altLang="zh-CN" dirty="0"/>
              <a:t>03.</a:t>
            </a:r>
            <a:r>
              <a:rPr lang="zh-CN" altLang="en-US" dirty="0"/>
              <a:t>围绕（国有）资产安全、完整和保值增值开展审计</a:t>
            </a:r>
            <a:endParaRPr lang="zh-CN" altLang="en-US" dirty="0"/>
          </a:p>
          <a:p>
            <a:pPr lvl="0"/>
            <a:endParaRPr lang="zh-CN" altLang="en-US" dirty="0"/>
          </a:p>
        </p:txBody>
      </p:sp>
      <p:sp>
        <p:nvSpPr>
          <p:cNvPr id="45" name="文本占位符 41"/>
          <p:cNvSpPr>
            <a:spLocks noGrp="1"/>
          </p:cNvSpPr>
          <p:nvPr>
            <p:ph type="body" sz="quarter" idx="16" hasCustomPrompt="1"/>
          </p:nvPr>
        </p:nvSpPr>
        <p:spPr>
          <a:xfrm>
            <a:off x="780053" y="4337653"/>
            <a:ext cx="5710660" cy="355729"/>
          </a:xfrm>
          <a:prstGeom prst="rect">
            <a:avLst/>
          </a:prstGeom>
        </p:spPr>
        <p:txBody>
          <a:bodyPr/>
          <a:lstStyle>
            <a:lvl1pPr marL="0" indent="0" algn="l">
              <a:buFontTx/>
              <a:buNone/>
              <a:defRPr sz="1800" b="1"/>
            </a:lvl1pPr>
          </a:lstStyle>
          <a:p>
            <a:pPr lvl="0"/>
            <a:r>
              <a:rPr lang="en-US" altLang="zh-CN" dirty="0"/>
              <a:t>04.</a:t>
            </a:r>
            <a:r>
              <a:rPr lang="zh-CN" altLang="en-US" dirty="0"/>
              <a:t>围绕内部控制制度开展审计</a:t>
            </a:r>
            <a:endParaRPr lang="zh-CN" altLang="en-US" dirty="0"/>
          </a:p>
          <a:p>
            <a:pPr lvl="0"/>
            <a:endParaRPr lang="zh-CN" altLang="en-US" dirty="0"/>
          </a:p>
        </p:txBody>
      </p:sp>
      <p:sp>
        <p:nvSpPr>
          <p:cNvPr id="46" name="文本占位符 41"/>
          <p:cNvSpPr>
            <a:spLocks noGrp="1"/>
          </p:cNvSpPr>
          <p:nvPr>
            <p:ph type="body" sz="quarter" idx="17" hasCustomPrompt="1"/>
          </p:nvPr>
        </p:nvSpPr>
        <p:spPr>
          <a:xfrm>
            <a:off x="780052" y="5197558"/>
            <a:ext cx="5630327" cy="355729"/>
          </a:xfrm>
          <a:prstGeom prst="rect">
            <a:avLst/>
          </a:prstGeom>
        </p:spPr>
        <p:txBody>
          <a:bodyPr/>
          <a:lstStyle>
            <a:lvl1pPr marL="0" indent="0" algn="l">
              <a:buFontTx/>
              <a:buNone/>
              <a:defRPr sz="1800" b="1"/>
            </a:lvl1pPr>
          </a:lstStyle>
          <a:p>
            <a:pPr lvl="0"/>
            <a:r>
              <a:rPr lang="en-US" altLang="zh-CN" dirty="0"/>
              <a:t>05.</a:t>
            </a:r>
            <a:r>
              <a:rPr lang="zh-CN" altLang="en-US" dirty="0"/>
              <a:t>围绕重大经营决策开展审计</a:t>
            </a:r>
            <a:endParaRPr lang="zh-CN" altLang="en-US" dirty="0"/>
          </a:p>
          <a:p>
            <a:pPr lvl="0"/>
            <a:endParaRPr lang="zh-CN" altLang="en-US" dirty="0"/>
          </a:p>
        </p:txBody>
      </p:sp>
      <p:sp>
        <p:nvSpPr>
          <p:cNvPr id="47" name="文本占位符 41"/>
          <p:cNvSpPr>
            <a:spLocks noGrp="1"/>
          </p:cNvSpPr>
          <p:nvPr>
            <p:ph type="body" sz="quarter" idx="18" hasCustomPrompt="1"/>
          </p:nvPr>
        </p:nvSpPr>
        <p:spPr>
          <a:xfrm>
            <a:off x="780051" y="5995881"/>
            <a:ext cx="5315949" cy="355729"/>
          </a:xfrm>
          <a:prstGeom prst="rect">
            <a:avLst/>
          </a:prstGeom>
        </p:spPr>
        <p:txBody>
          <a:bodyPr/>
          <a:lstStyle>
            <a:lvl1pPr marL="0" indent="0" algn="l">
              <a:buFontTx/>
              <a:buNone/>
              <a:defRPr sz="1800" b="1"/>
            </a:lvl1pPr>
          </a:lstStyle>
          <a:p>
            <a:pPr lvl="0"/>
            <a:r>
              <a:rPr lang="en-US" altLang="zh-CN" dirty="0"/>
              <a:t>06.</a:t>
            </a:r>
            <a:r>
              <a:rPr lang="zh-CN" altLang="en-US" dirty="0"/>
              <a:t>围绕财经法纪开展审计</a:t>
            </a:r>
            <a:endParaRPr lang="zh-CN" altLang="en-US" dirty="0"/>
          </a:p>
          <a:p>
            <a:pPr lvl="0"/>
            <a:endParaRPr lang="zh-CN" altLang="en-US" dirty="0"/>
          </a:p>
        </p:txBody>
      </p:sp>
      <p:sp>
        <p:nvSpPr>
          <p:cNvPr id="56" name="矩形: 折角 55"/>
          <p:cNvSpPr/>
          <p:nvPr userDrawn="1"/>
        </p:nvSpPr>
        <p:spPr>
          <a:xfrm>
            <a:off x="7408972" y="1713563"/>
            <a:ext cx="4107621" cy="4276108"/>
          </a:xfrm>
          <a:prstGeom prst="foldedCorner">
            <a:avLst>
              <a:gd name="adj" fmla="val 1506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62" name="图片 61"/>
          <p:cNvPicPr>
            <a:picLocks noChangeAspect="1"/>
          </p:cNvPicPr>
          <p:nvPr userDrawn="1"/>
        </p:nvPicPr>
        <p:blipFill>
          <a:blip r:embed="rId3" cstate="print">
            <a:alphaModFix amt="6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rot="19197156">
            <a:off x="10128940" y="4567005"/>
            <a:ext cx="917594" cy="914505"/>
          </a:xfrm>
          <a:prstGeom prst="rect">
            <a:avLst/>
          </a:prstGeom>
        </p:spPr>
      </p:pic>
      <p:sp>
        <p:nvSpPr>
          <p:cNvPr id="60" name="文本占位符 59"/>
          <p:cNvSpPr>
            <a:spLocks noGrp="1"/>
          </p:cNvSpPr>
          <p:nvPr>
            <p:ph type="body" sz="quarter" idx="19" hasCustomPrompt="1"/>
          </p:nvPr>
        </p:nvSpPr>
        <p:spPr>
          <a:xfrm>
            <a:off x="7706648" y="2145901"/>
            <a:ext cx="3321050" cy="3321050"/>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p:txBody>
      </p:sp>
      <p:sp>
        <p:nvSpPr>
          <p:cNvPr id="63" name="矩形 62"/>
          <p:cNvSpPr/>
          <p:nvPr userDrawn="1"/>
        </p:nvSpPr>
        <p:spPr>
          <a:xfrm>
            <a:off x="7097298" y="5828413"/>
            <a:ext cx="1381702" cy="422618"/>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文字模板1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7" name="组合 6"/>
          <p:cNvGrpSpPr/>
          <p:nvPr userDrawn="1"/>
        </p:nvGrpSpPr>
        <p:grpSpPr>
          <a:xfrm>
            <a:off x="607880" y="1945085"/>
            <a:ext cx="10801350" cy="3855006"/>
            <a:chOff x="719138" y="1711596"/>
            <a:chExt cx="10801350" cy="3855006"/>
          </a:xfrm>
        </p:grpSpPr>
        <p:sp>
          <p:nvSpPr>
            <p:cNvPr id="8" name="箭头: 右 7"/>
            <p:cNvSpPr/>
            <p:nvPr/>
          </p:nvSpPr>
          <p:spPr>
            <a:xfrm>
              <a:off x="719138" y="3456917"/>
              <a:ext cx="10801350" cy="934194"/>
            </a:xfrm>
            <a:prstGeom prst="rightArrow">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cxnSp>
          <p:nvCxnSpPr>
            <p:cNvPr id="9" name="直接连接符 8"/>
            <p:cNvCxnSpPr/>
            <p:nvPr/>
          </p:nvCxnSpPr>
          <p:spPr>
            <a:xfrm>
              <a:off x="4206000" y="4250573"/>
              <a:ext cx="0" cy="1316029"/>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167754" y="4250573"/>
              <a:ext cx="0" cy="1316029"/>
            </a:xfrm>
            <a:prstGeom prst="line">
              <a:avLst/>
            </a:prstGeom>
            <a:ln w="3175" cap="rnd">
              <a:solidFill>
                <a:schemeClr val="bg1">
                  <a:lumMod val="8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719138" y="1711596"/>
              <a:ext cx="3261862" cy="2655495"/>
              <a:chOff x="719138" y="1711596"/>
              <a:chExt cx="3261862" cy="2655495"/>
            </a:xfrm>
          </p:grpSpPr>
          <p:sp>
            <p:nvSpPr>
              <p:cNvPr id="28" name="矩形: 剪去单角 27"/>
              <p:cNvSpPr/>
              <p:nvPr/>
            </p:nvSpPr>
            <p:spPr>
              <a:xfrm>
                <a:off x="719138" y="1711596"/>
                <a:ext cx="3261862" cy="1680269"/>
              </a:xfrm>
              <a:prstGeom prst="snip1Rect">
                <a:avLst>
                  <a:gd name="adj" fmla="val 9298"/>
                </a:avLst>
              </a:prstGeom>
              <a:blipFill>
                <a:blip r:embed="rId3"/>
                <a:srcRect/>
                <a:stretch>
                  <a:fillRect t="-14709" b="-14709"/>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32" name="椭圆 31"/>
              <p:cNvSpPr/>
              <p:nvPr/>
            </p:nvSpPr>
            <p:spPr>
              <a:xfrm>
                <a:off x="1901742"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nvGrpSpPr>
            <p:cNvPr id="13" name="组合 12"/>
            <p:cNvGrpSpPr/>
            <p:nvPr/>
          </p:nvGrpSpPr>
          <p:grpSpPr>
            <a:xfrm>
              <a:off x="4467399" y="1711596"/>
              <a:ext cx="3347202" cy="2655495"/>
              <a:chOff x="4467399" y="1711596"/>
              <a:chExt cx="3347202" cy="2655495"/>
            </a:xfrm>
          </p:grpSpPr>
          <p:sp>
            <p:nvSpPr>
              <p:cNvPr id="22" name="矩形: 剪去单角 21"/>
              <p:cNvSpPr/>
              <p:nvPr/>
            </p:nvSpPr>
            <p:spPr>
              <a:xfrm>
                <a:off x="4467399" y="1711596"/>
                <a:ext cx="3347202" cy="1680269"/>
              </a:xfrm>
              <a:prstGeom prst="snip1Rect">
                <a:avLst>
                  <a:gd name="adj" fmla="val 9298"/>
                </a:avLst>
              </a:prstGeom>
              <a:blipFill dpi="0" rotWithShape="1">
                <a:blip r:embed="rId4" cstate="print">
                  <a:extLst>
                    <a:ext uri="{28A0092B-C50C-407E-A947-70E740481C1C}">
                      <a14:useLocalDpi xmlns:a14="http://schemas.microsoft.com/office/drawing/2010/main" val="0"/>
                    </a:ext>
                  </a:extLst>
                </a:blip>
                <a:srcRect/>
                <a:stretch>
                  <a:fillRect t="-17489" b="-17489"/>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p>
            </p:txBody>
          </p:sp>
          <p:sp>
            <p:nvSpPr>
              <p:cNvPr id="26" name="椭圆 25"/>
              <p:cNvSpPr/>
              <p:nvPr/>
            </p:nvSpPr>
            <p:spPr>
              <a:xfrm>
                <a:off x="5690343"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nvGrpSpPr>
            <p:cNvPr id="14" name="组合 13"/>
            <p:cNvGrpSpPr/>
            <p:nvPr/>
          </p:nvGrpSpPr>
          <p:grpSpPr>
            <a:xfrm>
              <a:off x="8301000" y="1711596"/>
              <a:ext cx="3171862" cy="2655495"/>
              <a:chOff x="8301000" y="1711596"/>
              <a:chExt cx="3171862" cy="2655495"/>
            </a:xfrm>
          </p:grpSpPr>
          <p:sp>
            <p:nvSpPr>
              <p:cNvPr id="16" name="矩形: 剪去单角 15"/>
              <p:cNvSpPr/>
              <p:nvPr/>
            </p:nvSpPr>
            <p:spPr>
              <a:xfrm>
                <a:off x="8301000" y="1711596"/>
                <a:ext cx="3171862" cy="1680269"/>
              </a:xfrm>
              <a:prstGeom prst="snip1Rect">
                <a:avLst>
                  <a:gd name="adj" fmla="val 9298"/>
                </a:avLst>
              </a:prstGeom>
              <a:blipFill dpi="0" rotWithShape="1">
                <a:blip r:embed="rId5">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p>
            </p:txBody>
          </p:sp>
          <p:sp>
            <p:nvSpPr>
              <p:cNvPr id="20" name="椭圆 19"/>
              <p:cNvSpPr/>
              <p:nvPr/>
            </p:nvSpPr>
            <p:spPr>
              <a:xfrm>
                <a:off x="9433944" y="3470437"/>
                <a:ext cx="896654" cy="896654"/>
              </a:xfrm>
              <a:prstGeom prst="ellipse">
                <a:avLst/>
              </a:prstGeom>
              <a:solidFill>
                <a:schemeClr val="accent3"/>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dirty="0"/>
              </a:p>
            </p:txBody>
          </p:sp>
        </p:grpSp>
      </p:grpSp>
      <p:sp>
        <p:nvSpPr>
          <p:cNvPr id="37" name="文本占位符 36"/>
          <p:cNvSpPr>
            <a:spLocks noGrp="1"/>
          </p:cNvSpPr>
          <p:nvPr>
            <p:ph type="body" sz="quarter" idx="13"/>
          </p:nvPr>
        </p:nvSpPr>
        <p:spPr>
          <a:xfrm>
            <a:off x="655730" y="4863254"/>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38" name="文本占位符 36"/>
          <p:cNvSpPr>
            <a:spLocks noGrp="1"/>
          </p:cNvSpPr>
          <p:nvPr>
            <p:ph type="body" sz="quarter" idx="14"/>
          </p:nvPr>
        </p:nvSpPr>
        <p:spPr>
          <a:xfrm>
            <a:off x="4488656" y="4874419"/>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39" name="文本占位符 36"/>
          <p:cNvSpPr>
            <a:spLocks noGrp="1"/>
          </p:cNvSpPr>
          <p:nvPr>
            <p:ph type="body" sz="quarter" idx="15"/>
          </p:nvPr>
        </p:nvSpPr>
        <p:spPr>
          <a:xfrm>
            <a:off x="8321582" y="4860527"/>
            <a:ext cx="3214687" cy="1076325"/>
          </a:xfrm>
          <a:prstGeom prst="rect">
            <a:avLst/>
          </a:prstGeom>
        </p:spPr>
        <p:txBody>
          <a:bodyPr/>
          <a:lstStyle>
            <a:lvl1pPr marL="0" indent="0" algn="ctr">
              <a:buNone/>
              <a:tabLst>
                <a:tab pos="2422525" algn="l"/>
              </a:tabLst>
              <a:defRPr sz="2400" b="1"/>
            </a:lvl1pPr>
          </a:lstStyle>
          <a:p>
            <a:pPr lvl="0"/>
            <a:endParaRPr lang="zh-CN" altLang="en-US" dirty="0"/>
          </a:p>
        </p:txBody>
      </p:sp>
      <p:sp>
        <p:nvSpPr>
          <p:cNvPr id="41" name="文本占位符 40"/>
          <p:cNvSpPr>
            <a:spLocks noGrp="1"/>
          </p:cNvSpPr>
          <p:nvPr>
            <p:ph type="body" sz="quarter" idx="16" hasCustomPrompt="1"/>
          </p:nvPr>
        </p:nvSpPr>
        <p:spPr>
          <a:xfrm>
            <a:off x="1916309" y="3921964"/>
            <a:ext cx="645004" cy="504028"/>
          </a:xfrm>
          <a:prstGeom prst="rect">
            <a:avLst/>
          </a:prstGeom>
        </p:spPr>
        <p:txBody>
          <a:bodyPr/>
          <a:lstStyle>
            <a:lvl1pPr marL="0" indent="0">
              <a:buNone/>
              <a:defRPr sz="3200" b="1" i="0">
                <a:solidFill>
                  <a:schemeClr val="tx2"/>
                </a:solidFill>
              </a:defRPr>
            </a:lvl1pPr>
          </a:lstStyle>
          <a:p>
            <a:pPr lvl="0"/>
            <a:r>
              <a:rPr lang="en-US" altLang="zh-CN" dirty="0"/>
              <a:t>01</a:t>
            </a:r>
            <a:endParaRPr lang="zh-CN" altLang="en-US" dirty="0"/>
          </a:p>
        </p:txBody>
      </p:sp>
      <p:sp>
        <p:nvSpPr>
          <p:cNvPr id="42" name="文本占位符 40"/>
          <p:cNvSpPr>
            <a:spLocks noGrp="1"/>
          </p:cNvSpPr>
          <p:nvPr>
            <p:ph type="body" sz="quarter" idx="17" hasCustomPrompt="1"/>
          </p:nvPr>
        </p:nvSpPr>
        <p:spPr>
          <a:xfrm>
            <a:off x="5686053" y="3939853"/>
            <a:ext cx="645004" cy="504028"/>
          </a:xfrm>
          <a:prstGeom prst="rect">
            <a:avLst/>
          </a:prstGeom>
        </p:spPr>
        <p:txBody>
          <a:bodyPr/>
          <a:lstStyle>
            <a:lvl1pPr marL="0" indent="0">
              <a:buNone/>
              <a:defRPr sz="3200" b="1" i="0">
                <a:solidFill>
                  <a:schemeClr val="tx2"/>
                </a:solidFill>
              </a:defRPr>
            </a:lvl1pPr>
          </a:lstStyle>
          <a:p>
            <a:pPr lvl="0"/>
            <a:r>
              <a:rPr lang="en-US" altLang="zh-CN" dirty="0"/>
              <a:t>02</a:t>
            </a:r>
            <a:endParaRPr lang="zh-CN" altLang="en-US" dirty="0"/>
          </a:p>
        </p:txBody>
      </p:sp>
      <p:sp>
        <p:nvSpPr>
          <p:cNvPr id="43" name="文本占位符 40"/>
          <p:cNvSpPr>
            <a:spLocks noGrp="1"/>
          </p:cNvSpPr>
          <p:nvPr>
            <p:ph type="body" sz="quarter" idx="18" hasCustomPrompt="1"/>
          </p:nvPr>
        </p:nvSpPr>
        <p:spPr>
          <a:xfrm>
            <a:off x="9448511" y="3921964"/>
            <a:ext cx="645004" cy="504028"/>
          </a:xfrm>
          <a:prstGeom prst="rect">
            <a:avLst/>
          </a:prstGeom>
        </p:spPr>
        <p:txBody>
          <a:bodyPr/>
          <a:lstStyle>
            <a:lvl1pPr marL="0" indent="0">
              <a:buNone/>
              <a:defRPr sz="3200" b="1" i="0">
                <a:solidFill>
                  <a:schemeClr val="tx2"/>
                </a:solidFill>
              </a:defRPr>
            </a:lvl1pPr>
          </a:lstStyle>
          <a:p>
            <a:pPr lvl="0"/>
            <a:r>
              <a:rPr lang="en-US" altLang="zh-CN" dirty="0"/>
              <a:t>03</a:t>
            </a:r>
            <a:endParaRPr lang="zh-CN" altLang="en-US" dirty="0"/>
          </a:p>
        </p:txBody>
      </p:sp>
      <p:pic>
        <p:nvPicPr>
          <p:cNvPr id="11" name="图片 10"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前言1">
    <p:spTree>
      <p:nvGrpSpPr>
        <p:cNvPr id="1" name=""/>
        <p:cNvGrpSpPr/>
        <p:nvPr/>
      </p:nvGrpSpPr>
      <p:grpSpPr>
        <a:xfrm>
          <a:off x="0" y="0"/>
          <a:ext cx="0" cy="0"/>
          <a:chOff x="0" y="0"/>
          <a:chExt cx="0" cy="0"/>
        </a:xfrm>
      </p:grpSpPr>
      <p:grpSp>
        <p:nvGrpSpPr>
          <p:cNvPr id="29" name="组合 28"/>
          <p:cNvGrpSpPr/>
          <p:nvPr userDrawn="1"/>
        </p:nvGrpSpPr>
        <p:grpSpPr>
          <a:xfrm>
            <a:off x="-49614" y="1"/>
            <a:ext cx="12291228" cy="6857999"/>
            <a:chOff x="-8022205" y="3795473"/>
            <a:chExt cx="12291228" cy="6857999"/>
          </a:xfrm>
        </p:grpSpPr>
        <p:pic>
          <p:nvPicPr>
            <p:cNvPr id="28" name="图片占位符 8"/>
            <p:cNvPicPr>
              <a:picLocks noChangeAspect="1"/>
            </p:cNvPicPr>
            <p:nvPr userDrawn="1"/>
          </p:nvPicPr>
          <p:blipFill rotWithShape="1">
            <a:blip r:embed="rId2" cstate="print">
              <a:extLst>
                <a:ext uri="{28A0092B-C50C-407E-A947-70E740481C1C}">
                  <a14:useLocalDpi xmlns:a14="http://schemas.microsoft.com/office/drawing/2010/main" val="0"/>
                </a:ext>
              </a:extLst>
            </a:blip>
            <a:srcRect t="4751" b="7494"/>
            <a:stretch>
              <a:fillRect/>
            </a:stretch>
          </p:blipFill>
          <p:spPr>
            <a:xfrm>
              <a:off x="-8022205" y="3795473"/>
              <a:ext cx="5143803" cy="6857999"/>
            </a:xfrm>
            <a:custGeom>
              <a:avLst/>
              <a:gdLst>
                <a:gd name="connsiteX0" fmla="*/ 0 w 4513943"/>
                <a:gd name="connsiteY0" fmla="*/ 0 h 6858000"/>
                <a:gd name="connsiteX1" fmla="*/ 4513943 w 4513943"/>
                <a:gd name="connsiteY1" fmla="*/ 0 h 6858000"/>
                <a:gd name="connsiteX2" fmla="*/ 4513943 w 4513943"/>
                <a:gd name="connsiteY2" fmla="*/ 6858000 h 6858000"/>
                <a:gd name="connsiteX3" fmla="*/ 0 w 451394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13943" h="6858000">
                  <a:moveTo>
                    <a:pt x="0" y="0"/>
                  </a:moveTo>
                  <a:lnTo>
                    <a:pt x="4513943" y="0"/>
                  </a:lnTo>
                  <a:lnTo>
                    <a:pt x="4513943" y="6858000"/>
                  </a:lnTo>
                  <a:lnTo>
                    <a:pt x="0" y="6858000"/>
                  </a:lnTo>
                  <a:close/>
                </a:path>
              </a:pathLst>
            </a:custGeom>
          </p:spPr>
        </p:pic>
        <p:sp>
          <p:nvSpPr>
            <p:cNvPr id="21" name="任意多边形: 形状 20"/>
            <p:cNvSpPr/>
            <p:nvPr userDrawn="1"/>
          </p:nvSpPr>
          <p:spPr>
            <a:xfrm>
              <a:off x="-8022203" y="3795473"/>
              <a:ext cx="12291226" cy="6857999"/>
            </a:xfrm>
            <a:custGeom>
              <a:avLst/>
              <a:gdLst>
                <a:gd name="connsiteX0" fmla="*/ 4424989 w 12191999"/>
                <a:gd name="connsiteY0" fmla="*/ 4624755 h 6857999"/>
                <a:gd name="connsiteX1" fmla="*/ 4188986 w 12191999"/>
                <a:gd name="connsiteY1" fmla="*/ 4860757 h 6857999"/>
                <a:gd name="connsiteX2" fmla="*/ 4424989 w 12191999"/>
                <a:gd name="connsiteY2" fmla="*/ 5096759 h 6857999"/>
                <a:gd name="connsiteX3" fmla="*/ 4660990 w 12191999"/>
                <a:gd name="connsiteY3" fmla="*/ 4860757 h 6857999"/>
                <a:gd name="connsiteX4" fmla="*/ 4424989 w 12191999"/>
                <a:gd name="connsiteY4" fmla="*/ 4624755 h 6857999"/>
                <a:gd name="connsiteX5" fmla="*/ 520394 w 12191999"/>
                <a:gd name="connsiteY5" fmla="*/ 4518512 h 6857999"/>
                <a:gd name="connsiteX6" fmla="*/ 284392 w 12191999"/>
                <a:gd name="connsiteY6" fmla="*/ 4754514 h 6857999"/>
                <a:gd name="connsiteX7" fmla="*/ 520394 w 12191999"/>
                <a:gd name="connsiteY7" fmla="*/ 4990516 h 6857999"/>
                <a:gd name="connsiteX8" fmla="*/ 756396 w 12191999"/>
                <a:gd name="connsiteY8" fmla="*/ 4754514 h 6857999"/>
                <a:gd name="connsiteX9" fmla="*/ 520394 w 12191999"/>
                <a:gd name="connsiteY9" fmla="*/ 4518512 h 6857999"/>
                <a:gd name="connsiteX10" fmla="*/ 3392187 w 12191999"/>
                <a:gd name="connsiteY10" fmla="*/ 1538072 h 6857999"/>
                <a:gd name="connsiteX11" fmla="*/ 3156185 w 12191999"/>
                <a:gd name="connsiteY11" fmla="*/ 1774074 h 6857999"/>
                <a:gd name="connsiteX12" fmla="*/ 3392187 w 12191999"/>
                <a:gd name="connsiteY12" fmla="*/ 2010076 h 6857999"/>
                <a:gd name="connsiteX13" fmla="*/ 3628189 w 12191999"/>
                <a:gd name="connsiteY13" fmla="*/ 1774074 h 6857999"/>
                <a:gd name="connsiteX14" fmla="*/ 3392187 w 12191999"/>
                <a:gd name="connsiteY14" fmla="*/ 1538072 h 6857999"/>
                <a:gd name="connsiteX15" fmla="*/ 0 w 12191999"/>
                <a:gd name="connsiteY15" fmla="*/ 0 h 6857999"/>
                <a:gd name="connsiteX16" fmla="*/ 122136 w 12191999"/>
                <a:gd name="connsiteY16" fmla="*/ 0 h 6857999"/>
                <a:gd name="connsiteX17" fmla="*/ 122136 w 12191999"/>
                <a:gd name="connsiteY17" fmla="*/ 3915008 h 6857999"/>
                <a:gd name="connsiteX18" fmla="*/ 522454 w 12191999"/>
                <a:gd name="connsiteY18" fmla="*/ 4315325 h 6857999"/>
                <a:gd name="connsiteX19" fmla="*/ 922772 w 12191999"/>
                <a:gd name="connsiteY19" fmla="*/ 3915008 h 6857999"/>
                <a:gd name="connsiteX20" fmla="*/ 922772 w 12191999"/>
                <a:gd name="connsiteY20" fmla="*/ 0 h 6857999"/>
                <a:gd name="connsiteX21" fmla="*/ 1110538 w 12191999"/>
                <a:gd name="connsiteY21" fmla="*/ 0 h 6857999"/>
                <a:gd name="connsiteX22" fmla="*/ 1110538 w 12191999"/>
                <a:gd name="connsiteY22" fmla="*/ 5794741 h 6857999"/>
                <a:gd name="connsiteX23" fmla="*/ 1510856 w 12191999"/>
                <a:gd name="connsiteY23" fmla="*/ 6195059 h 6857999"/>
                <a:gd name="connsiteX24" fmla="*/ 1911174 w 12191999"/>
                <a:gd name="connsiteY24" fmla="*/ 5794741 h 6857999"/>
                <a:gd name="connsiteX25" fmla="*/ 1911174 w 12191999"/>
                <a:gd name="connsiteY25" fmla="*/ 0 h 6857999"/>
                <a:gd name="connsiteX26" fmla="*/ 4023711 w 12191999"/>
                <a:gd name="connsiteY26" fmla="*/ 0 h 6857999"/>
                <a:gd name="connsiteX27" fmla="*/ 4023711 w 12191999"/>
                <a:gd name="connsiteY27" fmla="*/ 4094314 h 6857999"/>
                <a:gd name="connsiteX28" fmla="*/ 4424030 w 12191999"/>
                <a:gd name="connsiteY28" fmla="*/ 4494632 h 6857999"/>
                <a:gd name="connsiteX29" fmla="*/ 4824348 w 12191999"/>
                <a:gd name="connsiteY29" fmla="*/ 4094314 h 6857999"/>
                <a:gd name="connsiteX30" fmla="*/ 4824348 w 12191999"/>
                <a:gd name="connsiteY30" fmla="*/ 0 h 6857999"/>
                <a:gd name="connsiteX31" fmla="*/ 12191999 w 12191999"/>
                <a:gd name="connsiteY31" fmla="*/ 0 h 6857999"/>
                <a:gd name="connsiteX32" fmla="*/ 12191999 w 12191999"/>
                <a:gd name="connsiteY32" fmla="*/ 6857999 h 6857999"/>
                <a:gd name="connsiteX33" fmla="*/ 3834844 w 12191999"/>
                <a:gd name="connsiteY33" fmla="*/ 6857999 h 6857999"/>
                <a:gd name="connsiteX34" fmla="*/ 3834844 w 12191999"/>
                <a:gd name="connsiteY34" fmla="*/ 2531583 h 6857999"/>
                <a:gd name="connsiteX35" fmla="*/ 3434526 w 12191999"/>
                <a:gd name="connsiteY35" fmla="*/ 2131265 h 6857999"/>
                <a:gd name="connsiteX36" fmla="*/ 3034208 w 12191999"/>
                <a:gd name="connsiteY36" fmla="*/ 2531583 h 6857999"/>
                <a:gd name="connsiteX37" fmla="*/ 3034208 w 12191999"/>
                <a:gd name="connsiteY37" fmla="*/ 6857999 h 6857999"/>
                <a:gd name="connsiteX38" fmla="*/ 2846442 w 12191999"/>
                <a:gd name="connsiteY38" fmla="*/ 6857999 h 6857999"/>
                <a:gd name="connsiteX39" fmla="*/ 2846442 w 12191999"/>
                <a:gd name="connsiteY39" fmla="*/ 1098219 h 6857999"/>
                <a:gd name="connsiteX40" fmla="*/ 2446124 w 12191999"/>
                <a:gd name="connsiteY40" fmla="*/ 697901 h 6857999"/>
                <a:gd name="connsiteX41" fmla="*/ 2045806 w 12191999"/>
                <a:gd name="connsiteY41" fmla="*/ 1098219 h 6857999"/>
                <a:gd name="connsiteX42" fmla="*/ 2045806 w 12191999"/>
                <a:gd name="connsiteY42" fmla="*/ 6857999 h 6857999"/>
                <a:gd name="connsiteX43" fmla="*/ 0 w 12191999"/>
                <a:gd name="connsiteY4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1999" h="6857999">
                  <a:moveTo>
                    <a:pt x="4424989" y="4624755"/>
                  </a:moveTo>
                  <a:cubicBezTo>
                    <a:pt x="4294648" y="4624755"/>
                    <a:pt x="4188986" y="4730417"/>
                    <a:pt x="4188986" y="4860757"/>
                  </a:cubicBezTo>
                  <a:cubicBezTo>
                    <a:pt x="4188986" y="4991097"/>
                    <a:pt x="4294648" y="5096759"/>
                    <a:pt x="4424989" y="5096759"/>
                  </a:cubicBezTo>
                  <a:cubicBezTo>
                    <a:pt x="4555328" y="5096759"/>
                    <a:pt x="4660990" y="4991097"/>
                    <a:pt x="4660990" y="4860757"/>
                  </a:cubicBezTo>
                  <a:cubicBezTo>
                    <a:pt x="4660990" y="4730417"/>
                    <a:pt x="4555328" y="4624755"/>
                    <a:pt x="4424989" y="4624755"/>
                  </a:cubicBezTo>
                  <a:close/>
                  <a:moveTo>
                    <a:pt x="520394" y="4518512"/>
                  </a:moveTo>
                  <a:cubicBezTo>
                    <a:pt x="390054" y="4518512"/>
                    <a:pt x="284392" y="4624174"/>
                    <a:pt x="284392" y="4754514"/>
                  </a:cubicBezTo>
                  <a:cubicBezTo>
                    <a:pt x="284392" y="4884854"/>
                    <a:pt x="390054" y="4990516"/>
                    <a:pt x="520394" y="4990516"/>
                  </a:cubicBezTo>
                  <a:cubicBezTo>
                    <a:pt x="650734" y="4990516"/>
                    <a:pt x="756396" y="4884854"/>
                    <a:pt x="756396" y="4754514"/>
                  </a:cubicBezTo>
                  <a:cubicBezTo>
                    <a:pt x="756396" y="4624174"/>
                    <a:pt x="650734" y="4518512"/>
                    <a:pt x="520394" y="4518512"/>
                  </a:cubicBezTo>
                  <a:close/>
                  <a:moveTo>
                    <a:pt x="3392187" y="1538072"/>
                  </a:moveTo>
                  <a:cubicBezTo>
                    <a:pt x="3261847" y="1538072"/>
                    <a:pt x="3156185" y="1643734"/>
                    <a:pt x="3156185" y="1774074"/>
                  </a:cubicBezTo>
                  <a:cubicBezTo>
                    <a:pt x="3156185" y="1904414"/>
                    <a:pt x="3261847" y="2010076"/>
                    <a:pt x="3392187" y="2010076"/>
                  </a:cubicBezTo>
                  <a:cubicBezTo>
                    <a:pt x="3522526" y="2010076"/>
                    <a:pt x="3628189" y="1904414"/>
                    <a:pt x="3628189" y="1774074"/>
                  </a:cubicBezTo>
                  <a:cubicBezTo>
                    <a:pt x="3628189" y="1643734"/>
                    <a:pt x="3522526" y="1538072"/>
                    <a:pt x="3392187" y="1538072"/>
                  </a:cubicBezTo>
                  <a:close/>
                  <a:moveTo>
                    <a:pt x="0" y="0"/>
                  </a:moveTo>
                  <a:lnTo>
                    <a:pt x="122136" y="0"/>
                  </a:lnTo>
                  <a:lnTo>
                    <a:pt x="122136" y="3915008"/>
                  </a:lnTo>
                  <a:cubicBezTo>
                    <a:pt x="122136" y="4136098"/>
                    <a:pt x="301364" y="4315325"/>
                    <a:pt x="522454" y="4315325"/>
                  </a:cubicBezTo>
                  <a:cubicBezTo>
                    <a:pt x="743544" y="4315325"/>
                    <a:pt x="922772" y="4136098"/>
                    <a:pt x="922772" y="3915008"/>
                  </a:cubicBezTo>
                  <a:lnTo>
                    <a:pt x="922772" y="0"/>
                  </a:lnTo>
                  <a:lnTo>
                    <a:pt x="1110538" y="0"/>
                  </a:lnTo>
                  <a:lnTo>
                    <a:pt x="1110538" y="5794741"/>
                  </a:lnTo>
                  <a:cubicBezTo>
                    <a:pt x="1110538" y="6015831"/>
                    <a:pt x="1289766" y="6195059"/>
                    <a:pt x="1510856" y="6195059"/>
                  </a:cubicBezTo>
                  <a:cubicBezTo>
                    <a:pt x="1731946" y="6195059"/>
                    <a:pt x="1911174" y="6015831"/>
                    <a:pt x="1911174" y="5794741"/>
                  </a:cubicBezTo>
                  <a:lnTo>
                    <a:pt x="1911174" y="0"/>
                  </a:lnTo>
                  <a:lnTo>
                    <a:pt x="4023711" y="0"/>
                  </a:lnTo>
                  <a:lnTo>
                    <a:pt x="4023711" y="4094314"/>
                  </a:lnTo>
                  <a:cubicBezTo>
                    <a:pt x="4023711" y="4315404"/>
                    <a:pt x="4202939" y="4494632"/>
                    <a:pt x="4424030" y="4494632"/>
                  </a:cubicBezTo>
                  <a:cubicBezTo>
                    <a:pt x="4645119" y="4494632"/>
                    <a:pt x="4824348" y="4315404"/>
                    <a:pt x="4824348" y="4094314"/>
                  </a:cubicBezTo>
                  <a:lnTo>
                    <a:pt x="4824348" y="0"/>
                  </a:lnTo>
                  <a:lnTo>
                    <a:pt x="12191999" y="0"/>
                  </a:lnTo>
                  <a:lnTo>
                    <a:pt x="12191999" y="6857999"/>
                  </a:lnTo>
                  <a:lnTo>
                    <a:pt x="3834844" y="6857999"/>
                  </a:lnTo>
                  <a:lnTo>
                    <a:pt x="3834844" y="2531583"/>
                  </a:lnTo>
                  <a:cubicBezTo>
                    <a:pt x="3834844" y="2310494"/>
                    <a:pt x="3655616" y="2131265"/>
                    <a:pt x="3434526" y="2131265"/>
                  </a:cubicBezTo>
                  <a:cubicBezTo>
                    <a:pt x="3213436" y="2131265"/>
                    <a:pt x="3034208" y="2310494"/>
                    <a:pt x="3034208" y="2531583"/>
                  </a:cubicBezTo>
                  <a:lnTo>
                    <a:pt x="3034208" y="6857999"/>
                  </a:lnTo>
                  <a:lnTo>
                    <a:pt x="2846442" y="6857999"/>
                  </a:lnTo>
                  <a:lnTo>
                    <a:pt x="2846442" y="1098219"/>
                  </a:lnTo>
                  <a:cubicBezTo>
                    <a:pt x="2846442" y="877129"/>
                    <a:pt x="2667214" y="697901"/>
                    <a:pt x="2446124" y="697901"/>
                  </a:cubicBezTo>
                  <a:cubicBezTo>
                    <a:pt x="2225034" y="697901"/>
                    <a:pt x="2045806" y="877129"/>
                    <a:pt x="2045806" y="1098219"/>
                  </a:cubicBezTo>
                  <a:lnTo>
                    <a:pt x="2045806" y="6857999"/>
                  </a:lnTo>
                  <a:lnTo>
                    <a:pt x="0" y="6857999"/>
                  </a:lnTo>
                  <a:close/>
                </a:path>
              </a:pathLst>
            </a:cu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135" dirty="0">
                <a:solidFill>
                  <a:srgbClr val="CCECFF"/>
                </a:solidFill>
                <a:latin typeface="+mj-ea"/>
                <a:ea typeface="+mj-ea"/>
                <a:sym typeface="Arial" panose="020B0604020202020204" pitchFamily="34" charset="0"/>
              </a:endParaRPr>
            </a:p>
          </p:txBody>
        </p:sp>
      </p:grpSp>
      <p:pic>
        <p:nvPicPr>
          <p:cNvPr id="15" name="图片 14"/>
          <p:cNvPicPr>
            <a:picLocks noChangeAspect="1"/>
          </p:cNvPicPr>
          <p:nvPr userDrawn="1"/>
        </p:nvPicPr>
        <p:blipFill>
          <a:blip r:embed="rId3"/>
          <a:stretch>
            <a:fillRect/>
          </a:stretch>
        </p:blipFill>
        <p:spPr>
          <a:xfrm>
            <a:off x="-34992" y="-2971"/>
            <a:ext cx="12291226"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1" name="文本占位符 30"/>
          <p:cNvSpPr>
            <a:spLocks noGrp="1"/>
          </p:cNvSpPr>
          <p:nvPr>
            <p:ph type="body" sz="quarter" idx="10" hasCustomPrompt="1"/>
          </p:nvPr>
        </p:nvSpPr>
        <p:spPr>
          <a:xfrm>
            <a:off x="5449723" y="1241942"/>
            <a:ext cx="2535003" cy="482600"/>
          </a:xfrm>
          <a:prstGeom prst="rect">
            <a:avLst/>
          </a:prstGeom>
        </p:spPr>
        <p:txBody>
          <a:bodyPr/>
          <a:lstStyle>
            <a:lvl1pPr marL="0" indent="0">
              <a:buNone/>
              <a:defRPr b="1"/>
            </a:lvl1pPr>
          </a:lstStyle>
          <a:p>
            <a:pPr lvl="0"/>
            <a:r>
              <a:rPr lang="zh-CN" altLang="en-US" dirty="0"/>
              <a:t>前言</a:t>
            </a:r>
            <a:endParaRPr lang="zh-CN" altLang="en-US" dirty="0"/>
          </a:p>
        </p:txBody>
      </p:sp>
      <p:sp>
        <p:nvSpPr>
          <p:cNvPr id="32" name="矩形 31"/>
          <p:cNvSpPr/>
          <p:nvPr userDrawn="1"/>
        </p:nvSpPr>
        <p:spPr>
          <a:xfrm>
            <a:off x="5548630" y="1845080"/>
            <a:ext cx="359410" cy="12596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33" name="文本占位符 30"/>
          <p:cNvSpPr>
            <a:spLocks noGrp="1"/>
          </p:cNvSpPr>
          <p:nvPr>
            <p:ph type="body" sz="quarter" idx="11"/>
          </p:nvPr>
        </p:nvSpPr>
        <p:spPr>
          <a:xfrm>
            <a:off x="5449723" y="2207141"/>
            <a:ext cx="5940520" cy="3984947"/>
          </a:xfrm>
          <a:prstGeom prst="rect">
            <a:avLst/>
          </a:prstGeom>
        </p:spPr>
        <p:txBody>
          <a:bodyPr/>
          <a:lstStyle>
            <a:lvl1pPr marL="0" indent="0">
              <a:buNone/>
              <a:defRPr sz="1600" b="0">
                <a:latin typeface="+mj-ea"/>
                <a:ea typeface="+mj-ea"/>
              </a:defRPr>
            </a:lvl1pPr>
          </a:lstStyle>
          <a:p>
            <a:pPr lvl="0"/>
            <a:endParaRPr lang="zh-CN" altLang="en-US" dirty="0"/>
          </a:p>
        </p:txBody>
      </p:sp>
      <p:pic>
        <p:nvPicPr>
          <p:cNvPr id="2" name="图片 1" descr="徽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1059" y="386903"/>
            <a:ext cx="1315585" cy="311715"/>
          </a:xfrm>
          <a:prstGeom prst="rect">
            <a:avLst/>
          </a:prstGeom>
        </p:spPr>
      </p:pic>
      <p:pic>
        <p:nvPicPr>
          <p:cNvPr id="8" name="图片 7"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前言2">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2950" cy="6858000"/>
          </a:xfrm>
          <a:prstGeom prst="rect">
            <a:avLst/>
          </a:prstGeom>
        </p:spPr>
      </p:pic>
      <p:sp>
        <p:nvSpPr>
          <p:cNvPr id="36" name="任意多边形: 形状 35"/>
          <p:cNvSpPr/>
          <p:nvPr userDrawn="1"/>
        </p:nvSpPr>
        <p:spPr>
          <a:xfrm>
            <a:off x="2" y="2"/>
            <a:ext cx="12172949" cy="6857999"/>
          </a:xfrm>
          <a:custGeom>
            <a:avLst/>
            <a:gdLst>
              <a:gd name="connsiteX0" fmla="*/ 0 w 12172949"/>
              <a:gd name="connsiteY0" fmla="*/ 0 h 6857999"/>
              <a:gd name="connsiteX1" fmla="*/ 12172949 w 12172949"/>
              <a:gd name="connsiteY1" fmla="*/ 0 h 6857999"/>
              <a:gd name="connsiteX2" fmla="*/ 12172949 w 12172949"/>
              <a:gd name="connsiteY2" fmla="*/ 1915644 h 6857999"/>
              <a:gd name="connsiteX3" fmla="*/ 11274477 w 12172949"/>
              <a:gd name="connsiteY3" fmla="*/ 917495 h 6857999"/>
              <a:gd name="connsiteX4" fmla="*/ 10844650 w 12172949"/>
              <a:gd name="connsiteY4" fmla="*/ 894905 h 6857999"/>
              <a:gd name="connsiteX5" fmla="*/ 10822061 w 12172949"/>
              <a:gd name="connsiteY5" fmla="*/ 1324732 h 6857999"/>
              <a:gd name="connsiteX6" fmla="*/ 12172949 w 12172949"/>
              <a:gd name="connsiteY6" fmla="*/ 2825489 h 6857999"/>
              <a:gd name="connsiteX7" fmla="*/ 12172949 w 12172949"/>
              <a:gd name="connsiteY7" fmla="*/ 3503776 h 6857999"/>
              <a:gd name="connsiteX8" fmla="*/ 9376740 w 12172949"/>
              <a:gd name="connsiteY8" fmla="*/ 397354 h 6857999"/>
              <a:gd name="connsiteX9" fmla="*/ 8946913 w 12172949"/>
              <a:gd name="connsiteY9" fmla="*/ 374764 h 6857999"/>
              <a:gd name="connsiteX10" fmla="*/ 8924324 w 12172949"/>
              <a:gd name="connsiteY10" fmla="*/ 804591 h 6857999"/>
              <a:gd name="connsiteX11" fmla="*/ 12172949 w 12172949"/>
              <a:gd name="connsiteY11" fmla="*/ 4413621 h 6857999"/>
              <a:gd name="connsiteX12" fmla="*/ 12172949 w 12172949"/>
              <a:gd name="connsiteY12" fmla="*/ 4947862 h 6857999"/>
              <a:gd name="connsiteX13" fmla="*/ 8076863 w 12172949"/>
              <a:gd name="connsiteY13" fmla="*/ 397353 h 6857999"/>
              <a:gd name="connsiteX14" fmla="*/ 7647036 w 12172949"/>
              <a:gd name="connsiteY14" fmla="*/ 374763 h 6857999"/>
              <a:gd name="connsiteX15" fmla="*/ 7624446 w 12172949"/>
              <a:gd name="connsiteY15" fmla="*/ 804590 h 6857999"/>
              <a:gd name="connsiteX16" fmla="*/ 12172949 w 12172949"/>
              <a:gd name="connsiteY16" fmla="*/ 5857707 h 6857999"/>
              <a:gd name="connsiteX17" fmla="*/ 12172949 w 12172949"/>
              <a:gd name="connsiteY17" fmla="*/ 6356085 h 6857999"/>
              <a:gd name="connsiteX18" fmla="*/ 7985172 w 12172949"/>
              <a:gd name="connsiteY18" fmla="*/ 1703712 h 6857999"/>
              <a:gd name="connsiteX19" fmla="*/ 7555345 w 12172949"/>
              <a:gd name="connsiteY19" fmla="*/ 1681123 h 6857999"/>
              <a:gd name="connsiteX20" fmla="*/ 7532756 w 12172949"/>
              <a:gd name="connsiteY20" fmla="*/ 2110950 h 6857999"/>
              <a:gd name="connsiteX21" fmla="*/ 11805756 w 12172949"/>
              <a:gd name="connsiteY21" fmla="*/ 6857999 h 6857999"/>
              <a:gd name="connsiteX22" fmla="*/ 11369739 w 12172949"/>
              <a:gd name="connsiteY22" fmla="*/ 6857999 h 6857999"/>
              <a:gd name="connsiteX23" fmla="*/ 8158179 w 12172949"/>
              <a:gd name="connsiteY23" fmla="*/ 3290145 h 6857999"/>
              <a:gd name="connsiteX24" fmla="*/ 7686330 w 12172949"/>
              <a:gd name="connsiteY24" fmla="*/ 3265347 h 6857999"/>
              <a:gd name="connsiteX25" fmla="*/ 7661532 w 12172949"/>
              <a:gd name="connsiteY25" fmla="*/ 3737196 h 6857999"/>
              <a:gd name="connsiteX26" fmla="*/ 10470686 w 12172949"/>
              <a:gd name="connsiteY26" fmla="*/ 6857999 h 6857999"/>
              <a:gd name="connsiteX27" fmla="*/ 9904651 w 12172949"/>
              <a:gd name="connsiteY27" fmla="*/ 6857999 h 6857999"/>
              <a:gd name="connsiteX28" fmla="*/ 8138095 w 12172949"/>
              <a:gd name="connsiteY28" fmla="*/ 4895459 h 6857999"/>
              <a:gd name="connsiteX29" fmla="*/ 7661191 w 12172949"/>
              <a:gd name="connsiteY29" fmla="*/ 4870395 h 6857999"/>
              <a:gd name="connsiteX30" fmla="*/ 7636127 w 12172949"/>
              <a:gd name="connsiteY30" fmla="*/ 5347300 h 6857999"/>
              <a:gd name="connsiteX31" fmla="*/ 8995964 w 12172949"/>
              <a:gd name="connsiteY31" fmla="*/ 6857999 h 6857999"/>
              <a:gd name="connsiteX32" fmla="*/ 8506145 w 12172949"/>
              <a:gd name="connsiteY32" fmla="*/ 6857999 h 6857999"/>
              <a:gd name="connsiteX33" fmla="*/ 7058826 w 12172949"/>
              <a:gd name="connsiteY33" fmla="*/ 5250111 h 6857999"/>
              <a:gd name="connsiteX34" fmla="*/ 6581921 w 12172949"/>
              <a:gd name="connsiteY34" fmla="*/ 5225047 h 6857999"/>
              <a:gd name="connsiteX35" fmla="*/ 6556857 w 12172949"/>
              <a:gd name="connsiteY35" fmla="*/ 5701952 h 6857999"/>
              <a:gd name="connsiteX36" fmla="*/ 7597459 w 12172949"/>
              <a:gd name="connsiteY36" fmla="*/ 6857999 h 6857999"/>
              <a:gd name="connsiteX37" fmla="*/ 0 w 12172949"/>
              <a:gd name="connsiteY3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2172949" h="6857999">
                <a:moveTo>
                  <a:pt x="0" y="0"/>
                </a:moveTo>
                <a:lnTo>
                  <a:pt x="12172949" y="0"/>
                </a:lnTo>
                <a:lnTo>
                  <a:pt x="12172949" y="1915644"/>
                </a:lnTo>
                <a:lnTo>
                  <a:pt x="11274477" y="917495"/>
                </a:lnTo>
                <a:cubicBezTo>
                  <a:pt x="11162022" y="792563"/>
                  <a:pt x="10969582" y="782450"/>
                  <a:pt x="10844650" y="894905"/>
                </a:cubicBezTo>
                <a:cubicBezTo>
                  <a:pt x="10719719" y="1007361"/>
                  <a:pt x="10709605" y="1199801"/>
                  <a:pt x="10822061" y="1324732"/>
                </a:cubicBezTo>
                <a:lnTo>
                  <a:pt x="12172949" y="2825489"/>
                </a:lnTo>
                <a:lnTo>
                  <a:pt x="12172949" y="3503776"/>
                </a:lnTo>
                <a:lnTo>
                  <a:pt x="9376740" y="397354"/>
                </a:lnTo>
                <a:cubicBezTo>
                  <a:pt x="9264285" y="272422"/>
                  <a:pt x="9071845" y="262309"/>
                  <a:pt x="8946913" y="374764"/>
                </a:cubicBezTo>
                <a:cubicBezTo>
                  <a:pt x="8821982" y="487220"/>
                  <a:pt x="8811868" y="679660"/>
                  <a:pt x="8924324" y="804591"/>
                </a:cubicBezTo>
                <a:lnTo>
                  <a:pt x="12172949" y="4413621"/>
                </a:lnTo>
                <a:lnTo>
                  <a:pt x="12172949" y="4947862"/>
                </a:lnTo>
                <a:lnTo>
                  <a:pt x="8076863" y="397353"/>
                </a:lnTo>
                <a:cubicBezTo>
                  <a:pt x="7964407" y="272421"/>
                  <a:pt x="7771968" y="262308"/>
                  <a:pt x="7647036" y="374763"/>
                </a:cubicBezTo>
                <a:cubicBezTo>
                  <a:pt x="7522104" y="487219"/>
                  <a:pt x="7511991" y="679659"/>
                  <a:pt x="7624446" y="804590"/>
                </a:cubicBezTo>
                <a:lnTo>
                  <a:pt x="12172949" y="5857707"/>
                </a:lnTo>
                <a:lnTo>
                  <a:pt x="12172949" y="6356085"/>
                </a:lnTo>
                <a:lnTo>
                  <a:pt x="7985172" y="1703712"/>
                </a:lnTo>
                <a:cubicBezTo>
                  <a:pt x="7872716" y="1578781"/>
                  <a:pt x="7680276" y="1568667"/>
                  <a:pt x="7555345" y="1681123"/>
                </a:cubicBezTo>
                <a:cubicBezTo>
                  <a:pt x="7430413" y="1793579"/>
                  <a:pt x="7420300" y="1986018"/>
                  <a:pt x="7532756" y="2110950"/>
                </a:cubicBezTo>
                <a:lnTo>
                  <a:pt x="11805756" y="6857999"/>
                </a:lnTo>
                <a:lnTo>
                  <a:pt x="11369739" y="6857999"/>
                </a:lnTo>
                <a:lnTo>
                  <a:pt x="8158179" y="3290145"/>
                </a:lnTo>
                <a:cubicBezTo>
                  <a:pt x="8034729" y="3153000"/>
                  <a:pt x="7823475" y="3141897"/>
                  <a:pt x="7686330" y="3265347"/>
                </a:cubicBezTo>
                <a:cubicBezTo>
                  <a:pt x="7549185" y="3388797"/>
                  <a:pt x="7538083" y="3600051"/>
                  <a:pt x="7661532" y="3737196"/>
                </a:cubicBezTo>
                <a:lnTo>
                  <a:pt x="10470686" y="6857999"/>
                </a:lnTo>
                <a:lnTo>
                  <a:pt x="9904651" y="6857999"/>
                </a:lnTo>
                <a:lnTo>
                  <a:pt x="8138095" y="4895459"/>
                </a:lnTo>
                <a:cubicBezTo>
                  <a:pt x="8013323" y="4756844"/>
                  <a:pt x="7799805" y="4745623"/>
                  <a:pt x="7661191" y="4870395"/>
                </a:cubicBezTo>
                <a:cubicBezTo>
                  <a:pt x="7522576" y="4995168"/>
                  <a:pt x="7511354" y="5208685"/>
                  <a:pt x="7636127" y="5347300"/>
                </a:cubicBezTo>
                <a:lnTo>
                  <a:pt x="8995964" y="6857999"/>
                </a:lnTo>
                <a:lnTo>
                  <a:pt x="8506145" y="6857999"/>
                </a:lnTo>
                <a:lnTo>
                  <a:pt x="7058826" y="5250111"/>
                </a:lnTo>
                <a:cubicBezTo>
                  <a:pt x="6934053" y="5111496"/>
                  <a:pt x="6720536" y="5100275"/>
                  <a:pt x="6581921" y="5225047"/>
                </a:cubicBezTo>
                <a:cubicBezTo>
                  <a:pt x="6443306" y="5349820"/>
                  <a:pt x="6432084" y="5563337"/>
                  <a:pt x="6556857" y="5701952"/>
                </a:cubicBezTo>
                <a:lnTo>
                  <a:pt x="7597459" y="6857999"/>
                </a:lnTo>
                <a:lnTo>
                  <a:pt x="0" y="6857999"/>
                </a:lnTo>
                <a:close/>
              </a:path>
            </a:pathLst>
          </a:custGeom>
          <a:solidFill>
            <a:schemeClr val="bg1">
              <a:alpha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5" name="图片 14"/>
          <p:cNvPicPr>
            <a:picLocks noChangeAspect="1"/>
          </p:cNvPicPr>
          <p:nvPr userDrawn="1"/>
        </p:nvPicPr>
        <p:blipFill>
          <a:blip r:embed="rId3"/>
          <a:stretch>
            <a:fillRect/>
          </a:stretch>
        </p:blipFill>
        <p:spPr>
          <a:xfrm>
            <a:off x="-1"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0" name="文本占位符 30"/>
          <p:cNvSpPr>
            <a:spLocks noGrp="1"/>
          </p:cNvSpPr>
          <p:nvPr>
            <p:ph type="body" sz="quarter" idx="10" hasCustomPrompt="1"/>
          </p:nvPr>
        </p:nvSpPr>
        <p:spPr>
          <a:xfrm>
            <a:off x="594000" y="1000026"/>
            <a:ext cx="2535003" cy="482600"/>
          </a:xfrm>
          <a:prstGeom prst="rect">
            <a:avLst/>
          </a:prstGeom>
        </p:spPr>
        <p:txBody>
          <a:bodyPr/>
          <a:lstStyle>
            <a:lvl1pPr marL="0" indent="0">
              <a:buNone/>
              <a:defRPr b="1"/>
            </a:lvl1pPr>
          </a:lstStyle>
          <a:p>
            <a:pPr lvl="0"/>
            <a:r>
              <a:rPr lang="zh-CN" altLang="en-US" dirty="0"/>
              <a:t>前言</a:t>
            </a:r>
            <a:endParaRPr lang="zh-CN" altLang="en-US" dirty="0"/>
          </a:p>
        </p:txBody>
      </p:sp>
      <p:sp>
        <p:nvSpPr>
          <p:cNvPr id="21" name="矩形 20"/>
          <p:cNvSpPr/>
          <p:nvPr userDrawn="1"/>
        </p:nvSpPr>
        <p:spPr>
          <a:xfrm>
            <a:off x="692907" y="1603164"/>
            <a:ext cx="359410" cy="12596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2" name="文本占位符 30"/>
          <p:cNvSpPr>
            <a:spLocks noGrp="1"/>
          </p:cNvSpPr>
          <p:nvPr>
            <p:ph type="body" sz="quarter" idx="13"/>
          </p:nvPr>
        </p:nvSpPr>
        <p:spPr>
          <a:xfrm>
            <a:off x="594000" y="1965225"/>
            <a:ext cx="5940520" cy="3984947"/>
          </a:xfrm>
          <a:prstGeom prst="rect">
            <a:avLst/>
          </a:prstGeom>
        </p:spPr>
        <p:txBody>
          <a:bodyPr/>
          <a:lstStyle>
            <a:lvl1pPr marL="0" indent="0">
              <a:buNone/>
              <a:defRPr sz="1600" b="0">
                <a:latin typeface="+mj-ea"/>
                <a:ea typeface="+mj-ea"/>
              </a:defRPr>
            </a:lvl1pPr>
          </a:lstStyle>
          <a:p>
            <a:pPr lvl="0"/>
            <a:endParaRPr lang="zh-CN" altLang="en-US" dirty="0"/>
          </a:p>
        </p:txBody>
      </p:sp>
      <p:pic>
        <p:nvPicPr>
          <p:cNvPr id="8" name="图片 7"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文字模板14">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671288" y="5899531"/>
            <a:ext cx="10866276" cy="2716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7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cs typeface="+mn-ea"/>
              <a:sym typeface="+mn-lt"/>
            </a:endParaRPr>
          </a:p>
        </p:txBody>
      </p:sp>
      <p:grpSp>
        <p:nvGrpSpPr>
          <p:cNvPr id="8" name="组合 7"/>
          <p:cNvGrpSpPr/>
          <p:nvPr userDrawn="1"/>
        </p:nvGrpSpPr>
        <p:grpSpPr>
          <a:xfrm>
            <a:off x="916171" y="1595948"/>
            <a:ext cx="3794708" cy="4488643"/>
            <a:chOff x="1724886" y="2630715"/>
            <a:chExt cx="2626015" cy="3106230"/>
          </a:xfrm>
        </p:grpSpPr>
        <p:sp>
          <p:nvSpPr>
            <p:cNvPr id="30" name="矩形 29"/>
            <p:cNvSpPr/>
            <p:nvPr/>
          </p:nvSpPr>
          <p:spPr>
            <a:xfrm>
              <a:off x="2818191" y="5127145"/>
              <a:ext cx="362209" cy="609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dirty="0">
                <a:cs typeface="+mn-ea"/>
                <a:sym typeface="+mn-lt"/>
              </a:endParaRPr>
            </a:p>
          </p:txBody>
        </p:sp>
        <p:grpSp>
          <p:nvGrpSpPr>
            <p:cNvPr id="31" name="组合 30"/>
            <p:cNvGrpSpPr/>
            <p:nvPr/>
          </p:nvGrpSpPr>
          <p:grpSpPr>
            <a:xfrm>
              <a:off x="1724886" y="2630715"/>
              <a:ext cx="2626015" cy="2583758"/>
              <a:chOff x="1724886" y="2748073"/>
              <a:chExt cx="2626015" cy="2583758"/>
            </a:xfrm>
          </p:grpSpPr>
          <p:sp>
            <p:nvSpPr>
              <p:cNvPr id="32" name="任意多边形: 形状 31"/>
              <p:cNvSpPr/>
              <p:nvPr/>
            </p:nvSpPr>
            <p:spPr bwMode="auto">
              <a:xfrm>
                <a:off x="2926671" y="2748073"/>
                <a:ext cx="1424230" cy="1407105"/>
              </a:xfrm>
              <a:custGeom>
                <a:avLst/>
                <a:gdLst/>
                <a:ahLst/>
                <a:cxnLst>
                  <a:cxn ang="0">
                    <a:pos x="230" y="155"/>
                  </a:cxn>
                  <a:cxn ang="0">
                    <a:pos x="196" y="151"/>
                  </a:cxn>
                  <a:cxn ang="0">
                    <a:pos x="32" y="315"/>
                  </a:cxn>
                  <a:cxn ang="0">
                    <a:pos x="7" y="315"/>
                  </a:cxn>
                  <a:cxn ang="0">
                    <a:pos x="7" y="291"/>
                  </a:cxn>
                  <a:cxn ang="0">
                    <a:pos x="171" y="126"/>
                  </a:cxn>
                  <a:cxn ang="0">
                    <a:pos x="168" y="93"/>
                  </a:cxn>
                  <a:cxn ang="0">
                    <a:pos x="260" y="0"/>
                  </a:cxn>
                  <a:cxn ang="0">
                    <a:pos x="273" y="50"/>
                  </a:cxn>
                  <a:cxn ang="0">
                    <a:pos x="322" y="62"/>
                  </a:cxn>
                  <a:cxn ang="0">
                    <a:pos x="230" y="155"/>
                  </a:cxn>
                </a:cxnLst>
                <a:rect l="0" t="0" r="r" b="b"/>
                <a:pathLst>
                  <a:path w="322" h="322">
                    <a:moveTo>
                      <a:pt x="230" y="155"/>
                    </a:moveTo>
                    <a:cubicBezTo>
                      <a:pt x="196" y="151"/>
                      <a:pt x="196" y="151"/>
                      <a:pt x="196" y="151"/>
                    </a:cubicBezTo>
                    <a:cubicBezTo>
                      <a:pt x="32" y="315"/>
                      <a:pt x="32" y="315"/>
                      <a:pt x="32" y="315"/>
                    </a:cubicBezTo>
                    <a:cubicBezTo>
                      <a:pt x="25" y="322"/>
                      <a:pt x="14" y="322"/>
                      <a:pt x="7" y="315"/>
                    </a:cubicBezTo>
                    <a:cubicBezTo>
                      <a:pt x="0" y="309"/>
                      <a:pt x="0" y="298"/>
                      <a:pt x="7" y="291"/>
                    </a:cubicBezTo>
                    <a:cubicBezTo>
                      <a:pt x="171" y="126"/>
                      <a:pt x="171" y="126"/>
                      <a:pt x="171" y="126"/>
                    </a:cubicBezTo>
                    <a:cubicBezTo>
                      <a:pt x="168" y="93"/>
                      <a:pt x="168" y="93"/>
                      <a:pt x="168" y="93"/>
                    </a:cubicBezTo>
                    <a:cubicBezTo>
                      <a:pt x="260" y="0"/>
                      <a:pt x="260" y="0"/>
                      <a:pt x="260" y="0"/>
                    </a:cubicBezTo>
                    <a:cubicBezTo>
                      <a:pt x="273" y="50"/>
                      <a:pt x="273" y="50"/>
                      <a:pt x="273" y="50"/>
                    </a:cubicBezTo>
                    <a:cubicBezTo>
                      <a:pt x="322" y="62"/>
                      <a:pt x="322" y="62"/>
                      <a:pt x="322" y="62"/>
                    </a:cubicBezTo>
                    <a:lnTo>
                      <a:pt x="230" y="155"/>
                    </a:lnTo>
                    <a:close/>
                  </a:path>
                </a:pathLst>
              </a:custGeom>
              <a:solidFill>
                <a:schemeClr val="accent4"/>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3" name="任意多边形: 形状 32"/>
              <p:cNvSpPr/>
              <p:nvPr/>
            </p:nvSpPr>
            <p:spPr bwMode="auto">
              <a:xfrm>
                <a:off x="2162637" y="3241902"/>
                <a:ext cx="1677017" cy="1657066"/>
              </a:xfrm>
              <a:custGeom>
                <a:avLst/>
                <a:gdLst/>
                <a:ahLst/>
                <a:cxnLst>
                  <a:cxn ang="0">
                    <a:pos x="350" y="90"/>
                  </a:cxn>
                  <a:cxn ang="0">
                    <a:pos x="325" y="115"/>
                  </a:cxn>
                  <a:cxn ang="0">
                    <a:pos x="344" y="189"/>
                  </a:cxn>
                  <a:cxn ang="0">
                    <a:pos x="189" y="344"/>
                  </a:cxn>
                  <a:cxn ang="0">
                    <a:pos x="35" y="189"/>
                  </a:cxn>
                  <a:cxn ang="0">
                    <a:pos x="189" y="35"/>
                  </a:cxn>
                  <a:cxn ang="0">
                    <a:pos x="263" y="54"/>
                  </a:cxn>
                  <a:cxn ang="0">
                    <a:pos x="289" y="28"/>
                  </a:cxn>
                  <a:cxn ang="0">
                    <a:pos x="189" y="0"/>
                  </a:cxn>
                  <a:cxn ang="0">
                    <a:pos x="0" y="189"/>
                  </a:cxn>
                  <a:cxn ang="0">
                    <a:pos x="189" y="379"/>
                  </a:cxn>
                  <a:cxn ang="0">
                    <a:pos x="379" y="189"/>
                  </a:cxn>
                  <a:cxn ang="0">
                    <a:pos x="350" y="90"/>
                  </a:cxn>
                </a:cxnLst>
                <a:rect l="0" t="0" r="r" b="b"/>
                <a:pathLst>
                  <a:path w="379" h="379">
                    <a:moveTo>
                      <a:pt x="350" y="90"/>
                    </a:moveTo>
                    <a:cubicBezTo>
                      <a:pt x="325" y="115"/>
                      <a:pt x="325" y="115"/>
                      <a:pt x="325" y="115"/>
                    </a:cubicBezTo>
                    <a:cubicBezTo>
                      <a:pt x="337" y="137"/>
                      <a:pt x="344" y="163"/>
                      <a:pt x="344" y="189"/>
                    </a:cubicBezTo>
                    <a:cubicBezTo>
                      <a:pt x="344" y="275"/>
                      <a:pt x="274" y="344"/>
                      <a:pt x="189" y="344"/>
                    </a:cubicBezTo>
                    <a:cubicBezTo>
                      <a:pt x="104" y="344"/>
                      <a:pt x="35" y="275"/>
                      <a:pt x="35" y="189"/>
                    </a:cubicBezTo>
                    <a:cubicBezTo>
                      <a:pt x="35" y="104"/>
                      <a:pt x="104" y="35"/>
                      <a:pt x="189" y="35"/>
                    </a:cubicBezTo>
                    <a:cubicBezTo>
                      <a:pt x="216" y="35"/>
                      <a:pt x="241" y="42"/>
                      <a:pt x="263" y="54"/>
                    </a:cubicBezTo>
                    <a:cubicBezTo>
                      <a:pt x="289" y="28"/>
                      <a:pt x="289" y="28"/>
                      <a:pt x="289" y="28"/>
                    </a:cubicBezTo>
                    <a:cubicBezTo>
                      <a:pt x="260" y="10"/>
                      <a:pt x="226" y="0"/>
                      <a:pt x="189" y="0"/>
                    </a:cubicBezTo>
                    <a:cubicBezTo>
                      <a:pt x="85" y="0"/>
                      <a:pt x="0" y="85"/>
                      <a:pt x="0" y="189"/>
                    </a:cubicBezTo>
                    <a:cubicBezTo>
                      <a:pt x="0" y="294"/>
                      <a:pt x="85" y="379"/>
                      <a:pt x="189" y="379"/>
                    </a:cubicBezTo>
                    <a:cubicBezTo>
                      <a:pt x="294" y="379"/>
                      <a:pt x="379" y="294"/>
                      <a:pt x="379" y="189"/>
                    </a:cubicBezTo>
                    <a:cubicBezTo>
                      <a:pt x="379" y="153"/>
                      <a:pt x="368" y="119"/>
                      <a:pt x="350" y="90"/>
                    </a:cubicBezTo>
                  </a:path>
                </a:pathLst>
              </a:custGeom>
              <a:solidFill>
                <a:schemeClr val="bg1">
                  <a:lumMod val="85000"/>
                </a:schemeClr>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4" name="任意多边形: 形状 33"/>
              <p:cNvSpPr/>
              <p:nvPr/>
            </p:nvSpPr>
            <p:spPr bwMode="auto">
              <a:xfrm>
                <a:off x="2579425" y="3656474"/>
                <a:ext cx="839741" cy="826704"/>
              </a:xfrm>
              <a:custGeom>
                <a:avLst/>
                <a:gdLst/>
                <a:ahLst/>
                <a:cxnLst>
                  <a:cxn ang="0">
                    <a:pos x="185" y="66"/>
                  </a:cxn>
                  <a:cxn ang="0">
                    <a:pos x="155" y="97"/>
                  </a:cxn>
                  <a:cxn ang="0">
                    <a:pos x="95" y="154"/>
                  </a:cxn>
                  <a:cxn ang="0">
                    <a:pos x="35" y="94"/>
                  </a:cxn>
                  <a:cxn ang="0">
                    <a:pos x="93" y="35"/>
                  </a:cxn>
                  <a:cxn ang="0">
                    <a:pos x="124" y="4"/>
                  </a:cxn>
                  <a:cxn ang="0">
                    <a:pos x="95" y="0"/>
                  </a:cxn>
                  <a:cxn ang="0">
                    <a:pos x="0" y="94"/>
                  </a:cxn>
                  <a:cxn ang="0">
                    <a:pos x="95" y="189"/>
                  </a:cxn>
                  <a:cxn ang="0">
                    <a:pos x="190" y="94"/>
                  </a:cxn>
                  <a:cxn ang="0">
                    <a:pos x="185" y="66"/>
                  </a:cxn>
                </a:cxnLst>
                <a:rect l="0" t="0" r="r" b="b"/>
                <a:pathLst>
                  <a:path w="190" h="189">
                    <a:moveTo>
                      <a:pt x="185" y="66"/>
                    </a:moveTo>
                    <a:cubicBezTo>
                      <a:pt x="155" y="97"/>
                      <a:pt x="155" y="97"/>
                      <a:pt x="155" y="97"/>
                    </a:cubicBezTo>
                    <a:cubicBezTo>
                      <a:pt x="154" y="129"/>
                      <a:pt x="127" y="154"/>
                      <a:pt x="95" y="154"/>
                    </a:cubicBezTo>
                    <a:cubicBezTo>
                      <a:pt x="62" y="154"/>
                      <a:pt x="35" y="127"/>
                      <a:pt x="35" y="94"/>
                    </a:cubicBezTo>
                    <a:cubicBezTo>
                      <a:pt x="35" y="62"/>
                      <a:pt x="61" y="36"/>
                      <a:pt x="93" y="35"/>
                    </a:cubicBezTo>
                    <a:cubicBezTo>
                      <a:pt x="124" y="4"/>
                      <a:pt x="124" y="4"/>
                      <a:pt x="124" y="4"/>
                    </a:cubicBezTo>
                    <a:cubicBezTo>
                      <a:pt x="115" y="1"/>
                      <a:pt x="105" y="0"/>
                      <a:pt x="95" y="0"/>
                    </a:cubicBezTo>
                    <a:cubicBezTo>
                      <a:pt x="43" y="0"/>
                      <a:pt x="0" y="42"/>
                      <a:pt x="0" y="94"/>
                    </a:cubicBezTo>
                    <a:cubicBezTo>
                      <a:pt x="0" y="147"/>
                      <a:pt x="43" y="189"/>
                      <a:pt x="95" y="189"/>
                    </a:cubicBezTo>
                    <a:cubicBezTo>
                      <a:pt x="147" y="189"/>
                      <a:pt x="190" y="147"/>
                      <a:pt x="190" y="94"/>
                    </a:cubicBezTo>
                    <a:cubicBezTo>
                      <a:pt x="190" y="84"/>
                      <a:pt x="188" y="75"/>
                      <a:pt x="185" y="66"/>
                    </a:cubicBezTo>
                  </a:path>
                </a:pathLst>
              </a:custGeom>
              <a:solidFill>
                <a:schemeClr val="accent3"/>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5" name="任意多边形: 形状 34"/>
              <p:cNvSpPr/>
              <p:nvPr/>
            </p:nvSpPr>
            <p:spPr bwMode="auto">
              <a:xfrm>
                <a:off x="1724886" y="2809042"/>
                <a:ext cx="2552518" cy="2522789"/>
              </a:xfrm>
              <a:custGeom>
                <a:avLst/>
                <a:gdLst/>
                <a:ahLst/>
                <a:cxnLst>
                  <a:cxn ang="0">
                    <a:pos x="535" y="140"/>
                  </a:cxn>
                  <a:cxn ang="0">
                    <a:pos x="510" y="165"/>
                  </a:cxn>
                  <a:cxn ang="0">
                    <a:pos x="542" y="288"/>
                  </a:cxn>
                  <a:cxn ang="0">
                    <a:pos x="288" y="542"/>
                  </a:cxn>
                  <a:cxn ang="0">
                    <a:pos x="35" y="288"/>
                  </a:cxn>
                  <a:cxn ang="0">
                    <a:pos x="288" y="35"/>
                  </a:cxn>
                  <a:cxn ang="0">
                    <a:pos x="411" y="67"/>
                  </a:cxn>
                  <a:cxn ang="0">
                    <a:pos x="436" y="41"/>
                  </a:cxn>
                  <a:cxn ang="0">
                    <a:pos x="288" y="0"/>
                  </a:cxn>
                  <a:cxn ang="0">
                    <a:pos x="0" y="288"/>
                  </a:cxn>
                  <a:cxn ang="0">
                    <a:pos x="288" y="577"/>
                  </a:cxn>
                  <a:cxn ang="0">
                    <a:pos x="577" y="288"/>
                  </a:cxn>
                  <a:cxn ang="0">
                    <a:pos x="535" y="140"/>
                  </a:cxn>
                </a:cxnLst>
                <a:rect l="0" t="0" r="r" b="b"/>
                <a:pathLst>
                  <a:path w="577" h="577">
                    <a:moveTo>
                      <a:pt x="535" y="140"/>
                    </a:moveTo>
                    <a:cubicBezTo>
                      <a:pt x="510" y="165"/>
                      <a:pt x="510" y="165"/>
                      <a:pt x="510" y="165"/>
                    </a:cubicBezTo>
                    <a:cubicBezTo>
                      <a:pt x="530" y="202"/>
                      <a:pt x="542" y="244"/>
                      <a:pt x="542" y="288"/>
                    </a:cubicBezTo>
                    <a:cubicBezTo>
                      <a:pt x="542" y="428"/>
                      <a:pt x="428" y="542"/>
                      <a:pt x="288" y="542"/>
                    </a:cubicBezTo>
                    <a:cubicBezTo>
                      <a:pt x="148" y="542"/>
                      <a:pt x="35" y="428"/>
                      <a:pt x="35" y="288"/>
                    </a:cubicBezTo>
                    <a:cubicBezTo>
                      <a:pt x="35" y="149"/>
                      <a:pt x="148" y="35"/>
                      <a:pt x="288" y="35"/>
                    </a:cubicBezTo>
                    <a:cubicBezTo>
                      <a:pt x="333" y="35"/>
                      <a:pt x="375" y="46"/>
                      <a:pt x="411" y="67"/>
                    </a:cubicBezTo>
                    <a:cubicBezTo>
                      <a:pt x="436" y="41"/>
                      <a:pt x="436" y="41"/>
                      <a:pt x="436" y="41"/>
                    </a:cubicBezTo>
                    <a:cubicBezTo>
                      <a:pt x="393" y="15"/>
                      <a:pt x="342" y="0"/>
                      <a:pt x="288" y="0"/>
                    </a:cubicBezTo>
                    <a:cubicBezTo>
                      <a:pt x="129" y="0"/>
                      <a:pt x="0" y="129"/>
                      <a:pt x="0" y="288"/>
                    </a:cubicBezTo>
                    <a:cubicBezTo>
                      <a:pt x="0" y="447"/>
                      <a:pt x="129" y="577"/>
                      <a:pt x="288" y="577"/>
                    </a:cubicBezTo>
                    <a:cubicBezTo>
                      <a:pt x="447" y="577"/>
                      <a:pt x="577" y="447"/>
                      <a:pt x="577" y="288"/>
                    </a:cubicBezTo>
                    <a:cubicBezTo>
                      <a:pt x="577" y="234"/>
                      <a:pt x="562" y="183"/>
                      <a:pt x="535" y="140"/>
                    </a:cubicBezTo>
                  </a:path>
                </a:pathLst>
              </a:custGeom>
              <a:solidFill>
                <a:schemeClr val="bg1">
                  <a:lumMod val="95000"/>
                </a:schemeClr>
              </a:solidFill>
              <a:ln w="9525">
                <a:noFill/>
                <a:round/>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grpSp>
      <p:cxnSp>
        <p:nvCxnSpPr>
          <p:cNvPr id="24" name="直接连接符 23"/>
          <p:cNvCxnSpPr/>
          <p:nvPr userDrawn="1"/>
        </p:nvCxnSpPr>
        <p:spPr>
          <a:xfrm>
            <a:off x="6132457" y="285641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6132457" y="334648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6132457" y="383654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6132457" y="432661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132457" y="481667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6132457" y="530674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8" name="文本占位符 37"/>
          <p:cNvSpPr>
            <a:spLocks noGrp="1"/>
          </p:cNvSpPr>
          <p:nvPr>
            <p:ph type="body" sz="quarter" idx="13" hasCustomPrompt="1"/>
          </p:nvPr>
        </p:nvSpPr>
        <p:spPr>
          <a:xfrm>
            <a:off x="6096001" y="256663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9" name="文本占位符 37"/>
          <p:cNvSpPr>
            <a:spLocks noGrp="1"/>
          </p:cNvSpPr>
          <p:nvPr>
            <p:ph type="body" sz="quarter" idx="14" hasCustomPrompt="1"/>
          </p:nvPr>
        </p:nvSpPr>
        <p:spPr>
          <a:xfrm>
            <a:off x="6096000" y="3056696"/>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0" name="文本占位符 37"/>
          <p:cNvSpPr>
            <a:spLocks noGrp="1"/>
          </p:cNvSpPr>
          <p:nvPr>
            <p:ph type="body" sz="quarter" idx="15" hasCustomPrompt="1"/>
          </p:nvPr>
        </p:nvSpPr>
        <p:spPr>
          <a:xfrm>
            <a:off x="6096000" y="3546759"/>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1" name="文本占位符 37"/>
          <p:cNvSpPr>
            <a:spLocks noGrp="1"/>
          </p:cNvSpPr>
          <p:nvPr>
            <p:ph type="body" sz="quarter" idx="16" hasCustomPrompt="1"/>
          </p:nvPr>
        </p:nvSpPr>
        <p:spPr>
          <a:xfrm>
            <a:off x="6096000" y="403682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2" name="文本占位符 37"/>
          <p:cNvSpPr>
            <a:spLocks noGrp="1"/>
          </p:cNvSpPr>
          <p:nvPr>
            <p:ph type="body" sz="quarter" idx="17" hasCustomPrompt="1"/>
          </p:nvPr>
        </p:nvSpPr>
        <p:spPr>
          <a:xfrm>
            <a:off x="6096000" y="4526885"/>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3" name="文本占位符 37"/>
          <p:cNvSpPr>
            <a:spLocks noGrp="1"/>
          </p:cNvSpPr>
          <p:nvPr>
            <p:ph type="body" sz="quarter" idx="18" hasCustomPrompt="1"/>
          </p:nvPr>
        </p:nvSpPr>
        <p:spPr>
          <a:xfrm>
            <a:off x="6096000" y="5016948"/>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45" name="图片占位符 44"/>
          <p:cNvSpPr>
            <a:spLocks noGrp="1"/>
          </p:cNvSpPr>
          <p:nvPr>
            <p:ph type="pic" sz="quarter" idx="19"/>
          </p:nvPr>
        </p:nvSpPr>
        <p:spPr>
          <a:xfrm>
            <a:off x="5613752" y="2521190"/>
            <a:ext cx="376043" cy="376043"/>
          </a:xfrm>
          <a:prstGeom prst="rect">
            <a:avLst/>
          </a:prstGeom>
        </p:spPr>
        <p:txBody>
          <a:bodyPr/>
          <a:lstStyle>
            <a:lvl1pPr>
              <a:defRPr sz="1000"/>
            </a:lvl1pPr>
          </a:lstStyle>
          <a:p>
            <a:endParaRPr lang="zh-CN" altLang="en-US" dirty="0"/>
          </a:p>
        </p:txBody>
      </p:sp>
      <p:sp>
        <p:nvSpPr>
          <p:cNvPr id="46" name="图片占位符 44"/>
          <p:cNvSpPr>
            <a:spLocks noGrp="1"/>
          </p:cNvSpPr>
          <p:nvPr>
            <p:ph type="pic" sz="quarter" idx="20"/>
          </p:nvPr>
        </p:nvSpPr>
        <p:spPr>
          <a:xfrm>
            <a:off x="5613752" y="3013566"/>
            <a:ext cx="376043" cy="376043"/>
          </a:xfrm>
          <a:prstGeom prst="rect">
            <a:avLst/>
          </a:prstGeom>
        </p:spPr>
        <p:txBody>
          <a:bodyPr/>
          <a:lstStyle>
            <a:lvl1pPr>
              <a:defRPr sz="1000"/>
            </a:lvl1pPr>
          </a:lstStyle>
          <a:p>
            <a:endParaRPr lang="zh-CN" altLang="en-US" dirty="0"/>
          </a:p>
        </p:txBody>
      </p:sp>
      <p:sp>
        <p:nvSpPr>
          <p:cNvPr id="47" name="图片占位符 44"/>
          <p:cNvSpPr>
            <a:spLocks noGrp="1"/>
          </p:cNvSpPr>
          <p:nvPr>
            <p:ph type="pic" sz="quarter" idx="21"/>
          </p:nvPr>
        </p:nvSpPr>
        <p:spPr>
          <a:xfrm>
            <a:off x="5613752" y="3505942"/>
            <a:ext cx="376043" cy="376043"/>
          </a:xfrm>
          <a:prstGeom prst="rect">
            <a:avLst/>
          </a:prstGeom>
        </p:spPr>
        <p:txBody>
          <a:bodyPr/>
          <a:lstStyle>
            <a:lvl1pPr>
              <a:defRPr sz="1000"/>
            </a:lvl1pPr>
          </a:lstStyle>
          <a:p>
            <a:endParaRPr lang="zh-CN" altLang="en-US" dirty="0"/>
          </a:p>
        </p:txBody>
      </p:sp>
      <p:sp>
        <p:nvSpPr>
          <p:cNvPr id="48" name="图片占位符 44"/>
          <p:cNvSpPr>
            <a:spLocks noGrp="1"/>
          </p:cNvSpPr>
          <p:nvPr>
            <p:ph type="pic" sz="quarter" idx="22"/>
          </p:nvPr>
        </p:nvSpPr>
        <p:spPr>
          <a:xfrm>
            <a:off x="5613752" y="3998318"/>
            <a:ext cx="376043" cy="376043"/>
          </a:xfrm>
          <a:prstGeom prst="rect">
            <a:avLst/>
          </a:prstGeom>
        </p:spPr>
        <p:txBody>
          <a:bodyPr/>
          <a:lstStyle>
            <a:lvl1pPr>
              <a:defRPr sz="1000"/>
            </a:lvl1pPr>
          </a:lstStyle>
          <a:p>
            <a:endParaRPr lang="zh-CN" altLang="en-US" dirty="0"/>
          </a:p>
        </p:txBody>
      </p:sp>
      <p:sp>
        <p:nvSpPr>
          <p:cNvPr id="49" name="图片占位符 44"/>
          <p:cNvSpPr>
            <a:spLocks noGrp="1"/>
          </p:cNvSpPr>
          <p:nvPr>
            <p:ph type="pic" sz="quarter" idx="23"/>
          </p:nvPr>
        </p:nvSpPr>
        <p:spPr>
          <a:xfrm>
            <a:off x="5613752" y="4490694"/>
            <a:ext cx="376043" cy="376043"/>
          </a:xfrm>
          <a:prstGeom prst="rect">
            <a:avLst/>
          </a:prstGeom>
        </p:spPr>
        <p:txBody>
          <a:bodyPr/>
          <a:lstStyle>
            <a:lvl1pPr>
              <a:defRPr sz="1000"/>
            </a:lvl1pPr>
          </a:lstStyle>
          <a:p>
            <a:endParaRPr lang="zh-CN" altLang="en-US" dirty="0"/>
          </a:p>
        </p:txBody>
      </p:sp>
      <p:sp>
        <p:nvSpPr>
          <p:cNvPr id="50" name="图片占位符 44"/>
          <p:cNvSpPr>
            <a:spLocks noGrp="1"/>
          </p:cNvSpPr>
          <p:nvPr>
            <p:ph type="pic" sz="quarter" idx="24"/>
          </p:nvPr>
        </p:nvSpPr>
        <p:spPr>
          <a:xfrm>
            <a:off x="5613752" y="4983070"/>
            <a:ext cx="376043" cy="376043"/>
          </a:xfrm>
          <a:prstGeom prst="rect">
            <a:avLst/>
          </a:prstGeom>
        </p:spPr>
        <p:txBody>
          <a:bodyPr/>
          <a:lstStyle>
            <a:lvl1pPr>
              <a:defRPr sz="1000"/>
            </a:lvl1pPr>
          </a:lstStyle>
          <a:p>
            <a:endParaRPr lang="zh-CN" altLang="en-US" dirty="0"/>
          </a:p>
        </p:txBody>
      </p:sp>
      <p:sp>
        <p:nvSpPr>
          <p:cNvPr id="51" name="文本占位符 37"/>
          <p:cNvSpPr>
            <a:spLocks noGrp="1"/>
          </p:cNvSpPr>
          <p:nvPr>
            <p:ph type="body" sz="quarter" idx="25" hasCustomPrompt="1"/>
          </p:nvPr>
        </p:nvSpPr>
        <p:spPr>
          <a:xfrm>
            <a:off x="6095999" y="1680192"/>
            <a:ext cx="4882951" cy="482963"/>
          </a:xfrm>
          <a:prstGeom prst="rect">
            <a:avLst/>
          </a:prstGeom>
        </p:spPr>
        <p:txBody>
          <a:bodyPr/>
          <a:lstStyle>
            <a:lvl1pPr marL="0" indent="0">
              <a:lnSpc>
                <a:spcPct val="150000"/>
              </a:lnSpc>
              <a:buNone/>
              <a:defRPr sz="2400" b="1">
                <a:solidFill>
                  <a:schemeClr val="accent3"/>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a:t>
            </a:r>
            <a:endParaRPr lang="zh-CN" altLang="en-US" dirty="0"/>
          </a:p>
        </p:txBody>
      </p:sp>
      <p:pic>
        <p:nvPicPr>
          <p:cNvPr id="9" name="图片 8"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文字模板14">
    <p:spTree>
      <p:nvGrpSpPr>
        <p:cNvPr id="1" name=""/>
        <p:cNvGrpSpPr/>
        <p:nvPr/>
      </p:nvGrpSpPr>
      <p:grpSpPr>
        <a:xfrm>
          <a:off x="0" y="0"/>
          <a:ext cx="0" cy="0"/>
          <a:chOff x="0" y="0"/>
          <a:chExt cx="0" cy="0"/>
        </a:xfrm>
      </p:grpSpPr>
      <p:pic>
        <p:nvPicPr>
          <p:cNvPr id="20" name="图片 19"/>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24" name="直接连接符 23"/>
          <p:cNvCxnSpPr/>
          <p:nvPr userDrawn="1"/>
        </p:nvCxnSpPr>
        <p:spPr>
          <a:xfrm>
            <a:off x="6132457" y="285641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userDrawn="1"/>
        </p:nvCxnSpPr>
        <p:spPr>
          <a:xfrm>
            <a:off x="6132457" y="334648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6132457" y="383654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6132457" y="4326612"/>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132457" y="4816677"/>
            <a:ext cx="4846496"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8" name="文本占位符 37"/>
          <p:cNvSpPr>
            <a:spLocks noGrp="1"/>
          </p:cNvSpPr>
          <p:nvPr>
            <p:ph type="body" sz="quarter" idx="13" hasCustomPrompt="1"/>
          </p:nvPr>
        </p:nvSpPr>
        <p:spPr>
          <a:xfrm>
            <a:off x="6096001" y="256663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9" name="文本占位符 37"/>
          <p:cNvSpPr>
            <a:spLocks noGrp="1"/>
          </p:cNvSpPr>
          <p:nvPr>
            <p:ph type="body" sz="quarter" idx="14" hasCustomPrompt="1"/>
          </p:nvPr>
        </p:nvSpPr>
        <p:spPr>
          <a:xfrm>
            <a:off x="6096000" y="3056696"/>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sp>
        <p:nvSpPr>
          <p:cNvPr id="40" name="文本占位符 37"/>
          <p:cNvSpPr>
            <a:spLocks noGrp="1"/>
          </p:cNvSpPr>
          <p:nvPr>
            <p:ph type="body" sz="quarter" idx="15" hasCustomPrompt="1"/>
          </p:nvPr>
        </p:nvSpPr>
        <p:spPr>
          <a:xfrm>
            <a:off x="6096000" y="3546759"/>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41" name="文本占位符 37"/>
          <p:cNvSpPr>
            <a:spLocks noGrp="1"/>
          </p:cNvSpPr>
          <p:nvPr>
            <p:ph type="body" sz="quarter" idx="16" hasCustomPrompt="1"/>
          </p:nvPr>
        </p:nvSpPr>
        <p:spPr>
          <a:xfrm>
            <a:off x="6096000" y="4036822"/>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42" name="文本占位符 37"/>
          <p:cNvSpPr>
            <a:spLocks noGrp="1"/>
          </p:cNvSpPr>
          <p:nvPr>
            <p:ph type="body" sz="quarter" idx="17" hasCustomPrompt="1"/>
          </p:nvPr>
        </p:nvSpPr>
        <p:spPr>
          <a:xfrm>
            <a:off x="6096000" y="4526885"/>
            <a:ext cx="4882951" cy="289785"/>
          </a:xfrm>
          <a:prstGeom prst="rect">
            <a:avLst/>
          </a:prstGeom>
        </p:spPr>
        <p:txBody>
          <a:bodyPr/>
          <a:lstStyle>
            <a:lvl1pPr marL="0" indent="0">
              <a:lnSpc>
                <a:spcPct val="150000"/>
              </a:lnSpc>
              <a:buNone/>
              <a:defRPr sz="1400">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p:txBody>
      </p:sp>
      <p:sp>
        <p:nvSpPr>
          <p:cNvPr id="45" name="图片占位符 44"/>
          <p:cNvSpPr>
            <a:spLocks noGrp="1"/>
          </p:cNvSpPr>
          <p:nvPr>
            <p:ph type="pic" sz="quarter" idx="19"/>
          </p:nvPr>
        </p:nvSpPr>
        <p:spPr>
          <a:xfrm>
            <a:off x="5613752" y="2521190"/>
            <a:ext cx="376043" cy="376043"/>
          </a:xfrm>
          <a:prstGeom prst="rect">
            <a:avLst/>
          </a:prstGeom>
        </p:spPr>
        <p:txBody>
          <a:bodyPr/>
          <a:lstStyle>
            <a:lvl1pPr>
              <a:defRPr sz="1000"/>
            </a:lvl1pPr>
          </a:lstStyle>
          <a:p>
            <a:endParaRPr lang="zh-CN" altLang="en-US" dirty="0"/>
          </a:p>
        </p:txBody>
      </p:sp>
      <p:sp>
        <p:nvSpPr>
          <p:cNvPr id="46" name="图片占位符 44"/>
          <p:cNvSpPr>
            <a:spLocks noGrp="1"/>
          </p:cNvSpPr>
          <p:nvPr>
            <p:ph type="pic" sz="quarter" idx="20"/>
          </p:nvPr>
        </p:nvSpPr>
        <p:spPr>
          <a:xfrm>
            <a:off x="5613752" y="3013566"/>
            <a:ext cx="376043" cy="376043"/>
          </a:xfrm>
          <a:prstGeom prst="rect">
            <a:avLst/>
          </a:prstGeom>
        </p:spPr>
        <p:txBody>
          <a:bodyPr/>
          <a:lstStyle>
            <a:lvl1pPr>
              <a:defRPr sz="1000"/>
            </a:lvl1pPr>
          </a:lstStyle>
          <a:p>
            <a:endParaRPr lang="zh-CN" altLang="en-US" dirty="0"/>
          </a:p>
        </p:txBody>
      </p:sp>
      <p:sp>
        <p:nvSpPr>
          <p:cNvPr id="47" name="图片占位符 44"/>
          <p:cNvSpPr>
            <a:spLocks noGrp="1"/>
          </p:cNvSpPr>
          <p:nvPr>
            <p:ph type="pic" sz="quarter" idx="21"/>
          </p:nvPr>
        </p:nvSpPr>
        <p:spPr>
          <a:xfrm>
            <a:off x="5613752" y="3505942"/>
            <a:ext cx="376043" cy="376043"/>
          </a:xfrm>
          <a:prstGeom prst="rect">
            <a:avLst/>
          </a:prstGeom>
        </p:spPr>
        <p:txBody>
          <a:bodyPr/>
          <a:lstStyle>
            <a:lvl1pPr>
              <a:defRPr sz="1000"/>
            </a:lvl1pPr>
          </a:lstStyle>
          <a:p>
            <a:endParaRPr lang="zh-CN" altLang="en-US" dirty="0"/>
          </a:p>
        </p:txBody>
      </p:sp>
      <p:sp>
        <p:nvSpPr>
          <p:cNvPr id="48" name="图片占位符 44"/>
          <p:cNvSpPr>
            <a:spLocks noGrp="1"/>
          </p:cNvSpPr>
          <p:nvPr>
            <p:ph type="pic" sz="quarter" idx="22"/>
          </p:nvPr>
        </p:nvSpPr>
        <p:spPr>
          <a:xfrm>
            <a:off x="5613752" y="3998318"/>
            <a:ext cx="376043" cy="376043"/>
          </a:xfrm>
          <a:prstGeom prst="rect">
            <a:avLst/>
          </a:prstGeom>
        </p:spPr>
        <p:txBody>
          <a:bodyPr/>
          <a:lstStyle>
            <a:lvl1pPr>
              <a:defRPr sz="1000"/>
            </a:lvl1pPr>
          </a:lstStyle>
          <a:p>
            <a:endParaRPr lang="zh-CN" altLang="en-US" dirty="0"/>
          </a:p>
        </p:txBody>
      </p:sp>
      <p:sp>
        <p:nvSpPr>
          <p:cNvPr id="49" name="图片占位符 44"/>
          <p:cNvSpPr>
            <a:spLocks noGrp="1"/>
          </p:cNvSpPr>
          <p:nvPr>
            <p:ph type="pic" sz="quarter" idx="23"/>
          </p:nvPr>
        </p:nvSpPr>
        <p:spPr>
          <a:xfrm>
            <a:off x="5613752" y="4490694"/>
            <a:ext cx="376043" cy="376043"/>
          </a:xfrm>
          <a:prstGeom prst="rect">
            <a:avLst/>
          </a:prstGeom>
        </p:spPr>
        <p:txBody>
          <a:bodyPr/>
          <a:lstStyle>
            <a:lvl1pPr>
              <a:defRPr sz="1000"/>
            </a:lvl1pPr>
          </a:lstStyle>
          <a:p>
            <a:endParaRPr lang="zh-CN" altLang="en-US" dirty="0"/>
          </a:p>
        </p:txBody>
      </p:sp>
      <p:sp>
        <p:nvSpPr>
          <p:cNvPr id="51" name="文本占位符 37"/>
          <p:cNvSpPr>
            <a:spLocks noGrp="1"/>
          </p:cNvSpPr>
          <p:nvPr>
            <p:ph type="body" sz="quarter" idx="25" hasCustomPrompt="1"/>
          </p:nvPr>
        </p:nvSpPr>
        <p:spPr>
          <a:xfrm>
            <a:off x="6114229" y="1847196"/>
            <a:ext cx="4882951" cy="482963"/>
          </a:xfrm>
          <a:prstGeom prst="rect">
            <a:avLst/>
          </a:prstGeom>
        </p:spPr>
        <p:txBody>
          <a:bodyPr/>
          <a:lstStyle>
            <a:lvl1pPr marL="0" indent="0">
              <a:lnSpc>
                <a:spcPct val="150000"/>
              </a:lnSpc>
              <a:buNone/>
              <a:defRPr sz="2000" b="1">
                <a:solidFill>
                  <a:schemeClr val="accent3"/>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a:t>
            </a:r>
            <a:endParaRPr lang="zh-CN" altLang="en-US" dirty="0"/>
          </a:p>
        </p:txBody>
      </p:sp>
      <p:grpSp>
        <p:nvGrpSpPr>
          <p:cNvPr id="6" name="组合 5"/>
          <p:cNvGrpSpPr/>
          <p:nvPr userDrawn="1"/>
        </p:nvGrpSpPr>
        <p:grpSpPr>
          <a:xfrm>
            <a:off x="607410" y="1788187"/>
            <a:ext cx="4562111" cy="4787053"/>
            <a:chOff x="-17499267" y="-7582231"/>
            <a:chExt cx="5463852" cy="5733256"/>
          </a:xfrm>
        </p:grpSpPr>
        <p:sp>
          <p:nvSpPr>
            <p:cNvPr id="9" name="Freeform 37"/>
            <p:cNvSpPr/>
            <p:nvPr>
              <p:custDataLst>
                <p:tags r:id="rId3"/>
              </p:custDataLst>
            </p:nvPr>
          </p:nvSpPr>
          <p:spPr bwMode="auto">
            <a:xfrm>
              <a:off x="-15665290" y="-4509506"/>
              <a:ext cx="2020828" cy="2660531"/>
            </a:xfrm>
            <a:custGeom>
              <a:avLst/>
              <a:gdLst>
                <a:gd name="connsiteX0" fmla="*/ 868073 w 1563664"/>
                <a:gd name="connsiteY0" fmla="*/ 17 h 1946074"/>
                <a:gd name="connsiteX1" fmla="*/ 923882 w 1563664"/>
                <a:gd name="connsiteY1" fmla="*/ 354374 h 1946074"/>
                <a:gd name="connsiteX2" fmla="*/ 960791 w 1563664"/>
                <a:gd name="connsiteY2" fmla="*/ 651592 h 1946074"/>
                <a:gd name="connsiteX3" fmla="*/ 1084786 w 1563664"/>
                <a:gd name="connsiteY3" fmla="*/ 466728 h 1946074"/>
                <a:gd name="connsiteX4" fmla="*/ 1261033 w 1563664"/>
                <a:gd name="connsiteY4" fmla="*/ 104382 h 1946074"/>
                <a:gd name="connsiteX5" fmla="*/ 1229089 w 1563664"/>
                <a:gd name="connsiteY5" fmla="*/ 447109 h 1946074"/>
                <a:gd name="connsiteX6" fmla="*/ 1161570 w 1563664"/>
                <a:gd name="connsiteY6" fmla="*/ 741293 h 1946074"/>
                <a:gd name="connsiteX7" fmla="*/ 1337223 w 1563664"/>
                <a:gd name="connsiteY7" fmla="*/ 585858 h 1946074"/>
                <a:gd name="connsiteX8" fmla="*/ 1561349 w 1563664"/>
                <a:gd name="connsiteY8" fmla="*/ 369745 h 1946074"/>
                <a:gd name="connsiteX9" fmla="*/ 1441578 w 1563664"/>
                <a:gd name="connsiteY9" fmla="*/ 631366 h 1946074"/>
                <a:gd name="connsiteX10" fmla="*/ 1297868 w 1563664"/>
                <a:gd name="connsiteY10" fmla="*/ 952552 h 1946074"/>
                <a:gd name="connsiteX11" fmla="*/ 1168907 w 1563664"/>
                <a:gd name="connsiteY11" fmla="*/ 1509470 h 1946074"/>
                <a:gd name="connsiteX12" fmla="*/ 1146145 w 1563664"/>
                <a:gd name="connsiteY12" fmla="*/ 1904580 h 1946074"/>
                <a:gd name="connsiteX13" fmla="*/ 1144216 w 1563664"/>
                <a:gd name="connsiteY13" fmla="*/ 1946074 h 1946074"/>
                <a:gd name="connsiteX14" fmla="*/ 700729 w 1563664"/>
                <a:gd name="connsiteY14" fmla="*/ 1946074 h 1946074"/>
                <a:gd name="connsiteX15" fmla="*/ 701016 w 1563664"/>
                <a:gd name="connsiteY15" fmla="*/ 1876164 h 1946074"/>
                <a:gd name="connsiteX16" fmla="*/ 668480 w 1563664"/>
                <a:gd name="connsiteY16" fmla="*/ 1492885 h 1946074"/>
                <a:gd name="connsiteX17" fmla="*/ 458436 w 1563664"/>
                <a:gd name="connsiteY17" fmla="*/ 1275559 h 1946074"/>
                <a:gd name="connsiteX18" fmla="*/ 190064 w 1563664"/>
                <a:gd name="connsiteY18" fmla="*/ 1044681 h 1946074"/>
                <a:gd name="connsiteX19" fmla="*/ 31680 w 1563664"/>
                <a:gd name="connsiteY19" fmla="*/ 985015 h 1946074"/>
                <a:gd name="connsiteX20" fmla="*/ 29827 w 1563664"/>
                <a:gd name="connsiteY20" fmla="*/ 879436 h 1946074"/>
                <a:gd name="connsiteX21" fmla="*/ 295086 w 1563664"/>
                <a:gd name="connsiteY21" fmla="*/ 893594 h 1946074"/>
                <a:gd name="connsiteX22" fmla="*/ 559159 w 1563664"/>
                <a:gd name="connsiteY22" fmla="*/ 939608 h 1946074"/>
                <a:gd name="connsiteX23" fmla="*/ 532774 w 1563664"/>
                <a:gd name="connsiteY23" fmla="*/ 583431 h 1946074"/>
                <a:gd name="connsiteX24" fmla="*/ 443095 w 1563664"/>
                <a:gd name="connsiteY24" fmla="*/ 95786 h 1946074"/>
                <a:gd name="connsiteX25" fmla="*/ 623640 w 1563664"/>
                <a:gd name="connsiteY25" fmla="*/ 338395 h 1946074"/>
                <a:gd name="connsiteX26" fmla="*/ 775947 w 1563664"/>
                <a:gd name="connsiteY26" fmla="*/ 641782 h 1946074"/>
                <a:gd name="connsiteX27" fmla="*/ 777800 w 1563664"/>
                <a:gd name="connsiteY27" fmla="*/ 329799 h 1946074"/>
                <a:gd name="connsiteX28" fmla="*/ 868073 w 1563664"/>
                <a:gd name="connsiteY28" fmla="*/ 17 h 194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563664" h="1946074">
                  <a:moveTo>
                    <a:pt x="868073" y="17"/>
                  </a:moveTo>
                  <a:cubicBezTo>
                    <a:pt x="912245" y="-1197"/>
                    <a:pt x="918397" y="61402"/>
                    <a:pt x="923882" y="354374"/>
                  </a:cubicBezTo>
                  <a:cubicBezTo>
                    <a:pt x="927587" y="554609"/>
                    <a:pt x="940483" y="649772"/>
                    <a:pt x="960791" y="651592"/>
                  </a:cubicBezTo>
                  <a:cubicBezTo>
                    <a:pt x="1009263" y="655334"/>
                    <a:pt x="1038761" y="590813"/>
                    <a:pt x="1084786" y="466728"/>
                  </a:cubicBezTo>
                  <a:cubicBezTo>
                    <a:pt x="1133925" y="332833"/>
                    <a:pt x="1172020" y="84157"/>
                    <a:pt x="1261033" y="104382"/>
                  </a:cubicBezTo>
                  <a:cubicBezTo>
                    <a:pt x="1333518" y="120968"/>
                    <a:pt x="1296015" y="219872"/>
                    <a:pt x="1229089" y="447109"/>
                  </a:cubicBezTo>
                  <a:cubicBezTo>
                    <a:pt x="1188548" y="584644"/>
                    <a:pt x="1136371" y="735731"/>
                    <a:pt x="1161570" y="741293"/>
                  </a:cubicBezTo>
                  <a:cubicBezTo>
                    <a:pt x="1186769" y="746754"/>
                    <a:pt x="1260440" y="690931"/>
                    <a:pt x="1337223" y="585858"/>
                  </a:cubicBezTo>
                  <a:cubicBezTo>
                    <a:pt x="1413933" y="480886"/>
                    <a:pt x="1525699" y="284392"/>
                    <a:pt x="1561349" y="369745"/>
                  </a:cubicBezTo>
                  <a:cubicBezTo>
                    <a:pt x="1579136" y="412118"/>
                    <a:pt x="1490124" y="562598"/>
                    <a:pt x="1441578" y="631366"/>
                  </a:cubicBezTo>
                  <a:cubicBezTo>
                    <a:pt x="1401704" y="688403"/>
                    <a:pt x="1324327" y="812488"/>
                    <a:pt x="1297868" y="952552"/>
                  </a:cubicBezTo>
                  <a:cubicBezTo>
                    <a:pt x="1271483" y="1092515"/>
                    <a:pt x="1292384" y="1257760"/>
                    <a:pt x="1168907" y="1509470"/>
                  </a:cubicBezTo>
                  <a:cubicBezTo>
                    <a:pt x="1168907" y="1509470"/>
                    <a:pt x="1158235" y="1657315"/>
                    <a:pt x="1146145" y="1904580"/>
                  </a:cubicBezTo>
                  <a:lnTo>
                    <a:pt x="1144216" y="1946074"/>
                  </a:lnTo>
                  <a:lnTo>
                    <a:pt x="700729" y="1946074"/>
                  </a:lnTo>
                  <a:lnTo>
                    <a:pt x="701016" y="1876164"/>
                  </a:lnTo>
                  <a:cubicBezTo>
                    <a:pt x="701016" y="1876164"/>
                    <a:pt x="705315" y="1586227"/>
                    <a:pt x="668480" y="1492885"/>
                  </a:cubicBezTo>
                  <a:cubicBezTo>
                    <a:pt x="631644" y="1399543"/>
                    <a:pt x="592289" y="1352922"/>
                    <a:pt x="458436" y="1275559"/>
                  </a:cubicBezTo>
                  <a:cubicBezTo>
                    <a:pt x="323991" y="1198195"/>
                    <a:pt x="279151" y="1102931"/>
                    <a:pt x="190064" y="1044681"/>
                  </a:cubicBezTo>
                  <a:cubicBezTo>
                    <a:pt x="101645" y="986329"/>
                    <a:pt x="60511" y="973992"/>
                    <a:pt x="31680" y="985015"/>
                  </a:cubicBezTo>
                  <a:cubicBezTo>
                    <a:pt x="3442" y="996139"/>
                    <a:pt x="-21758" y="937787"/>
                    <a:pt x="29827" y="879436"/>
                  </a:cubicBezTo>
                  <a:cubicBezTo>
                    <a:pt x="81411" y="821084"/>
                    <a:pt x="185173" y="824826"/>
                    <a:pt x="295086" y="893594"/>
                  </a:cubicBezTo>
                  <a:cubicBezTo>
                    <a:pt x="404999" y="962362"/>
                    <a:pt x="466441" y="1030523"/>
                    <a:pt x="559159" y="939608"/>
                  </a:cubicBezTo>
                  <a:cubicBezTo>
                    <a:pt x="626679" y="873267"/>
                    <a:pt x="597848" y="744327"/>
                    <a:pt x="532774" y="583431"/>
                  </a:cubicBezTo>
                  <a:cubicBezTo>
                    <a:pt x="467627" y="422535"/>
                    <a:pt x="382320" y="160914"/>
                    <a:pt x="443095" y="95786"/>
                  </a:cubicBezTo>
                  <a:cubicBezTo>
                    <a:pt x="528476" y="4366"/>
                    <a:pt x="567757" y="200253"/>
                    <a:pt x="623640" y="338395"/>
                  </a:cubicBezTo>
                  <a:cubicBezTo>
                    <a:pt x="679523" y="476537"/>
                    <a:pt x="718804" y="666964"/>
                    <a:pt x="775947" y="641782"/>
                  </a:cubicBezTo>
                  <a:cubicBezTo>
                    <a:pt x="789436" y="636220"/>
                    <a:pt x="772241" y="480279"/>
                    <a:pt x="777800" y="329799"/>
                  </a:cubicBezTo>
                  <a:cubicBezTo>
                    <a:pt x="783285" y="178712"/>
                    <a:pt x="763644" y="3759"/>
                    <a:pt x="868073" y="17"/>
                  </a:cubicBezTo>
                  <a:close/>
                </a:path>
              </a:pathLst>
            </a:custGeom>
            <a:solidFill>
              <a:schemeClr val="accent6"/>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0" name="AutoShape 2"/>
            <p:cNvSpPr/>
            <p:nvPr>
              <p:custDataLst>
                <p:tags r:id="rId4"/>
              </p:custDataLst>
            </p:nvPr>
          </p:nvSpPr>
          <p:spPr bwMode="auto">
            <a:xfrm>
              <a:off x="-17499267" y="-5231783"/>
              <a:ext cx="1799440" cy="1772438"/>
            </a:xfrm>
            <a:custGeom>
              <a:avLst/>
              <a:gdLst/>
              <a:ahLst/>
              <a:cxnLst/>
              <a:rect l="0" t="0" r="r" b="b"/>
              <a:pathLst>
                <a:path w="18386" h="19236">
                  <a:moveTo>
                    <a:pt x="14685" y="14523"/>
                  </a:moveTo>
                  <a:cubicBezTo>
                    <a:pt x="14685" y="14523"/>
                    <a:pt x="13428" y="15798"/>
                    <a:pt x="18303" y="19150"/>
                  </a:cubicBezTo>
                  <a:cubicBezTo>
                    <a:pt x="18303" y="19150"/>
                    <a:pt x="12933" y="19943"/>
                    <a:pt x="9851" y="16727"/>
                  </a:cubicBezTo>
                  <a:cubicBezTo>
                    <a:pt x="9851" y="16727"/>
                    <a:pt x="3719" y="18522"/>
                    <a:pt x="912" y="12527"/>
                  </a:cubicBezTo>
                  <a:cubicBezTo>
                    <a:pt x="-1894" y="6533"/>
                    <a:pt x="2364" y="2324"/>
                    <a:pt x="5666" y="1021"/>
                  </a:cubicBezTo>
                  <a:cubicBezTo>
                    <a:pt x="8967" y="-281"/>
                    <a:pt x="16405" y="-1657"/>
                    <a:pt x="18051" y="5941"/>
                  </a:cubicBezTo>
                  <a:cubicBezTo>
                    <a:pt x="19706" y="13548"/>
                    <a:pt x="14685" y="14523"/>
                    <a:pt x="14685" y="14523"/>
                  </a:cubicBezTo>
                  <a:close/>
                  <a:moveTo>
                    <a:pt x="14685" y="14523"/>
                  </a:moveTo>
                </a:path>
              </a:pathLst>
            </a:custGeom>
            <a:solidFill>
              <a:schemeClr val="accent3"/>
            </a:solidFill>
            <a:ln>
              <a:noFill/>
            </a:ln>
          </p:spPr>
          <p:txBody>
            <a:bodyPr vert="horz" wrap="square" lIns="67500" tIns="35100" rIns="67500" bIns="35100">
              <a:normAutofit/>
            </a:bodyPr>
            <a:lstStyle/>
            <a:p>
              <a:pPr algn="ctr"/>
              <a:endParaRPr lang="en-US" sz="900" dirty="0">
                <a:solidFill>
                  <a:sysClr val="window" lastClr="FFFFFF"/>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1" name="AutoShape 3"/>
            <p:cNvSpPr/>
            <p:nvPr>
              <p:custDataLst>
                <p:tags r:id="rId5"/>
              </p:custDataLst>
            </p:nvPr>
          </p:nvSpPr>
          <p:spPr bwMode="auto">
            <a:xfrm>
              <a:off x="-16824477" y="-7582231"/>
              <a:ext cx="2693847" cy="3048368"/>
            </a:xfrm>
            <a:custGeom>
              <a:avLst/>
              <a:gdLst/>
              <a:ahLst/>
              <a:cxnLst/>
              <a:rect l="0" t="0" r="r" b="b"/>
              <a:pathLst>
                <a:path w="17246" h="19694">
                  <a:moveTo>
                    <a:pt x="9293" y="16819"/>
                  </a:moveTo>
                  <a:cubicBezTo>
                    <a:pt x="9293" y="16819"/>
                    <a:pt x="10944" y="15945"/>
                    <a:pt x="11314" y="19693"/>
                  </a:cubicBezTo>
                  <a:cubicBezTo>
                    <a:pt x="11314" y="19693"/>
                    <a:pt x="13742" y="16401"/>
                    <a:pt x="13158" y="14665"/>
                  </a:cubicBezTo>
                  <a:cubicBezTo>
                    <a:pt x="13158" y="14665"/>
                    <a:pt x="18963" y="10439"/>
                    <a:pt x="16738" y="4554"/>
                  </a:cubicBezTo>
                  <a:cubicBezTo>
                    <a:pt x="14514" y="-1337"/>
                    <a:pt x="8983" y="-469"/>
                    <a:pt x="6007" y="1391"/>
                  </a:cubicBezTo>
                  <a:cubicBezTo>
                    <a:pt x="3031" y="3252"/>
                    <a:pt x="-2637" y="8389"/>
                    <a:pt x="1406" y="14329"/>
                  </a:cubicBezTo>
                  <a:cubicBezTo>
                    <a:pt x="5443" y="20263"/>
                    <a:pt x="9293" y="16819"/>
                    <a:pt x="9293" y="16819"/>
                  </a:cubicBezTo>
                  <a:close/>
                  <a:moveTo>
                    <a:pt x="9293" y="16819"/>
                  </a:moveTo>
                </a:path>
              </a:pathLst>
            </a:custGeom>
            <a:solidFill>
              <a:schemeClr val="accent2">
                <a:alpha val="82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2" name="文本框 11"/>
            <p:cNvSpPr txBox="1"/>
            <p:nvPr>
              <p:custDataLst>
                <p:tags r:id="rId6"/>
              </p:custDataLst>
            </p:nvPr>
          </p:nvSpPr>
          <p:spPr>
            <a:xfrm>
              <a:off x="-15819376" y="-6494599"/>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2</a:t>
              </a:r>
              <a:endParaRPr lang="zh-CN" altLang="en-US" dirty="0">
                <a:latin typeface="微软雅黑" panose="020B0503020204020204" pitchFamily="34" charset="-122"/>
                <a:cs typeface="+mn-ea"/>
              </a:endParaRPr>
            </a:p>
          </p:txBody>
        </p:sp>
        <p:sp>
          <p:nvSpPr>
            <p:cNvPr id="13" name="AutoShape 4"/>
            <p:cNvSpPr/>
            <p:nvPr>
              <p:custDataLst>
                <p:tags r:id="rId7"/>
              </p:custDataLst>
            </p:nvPr>
          </p:nvSpPr>
          <p:spPr bwMode="auto">
            <a:xfrm>
              <a:off x="-15356233" y="-7162542"/>
              <a:ext cx="2259927" cy="2507831"/>
            </a:xfrm>
            <a:custGeom>
              <a:avLst/>
              <a:gdLst/>
              <a:ahLst/>
              <a:cxnLst/>
              <a:rect l="0" t="0" r="r" b="b"/>
              <a:pathLst>
                <a:path w="19417" h="20101">
                  <a:moveTo>
                    <a:pt x="438" y="10902"/>
                  </a:moveTo>
                  <a:cubicBezTo>
                    <a:pt x="438" y="10902"/>
                    <a:pt x="-1791" y="4369"/>
                    <a:pt x="3812" y="1435"/>
                  </a:cubicBezTo>
                  <a:cubicBezTo>
                    <a:pt x="9415" y="-1499"/>
                    <a:pt x="19005" y="-234"/>
                    <a:pt x="19407" y="8036"/>
                  </a:cubicBezTo>
                  <a:cubicBezTo>
                    <a:pt x="19809" y="16299"/>
                    <a:pt x="8269" y="20101"/>
                    <a:pt x="7254" y="20101"/>
                  </a:cubicBezTo>
                  <a:cubicBezTo>
                    <a:pt x="7254" y="20101"/>
                    <a:pt x="8535" y="18432"/>
                    <a:pt x="8808" y="17100"/>
                  </a:cubicBezTo>
                  <a:cubicBezTo>
                    <a:pt x="8815" y="17107"/>
                    <a:pt x="1590" y="17302"/>
                    <a:pt x="438" y="10902"/>
                  </a:cubicBezTo>
                  <a:close/>
                  <a:moveTo>
                    <a:pt x="438" y="10902"/>
                  </a:moveTo>
                </a:path>
              </a:pathLst>
            </a:custGeom>
            <a:solidFill>
              <a:schemeClr val="accent3">
                <a:alpha val="81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4" name="AutoShape 5"/>
            <p:cNvSpPr/>
            <p:nvPr>
              <p:custDataLst>
                <p:tags r:id="rId8"/>
              </p:custDataLst>
            </p:nvPr>
          </p:nvSpPr>
          <p:spPr bwMode="auto">
            <a:xfrm>
              <a:off x="-13991598" y="-6155475"/>
              <a:ext cx="1956183" cy="1793048"/>
            </a:xfrm>
            <a:custGeom>
              <a:avLst/>
              <a:gdLst/>
              <a:ahLst/>
              <a:cxnLst/>
              <a:rect l="0" t="0" r="r" b="b"/>
              <a:pathLst>
                <a:path w="18559" h="19569">
                  <a:moveTo>
                    <a:pt x="12387" y="18456"/>
                  </a:moveTo>
                  <a:cubicBezTo>
                    <a:pt x="12387" y="18456"/>
                    <a:pt x="16656" y="17192"/>
                    <a:pt x="18101" y="12619"/>
                  </a:cubicBezTo>
                  <a:cubicBezTo>
                    <a:pt x="19547" y="8046"/>
                    <a:pt x="17891" y="568"/>
                    <a:pt x="8359" y="18"/>
                  </a:cubicBezTo>
                  <a:cubicBezTo>
                    <a:pt x="-1180" y="-532"/>
                    <a:pt x="-2053" y="11711"/>
                    <a:pt x="3202" y="16138"/>
                  </a:cubicBezTo>
                  <a:cubicBezTo>
                    <a:pt x="3202" y="16138"/>
                    <a:pt x="2336" y="18053"/>
                    <a:pt x="1011" y="18255"/>
                  </a:cubicBezTo>
                  <a:cubicBezTo>
                    <a:pt x="1019" y="18264"/>
                    <a:pt x="6454" y="21068"/>
                    <a:pt x="12387" y="18456"/>
                  </a:cubicBezTo>
                  <a:close/>
                  <a:moveTo>
                    <a:pt x="12387" y="18456"/>
                  </a:moveTo>
                </a:path>
              </a:pathLst>
            </a:custGeom>
            <a:solidFill>
              <a:schemeClr val="accent2">
                <a:alpha val="90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5" name="AutoShape 6"/>
            <p:cNvSpPr/>
            <p:nvPr>
              <p:custDataLst>
                <p:tags r:id="rId9"/>
              </p:custDataLst>
            </p:nvPr>
          </p:nvSpPr>
          <p:spPr bwMode="auto">
            <a:xfrm>
              <a:off x="-13594871" y="-4954489"/>
              <a:ext cx="1204350" cy="1182250"/>
            </a:xfrm>
            <a:custGeom>
              <a:avLst/>
              <a:gdLst/>
              <a:ahLst/>
              <a:cxnLst/>
              <a:rect l="0" t="0" r="r" b="b"/>
              <a:pathLst>
                <a:path w="18170" h="17410">
                  <a:moveTo>
                    <a:pt x="2646" y="12932"/>
                  </a:moveTo>
                  <a:cubicBezTo>
                    <a:pt x="2646" y="12932"/>
                    <a:pt x="-563" y="9841"/>
                    <a:pt x="1221" y="4933"/>
                  </a:cubicBezTo>
                  <a:cubicBezTo>
                    <a:pt x="2993" y="24"/>
                    <a:pt x="7866" y="-1101"/>
                    <a:pt x="12847" y="1026"/>
                  </a:cubicBezTo>
                  <a:cubicBezTo>
                    <a:pt x="17840" y="3152"/>
                    <a:pt x="21037" y="7096"/>
                    <a:pt x="14452" y="15318"/>
                  </a:cubicBezTo>
                  <a:cubicBezTo>
                    <a:pt x="8190" y="20499"/>
                    <a:pt x="0" y="14428"/>
                    <a:pt x="0" y="14428"/>
                  </a:cubicBezTo>
                  <a:cubicBezTo>
                    <a:pt x="0" y="14428"/>
                    <a:pt x="2299" y="14366"/>
                    <a:pt x="2646" y="12932"/>
                  </a:cubicBezTo>
                  <a:close/>
                  <a:moveTo>
                    <a:pt x="2646" y="12932"/>
                  </a:moveTo>
                </a:path>
              </a:pathLst>
            </a:custGeom>
            <a:solidFill>
              <a:schemeClr val="accent3">
                <a:alpha val="78000"/>
              </a:schemeClr>
            </a:solidFill>
            <a:ln>
              <a:noFill/>
            </a:ln>
          </p:spPr>
          <p:txBody>
            <a:bodyPr vert="horz" wrap="square" lIns="67500" tIns="35100" rIns="67500" bIns="35100">
              <a:normAutofit/>
            </a:bodyPr>
            <a:lstStyle/>
            <a:p>
              <a:endParaRPr lang="en-US" sz="900" dirty="0">
                <a:latin typeface="微软雅黑" panose="020B0503020204020204" pitchFamily="34" charset="-122"/>
                <a:ea typeface="微软雅黑" panose="020B0503020204020204" pitchFamily="34" charset="-122"/>
                <a:sym typeface="Arial" panose="020B0604020202020204" pitchFamily="34" charset="0"/>
              </a:endParaRPr>
            </a:p>
          </p:txBody>
        </p:sp>
        <p:sp>
          <p:nvSpPr>
            <p:cNvPr id="16" name="文本框 15"/>
            <p:cNvSpPr txBox="1"/>
            <p:nvPr>
              <p:custDataLst>
                <p:tags r:id="rId10"/>
              </p:custDataLst>
            </p:nvPr>
          </p:nvSpPr>
          <p:spPr>
            <a:xfrm>
              <a:off x="-13349573" y="-4814904"/>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5</a:t>
              </a:r>
              <a:endParaRPr lang="zh-CN" altLang="en-US" dirty="0">
                <a:latin typeface="微软雅黑" panose="020B0503020204020204" pitchFamily="34" charset="-122"/>
                <a:cs typeface="+mn-ea"/>
              </a:endParaRPr>
            </a:p>
          </p:txBody>
        </p:sp>
        <p:sp>
          <p:nvSpPr>
            <p:cNvPr id="17" name="文本框 16"/>
            <p:cNvSpPr txBox="1"/>
            <p:nvPr>
              <p:custDataLst>
                <p:tags r:id="rId11"/>
              </p:custDataLst>
            </p:nvPr>
          </p:nvSpPr>
          <p:spPr>
            <a:xfrm>
              <a:off x="-13291127" y="-5875369"/>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a:latin typeface="微软雅黑" panose="020B0503020204020204" pitchFamily="34" charset="-122"/>
                  <a:cs typeface="+mn-ea"/>
                </a:rPr>
                <a:t>4</a:t>
              </a:r>
              <a:endParaRPr lang="zh-CN" altLang="en-US">
                <a:latin typeface="微软雅黑" panose="020B0503020204020204" pitchFamily="34" charset="-122"/>
                <a:cs typeface="+mn-ea"/>
              </a:endParaRPr>
            </a:p>
          </p:txBody>
        </p:sp>
        <p:sp>
          <p:nvSpPr>
            <p:cNvPr id="18" name="文本框 17"/>
            <p:cNvSpPr txBox="1"/>
            <p:nvPr>
              <p:custDataLst>
                <p:tags r:id="rId12"/>
              </p:custDataLst>
            </p:nvPr>
          </p:nvSpPr>
          <p:spPr>
            <a:xfrm>
              <a:off x="-14568977" y="-6345646"/>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dirty="0">
                  <a:latin typeface="微软雅黑" panose="020B0503020204020204" pitchFamily="34" charset="-122"/>
                  <a:cs typeface="+mn-ea"/>
                </a:rPr>
                <a:t>3</a:t>
              </a:r>
              <a:endParaRPr lang="zh-CN" altLang="en-US" dirty="0">
                <a:latin typeface="微软雅黑" panose="020B0503020204020204" pitchFamily="34" charset="-122"/>
                <a:cs typeface="+mn-ea"/>
              </a:endParaRPr>
            </a:p>
          </p:txBody>
        </p:sp>
        <p:sp>
          <p:nvSpPr>
            <p:cNvPr id="19" name="文本框 18"/>
            <p:cNvSpPr txBox="1"/>
            <p:nvPr>
              <p:custDataLst>
                <p:tags r:id="rId13"/>
              </p:custDataLst>
            </p:nvPr>
          </p:nvSpPr>
          <p:spPr>
            <a:xfrm>
              <a:off x="-16974135" y="-4860808"/>
              <a:ext cx="685417" cy="872167"/>
            </a:xfrm>
            <a:prstGeom prst="rect">
              <a:avLst/>
            </a:prstGeom>
          </p:spPr>
          <p:txBody>
            <a:bodyPr vert="horz" wrap="square" lIns="67500" tIns="35100" rIns="67500" bIns="35100" anchor="ctr" anchorCtr="0">
              <a:noAutofit/>
            </a:bodyPr>
            <a:lstStyle>
              <a:defPPr>
                <a:defRPr lang="zh-CN"/>
              </a:defPPr>
              <a:lvl1pPr algn="ctr">
                <a:defRPr sz="5400" b="1">
                  <a:solidFill>
                    <a:sysClr val="window" lastClr="FFFFFF"/>
                  </a:solidFill>
                  <a:latin typeface="Arial" panose="020B0604020202020204" pitchFamily="34" charset="0"/>
                  <a:ea typeface="微软雅黑" panose="020B0503020204020204" pitchFamily="34" charset="-122"/>
                  <a:cs typeface="Lato Light"/>
                </a:defRPr>
              </a:lvl1pPr>
            </a:lstStyle>
            <a:p>
              <a:r>
                <a:rPr lang="en-US" altLang="zh-CN">
                  <a:latin typeface="微软雅黑" panose="020B0503020204020204" pitchFamily="34" charset="-122"/>
                  <a:cs typeface="+mn-ea"/>
                </a:rPr>
                <a:t>1</a:t>
              </a:r>
              <a:endParaRPr lang="zh-CN" altLang="en-US">
                <a:latin typeface="微软雅黑" panose="020B0503020204020204" pitchFamily="34" charset="-122"/>
                <a:cs typeface="+mn-ea"/>
              </a:endParaRPr>
            </a:p>
          </p:txBody>
        </p:sp>
      </p:grpSp>
      <p:pic>
        <p:nvPicPr>
          <p:cNvPr id="8" name="图片 7" descr="资源 1@3x"/>
          <p:cNvPicPr>
            <a:picLocks noChangeAspect="1"/>
          </p:cNvPicPr>
          <p:nvPr userDrawn="1"/>
        </p:nvPicPr>
        <p:blipFill>
          <a:blip r:embed="rId14"/>
          <a:stretch>
            <a:fillRect/>
          </a:stretch>
        </p:blipFill>
        <p:spPr>
          <a:xfrm>
            <a:off x="10414000" y="386715"/>
            <a:ext cx="1228090" cy="31813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文字模板15">
    <p:spTree>
      <p:nvGrpSpPr>
        <p:cNvPr id="1" name=""/>
        <p:cNvGrpSpPr/>
        <p:nvPr/>
      </p:nvGrpSpPr>
      <p:grpSpPr>
        <a:xfrm>
          <a:off x="0" y="0"/>
          <a:ext cx="0" cy="0"/>
          <a:chOff x="0" y="0"/>
          <a:chExt cx="0" cy="0"/>
        </a:xfrm>
      </p:grpSpPr>
      <p:pic>
        <p:nvPicPr>
          <p:cNvPr id="68" name="图片 6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2813" y="-9121463"/>
            <a:ext cx="12172950" cy="9129713"/>
          </a:xfrm>
          <a:prstGeom prst="rect">
            <a:avLst/>
          </a:prstGeom>
          <a:effectLst>
            <a:outerShdw blurRad="152400" dir="5400000" algn="ctr" rotWithShape="0">
              <a:schemeClr val="accent4">
                <a:alpha val="43137"/>
              </a:schemeClr>
            </a:outerShdw>
            <a:reflection blurRad="6350" stA="14000" endPos="90000" dist="50800" dir="5400000" sy="-100000" algn="bl" rotWithShape="0"/>
          </a:effectLst>
        </p:spPr>
      </p:pic>
      <p:pic>
        <p:nvPicPr>
          <p:cNvPr id="15" name="图片 14"/>
          <p:cNvPicPr>
            <a:picLocks noGrp="1" noRot="1" noChangeAspect="1" noMove="1" noResize="1" noEditPoints="1" noAdjustHandles="1" noChangeArrowheads="1" noChangeShapeType="1" noCrop="1"/>
          </p:cNvPicPr>
          <p:nvPr userDrawn="1"/>
        </p:nvPicPr>
        <p:blipFill>
          <a:blip r:embed="rId3"/>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9" name="线条"/>
          <p:cNvSpPr/>
          <p:nvPr userDrawn="1"/>
        </p:nvSpPr>
        <p:spPr>
          <a:xfrm flipH="1" flipV="1">
            <a:off x="6750861" y="433609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0" name="线条"/>
          <p:cNvSpPr/>
          <p:nvPr userDrawn="1"/>
        </p:nvSpPr>
        <p:spPr>
          <a:xfrm flipV="1">
            <a:off x="4390176" y="433609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1" name="线条"/>
          <p:cNvSpPr/>
          <p:nvPr userDrawn="1"/>
        </p:nvSpPr>
        <p:spPr>
          <a:xfrm flipH="1">
            <a:off x="6763594" y="259845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2" name="线条"/>
          <p:cNvSpPr/>
          <p:nvPr userDrawn="1"/>
        </p:nvSpPr>
        <p:spPr>
          <a:xfrm>
            <a:off x="4402909" y="2598459"/>
            <a:ext cx="1073393" cy="10966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970" y="0"/>
                </a:lnTo>
                <a:lnTo>
                  <a:pt x="21600" y="21600"/>
                </a:lnTo>
              </a:path>
            </a:pathLst>
          </a:custGeom>
          <a:ln w="25400">
            <a:solidFill>
              <a:schemeClr val="accent4">
                <a:alpha val="11121"/>
              </a:schemeClr>
            </a:solidFill>
            <a:miter lim="400000"/>
          </a:ln>
        </p:spPr>
        <p:txBody>
          <a:bodyPr lIns="25400" tIns="25400" rIns="25400" bIns="25400" anchor="ctr"/>
          <a:lstStyle/>
          <a:p>
            <a:pPr marL="0" marR="0" lvl="0" indent="0" algn="ctr" defTabSz="1219200" rtl="0" eaLnBrk="1" fontAlgn="auto" latinLnBrk="0" hangingPunct="0">
              <a:lnSpc>
                <a:spcPct val="90000"/>
              </a:lnSpc>
              <a:spcBef>
                <a:spcPts val="0"/>
              </a:spcBef>
              <a:spcAft>
                <a:spcPts val="0"/>
              </a:spcAft>
              <a:buClrTx/>
              <a:buSzTx/>
              <a:buFontTx/>
              <a:buNone/>
              <a:defRPr/>
            </a:pPr>
            <a:endParaRPr kumimoji="0" sz="1200" b="0" i="0" u="none" strike="noStrike" kern="0" cap="none" spc="0" normalizeH="0" baseline="0" noProof="0">
              <a:ln>
                <a:noFill/>
              </a:ln>
              <a:solidFill>
                <a:srgbClr val="000000"/>
              </a:solidFill>
              <a:effectLst/>
              <a:uLnTx/>
              <a:uFillTx/>
              <a:latin typeface="OPPOSans R" charset="-122"/>
              <a:ea typeface="OPPOSans R" charset="-122"/>
              <a:cs typeface="OPPOSans R" charset="-122"/>
              <a:sym typeface="Canela Text Regular"/>
            </a:endParaRPr>
          </a:p>
        </p:txBody>
      </p:sp>
      <p:sp>
        <p:nvSpPr>
          <p:cNvPr id="16" name="圆角矩形"/>
          <p:cNvSpPr/>
          <p:nvPr userDrawn="1"/>
        </p:nvSpPr>
        <p:spPr>
          <a:xfrm flipH="1">
            <a:off x="7835292" y="2024572"/>
            <a:ext cx="3368958" cy="183864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17" name="矩形 16"/>
          <p:cNvSpPr/>
          <p:nvPr userDrawn="1"/>
        </p:nvSpPr>
        <p:spPr>
          <a:xfrm flipH="1">
            <a:off x="7836987" y="2022932"/>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18" name="圆角矩形"/>
          <p:cNvSpPr/>
          <p:nvPr userDrawn="1"/>
        </p:nvSpPr>
        <p:spPr>
          <a:xfrm>
            <a:off x="1036602" y="2024573"/>
            <a:ext cx="3368958" cy="181952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0" name="圆角矩形"/>
          <p:cNvSpPr/>
          <p:nvPr userDrawn="1"/>
        </p:nvSpPr>
        <p:spPr>
          <a:xfrm flipH="1">
            <a:off x="7822559" y="4156223"/>
            <a:ext cx="3368958" cy="1819525"/>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1" name="矩形 20"/>
          <p:cNvSpPr/>
          <p:nvPr userDrawn="1"/>
        </p:nvSpPr>
        <p:spPr>
          <a:xfrm flipH="1">
            <a:off x="7824254" y="4154583"/>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22" name="圆角矩形"/>
          <p:cNvSpPr/>
          <p:nvPr userDrawn="1"/>
        </p:nvSpPr>
        <p:spPr>
          <a:xfrm>
            <a:off x="1023869" y="4156224"/>
            <a:ext cx="3368958" cy="1819524"/>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sz="1800" b="0" i="0" u="none" strike="noStrike" kern="1200" cap="none" spc="0" normalizeH="0" baseline="0" noProof="0">
              <a:ln>
                <a:noFill/>
              </a:ln>
              <a:solidFill>
                <a:srgbClr val="FFFFFF"/>
              </a:solidFill>
              <a:effectLst/>
              <a:uLnTx/>
              <a:uFillTx/>
              <a:latin typeface="OPPOSans R" charset="-122"/>
              <a:ea typeface="OPPOSans R" charset="-122"/>
              <a:cs typeface="OPPOSans R" charset="-122"/>
              <a:sym typeface="Avenir Next Regular" panose="020B0503020202020204"/>
            </a:endParaRPr>
          </a:p>
        </p:txBody>
      </p:sp>
      <p:sp>
        <p:nvSpPr>
          <p:cNvPr id="23" name="矩形 22"/>
          <p:cNvSpPr/>
          <p:nvPr userDrawn="1"/>
        </p:nvSpPr>
        <p:spPr>
          <a:xfrm>
            <a:off x="1022174" y="4154583"/>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userDrawn="1"/>
        </p:nvSpPr>
        <p:spPr>
          <a:xfrm flipH="1" flipV="1">
            <a:off x="4567159" y="3926434"/>
            <a:ext cx="1536281" cy="1481286"/>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8" name="直角三角形 7"/>
          <p:cNvSpPr/>
          <p:nvPr userDrawn="1"/>
        </p:nvSpPr>
        <p:spPr>
          <a:xfrm flipV="1">
            <a:off x="6114897" y="3926432"/>
            <a:ext cx="1527152" cy="1481288"/>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13" name="直角三角形 12"/>
          <p:cNvSpPr/>
          <p:nvPr userDrawn="1"/>
        </p:nvSpPr>
        <p:spPr>
          <a:xfrm flipH="1">
            <a:off x="4567159" y="2430317"/>
            <a:ext cx="1527152" cy="1481284"/>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14" name="直角三角形 13"/>
          <p:cNvSpPr/>
          <p:nvPr userDrawn="1"/>
        </p:nvSpPr>
        <p:spPr>
          <a:xfrm>
            <a:off x="6114897" y="2430317"/>
            <a:ext cx="1527152" cy="1481284"/>
          </a:xfrm>
          <a:prstGeom prst="rtTriangl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28" name="文本占位符 26"/>
          <p:cNvSpPr>
            <a:spLocks noGrp="1"/>
          </p:cNvSpPr>
          <p:nvPr>
            <p:ph type="body" sz="quarter" idx="14"/>
          </p:nvPr>
        </p:nvSpPr>
        <p:spPr>
          <a:xfrm>
            <a:off x="7843408" y="2048063"/>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29" name="文本占位符 26"/>
          <p:cNvSpPr>
            <a:spLocks noGrp="1"/>
          </p:cNvSpPr>
          <p:nvPr>
            <p:ph type="body" sz="quarter" idx="15"/>
          </p:nvPr>
        </p:nvSpPr>
        <p:spPr>
          <a:xfrm>
            <a:off x="1039189" y="4188681"/>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30" name="文本占位符 26"/>
          <p:cNvSpPr>
            <a:spLocks noGrp="1"/>
          </p:cNvSpPr>
          <p:nvPr>
            <p:ph type="body" sz="quarter" idx="16"/>
          </p:nvPr>
        </p:nvSpPr>
        <p:spPr>
          <a:xfrm>
            <a:off x="7830675" y="4188680"/>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24" name="矩形 23"/>
          <p:cNvSpPr/>
          <p:nvPr userDrawn="1"/>
        </p:nvSpPr>
        <p:spPr>
          <a:xfrm rot="2700000">
            <a:off x="5462592" y="3281363"/>
            <a:ext cx="1293795" cy="1281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等线" panose="02010600030101010101" charset="-122"/>
              <a:ea typeface="等线" panose="02010600030101010101" charset="-122"/>
              <a:cs typeface="+mn-cs"/>
            </a:endParaRPr>
          </a:p>
        </p:txBody>
      </p:sp>
      <p:sp>
        <p:nvSpPr>
          <p:cNvPr id="43" name="文本占位符 42"/>
          <p:cNvSpPr>
            <a:spLocks noGrp="1"/>
          </p:cNvSpPr>
          <p:nvPr>
            <p:ph type="body" sz="quarter" idx="21" hasCustomPrompt="1"/>
          </p:nvPr>
        </p:nvSpPr>
        <p:spPr>
          <a:xfrm>
            <a:off x="5601330" y="3447198"/>
            <a:ext cx="964665" cy="914400"/>
          </a:xfrm>
          <a:prstGeom prst="rect">
            <a:avLst/>
          </a:prstGeom>
        </p:spPr>
        <p:txBody>
          <a:bodyPr/>
          <a:lstStyle>
            <a:lvl1pPr marL="0" indent="0">
              <a:lnSpc>
                <a:spcPct val="100000"/>
              </a:lnSpc>
              <a:buNone/>
              <a:defRPr b="1"/>
            </a:lvl1pPr>
          </a:lstStyle>
          <a:p>
            <a:pPr lvl="0"/>
            <a:r>
              <a:rPr lang="zh-CN" altLang="en-US" dirty="0"/>
              <a:t>点击编辑</a:t>
            </a:r>
            <a:endParaRPr lang="zh-CN" altLang="en-US" dirty="0"/>
          </a:p>
        </p:txBody>
      </p:sp>
      <p:sp>
        <p:nvSpPr>
          <p:cNvPr id="47" name="文本占位符 46"/>
          <p:cNvSpPr>
            <a:spLocks noGrp="1"/>
          </p:cNvSpPr>
          <p:nvPr>
            <p:ph type="body" sz="quarter" idx="22" hasCustomPrompt="1"/>
          </p:nvPr>
        </p:nvSpPr>
        <p:spPr>
          <a:xfrm>
            <a:off x="979118" y="1528506"/>
            <a:ext cx="10018072" cy="435485"/>
          </a:xfrm>
          <a:prstGeom prst="rect">
            <a:avLst/>
          </a:prstGeom>
        </p:spPr>
        <p:txBody>
          <a:bodyPr/>
          <a:lstStyle>
            <a:lvl1pPr marL="0" indent="0" algn="l">
              <a:buNone/>
              <a:defRPr sz="1400" b="1"/>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在此添加正文内容，按照北京兴华文字颜色规范进行编辑。在此添加正文内容，按照北京兴华文字颜色规范进行编辑</a:t>
            </a:r>
            <a:endParaRPr lang="zh-CN" altLang="en-US" dirty="0"/>
          </a:p>
        </p:txBody>
      </p:sp>
      <p:sp>
        <p:nvSpPr>
          <p:cNvPr id="48" name="文本占位符 46"/>
          <p:cNvSpPr>
            <a:spLocks noGrp="1"/>
          </p:cNvSpPr>
          <p:nvPr>
            <p:ph type="body" sz="quarter" idx="23" hasCustomPrompt="1"/>
          </p:nvPr>
        </p:nvSpPr>
        <p:spPr>
          <a:xfrm>
            <a:off x="979118" y="6123166"/>
            <a:ext cx="10018072" cy="435485"/>
          </a:xfrm>
          <a:prstGeom prst="rect">
            <a:avLst/>
          </a:prstGeom>
        </p:spPr>
        <p:txBody>
          <a:bodyPr/>
          <a:lstStyle>
            <a:lvl1pPr marL="0" indent="0" algn="r">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在此添加正文内容，按照北京兴华文字颜色规范进行编辑。在此添加正文内容，按照北京兴华文字颜色规范进行编辑</a:t>
            </a:r>
            <a:endParaRPr lang="zh-CN" altLang="en-US" dirty="0"/>
          </a:p>
        </p:txBody>
      </p:sp>
      <p:sp>
        <p:nvSpPr>
          <p:cNvPr id="19" name="矩形 18"/>
          <p:cNvSpPr/>
          <p:nvPr userDrawn="1"/>
        </p:nvSpPr>
        <p:spPr>
          <a:xfrm>
            <a:off x="1042806" y="2022932"/>
            <a:ext cx="3368002" cy="428560"/>
          </a:xfrm>
          <a:prstGeom prst="rect">
            <a:avLst/>
          </a:prstGeom>
          <a:solidFill>
            <a:schemeClr val="accent3"/>
          </a:soli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pitchFamily="34" charset="-122"/>
              <a:ea typeface="微软雅黑" panose="020B0503020204020204" pitchFamily="34" charset="-122"/>
              <a:cs typeface="+mn-cs"/>
            </a:endParaRPr>
          </a:p>
        </p:txBody>
      </p:sp>
      <p:sp>
        <p:nvSpPr>
          <p:cNvPr id="27" name="文本占位符 26"/>
          <p:cNvSpPr>
            <a:spLocks noGrp="1"/>
          </p:cNvSpPr>
          <p:nvPr>
            <p:ph type="body" sz="quarter" idx="13"/>
          </p:nvPr>
        </p:nvSpPr>
        <p:spPr>
          <a:xfrm>
            <a:off x="1042068" y="2048063"/>
            <a:ext cx="3360842" cy="360363"/>
          </a:xfrm>
          <a:prstGeom prst="rect">
            <a:avLst/>
          </a:prstGeom>
        </p:spPr>
        <p:txBody>
          <a:bodyPr/>
          <a:lstStyle>
            <a:lvl1pPr marL="0" indent="0">
              <a:buNone/>
              <a:defRPr sz="2000" b="1">
                <a:solidFill>
                  <a:schemeClr val="tx2"/>
                </a:solidFill>
              </a:defRPr>
            </a:lvl1pPr>
          </a:lstStyle>
          <a:p>
            <a:pPr lvl="0"/>
            <a:endParaRPr lang="zh-CN" altLang="en-US" dirty="0"/>
          </a:p>
        </p:txBody>
      </p:sp>
      <p:sp>
        <p:nvSpPr>
          <p:cNvPr id="34" name="文本占位符 26"/>
          <p:cNvSpPr>
            <a:spLocks noGrp="1"/>
          </p:cNvSpPr>
          <p:nvPr>
            <p:ph type="body" sz="quarter" idx="20" hasCustomPrompt="1"/>
          </p:nvPr>
        </p:nvSpPr>
        <p:spPr>
          <a:xfrm>
            <a:off x="7830675" y="4681539"/>
            <a:ext cx="3360842" cy="1294209"/>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2" name="文本占位符 26"/>
          <p:cNvSpPr>
            <a:spLocks noGrp="1"/>
          </p:cNvSpPr>
          <p:nvPr>
            <p:ph type="body" sz="quarter" idx="18" hasCustomPrompt="1"/>
          </p:nvPr>
        </p:nvSpPr>
        <p:spPr>
          <a:xfrm>
            <a:off x="7824661" y="2507833"/>
            <a:ext cx="3360842" cy="1336263"/>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1" name="文本占位符 26"/>
          <p:cNvSpPr>
            <a:spLocks noGrp="1"/>
          </p:cNvSpPr>
          <p:nvPr>
            <p:ph type="body" sz="quarter" idx="17" hasCustomPrompt="1"/>
          </p:nvPr>
        </p:nvSpPr>
        <p:spPr>
          <a:xfrm>
            <a:off x="1039335" y="2533003"/>
            <a:ext cx="3360842" cy="1311094"/>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33" name="文本占位符 26"/>
          <p:cNvSpPr>
            <a:spLocks noGrp="1"/>
          </p:cNvSpPr>
          <p:nvPr>
            <p:ph type="body" sz="quarter" idx="19" hasCustomPrompt="1"/>
          </p:nvPr>
        </p:nvSpPr>
        <p:spPr>
          <a:xfrm>
            <a:off x="1036602" y="4665455"/>
            <a:ext cx="3360842" cy="1310294"/>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pic>
        <p:nvPicPr>
          <p:cNvPr id="25" name="图片 24"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文字模板1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6" name="矩形 5"/>
          <p:cNvSpPr/>
          <p:nvPr userDrawn="1"/>
        </p:nvSpPr>
        <p:spPr>
          <a:xfrm>
            <a:off x="0" y="5182191"/>
            <a:ext cx="12192000" cy="1675810"/>
          </a:xfrm>
          <a:prstGeom prst="rect">
            <a:avLst/>
          </a:prstGeom>
          <a:solidFill>
            <a:schemeClr val="accent2">
              <a:alpha val="1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sp>
        <p:nvSpPr>
          <p:cNvPr id="8" name="矩形: 圆角 7"/>
          <p:cNvSpPr/>
          <p:nvPr userDrawn="1"/>
        </p:nvSpPr>
        <p:spPr>
          <a:xfrm flipV="1">
            <a:off x="886272" y="2496336"/>
            <a:ext cx="3107007" cy="3536239"/>
          </a:xfrm>
          <a:prstGeom prst="roundRect">
            <a:avLst>
              <a:gd name="adj" fmla="val 4921"/>
            </a:avLst>
          </a:prstGeom>
          <a:solidFill>
            <a:schemeClr val="bg1"/>
          </a:solidFill>
          <a:ln>
            <a:gradFill flip="none" rotWithShape="1">
              <a:gsLst>
                <a:gs pos="0">
                  <a:schemeClr val="accent1">
                    <a:lumMod val="5000"/>
                    <a:lumOff val="95000"/>
                    <a:alpha val="46000"/>
                  </a:schemeClr>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9" name="矩形: 圆角 8"/>
          <p:cNvSpPr/>
          <p:nvPr userDrawn="1"/>
        </p:nvSpPr>
        <p:spPr>
          <a:xfrm>
            <a:off x="1081319"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6" name="矩形: 圆角 15"/>
          <p:cNvSpPr/>
          <p:nvPr userDrawn="1"/>
        </p:nvSpPr>
        <p:spPr>
          <a:xfrm flipV="1">
            <a:off x="4542496" y="2496336"/>
            <a:ext cx="3107007" cy="3536239"/>
          </a:xfrm>
          <a:prstGeom prst="roundRect">
            <a:avLst>
              <a:gd name="adj" fmla="val 4921"/>
            </a:avLst>
          </a:prstGeom>
          <a:solidFill>
            <a:schemeClr val="bg1"/>
          </a:solidFill>
          <a:ln>
            <a:gradFill flip="none" rotWithShape="1">
              <a:gsLst>
                <a:gs pos="0">
                  <a:schemeClr val="accent1">
                    <a:lumMod val="5000"/>
                    <a:lumOff val="95000"/>
                    <a:alpha val="46000"/>
                  </a:schemeClr>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17" name="矩形: 圆角 16"/>
          <p:cNvSpPr/>
          <p:nvPr userDrawn="1"/>
        </p:nvSpPr>
        <p:spPr>
          <a:xfrm>
            <a:off x="4737543"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19" name="矩形: 圆角 18"/>
          <p:cNvSpPr/>
          <p:nvPr userDrawn="1"/>
        </p:nvSpPr>
        <p:spPr>
          <a:xfrm flipV="1">
            <a:off x="8196192" y="2496336"/>
            <a:ext cx="3107007" cy="3536239"/>
          </a:xfrm>
          <a:prstGeom prst="roundRect">
            <a:avLst>
              <a:gd name="adj" fmla="val 4921"/>
            </a:avLst>
          </a:prstGeom>
          <a:solidFill>
            <a:schemeClr val="bg1"/>
          </a:solidFill>
          <a:ln>
            <a:gradFill flip="none" rotWithShape="1">
              <a:gsLst>
                <a:gs pos="0">
                  <a:schemeClr val="bg1"/>
                </a:gs>
                <a:gs pos="100000">
                  <a:schemeClr val="accent1">
                    <a:lumMod val="60000"/>
                    <a:lumOff val="40000"/>
                  </a:schemeClr>
                </a:gs>
              </a:gsLst>
              <a:lin ang="5400000" scaled="1"/>
              <a:tileRect/>
            </a:gradFill>
          </a:ln>
          <a:effectLst>
            <a:outerShdw blurRad="304800" dist="190500" dir="5400000" sx="98000" sy="98000" algn="t" rotWithShape="0">
              <a:schemeClr val="accent1">
                <a:lumMod val="75000"/>
                <a:alpha val="19000"/>
              </a:schemeClr>
            </a:outerShdw>
            <a:reflection blurRad="6350" stA="50000" endA="300" endPos="385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prstClr val="white"/>
              </a:solidFill>
              <a:effectLst/>
              <a:uLnTx/>
              <a:uFillTx/>
              <a:latin typeface="微软雅黑 Light" panose="020B0502040204020203" pitchFamily="34" charset="-122"/>
              <a:ea typeface="微软雅黑 Light" panose="020B0502040204020203" pitchFamily="34" charset="-122"/>
            </a:endParaRPr>
          </a:p>
        </p:txBody>
      </p:sp>
      <p:sp>
        <p:nvSpPr>
          <p:cNvPr id="20" name="矩形: 圆角 19"/>
          <p:cNvSpPr/>
          <p:nvPr userDrawn="1"/>
        </p:nvSpPr>
        <p:spPr>
          <a:xfrm>
            <a:off x="8391239" y="2237415"/>
            <a:ext cx="2716913" cy="577535"/>
          </a:xfrm>
          <a:prstGeom prst="roundRect">
            <a:avLst>
              <a:gd name="adj" fmla="val 50000"/>
            </a:avLst>
          </a:prstGeom>
          <a:solidFill>
            <a:schemeClr val="accent3"/>
          </a:solidFill>
          <a:ln>
            <a:noFill/>
          </a:ln>
          <a:effectLst>
            <a:outerShdw blurRad="292100" dist="127000" dir="1800000" sx="95000" sy="95000" algn="ctr" rotWithShape="0">
              <a:schemeClr val="accent1">
                <a:lumMod val="50000"/>
                <a:alpha val="26000"/>
              </a:scheme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微软雅黑 Light" panose="020B0502040204020203" pitchFamily="34" charset="-122"/>
              <a:ea typeface="微软雅黑 Light" panose="020B0502040204020203" pitchFamily="34" charset="-122"/>
            </a:endParaRPr>
          </a:p>
        </p:txBody>
      </p:sp>
      <p:sp>
        <p:nvSpPr>
          <p:cNvPr id="32" name="文本占位符 31"/>
          <p:cNvSpPr>
            <a:spLocks noGrp="1"/>
          </p:cNvSpPr>
          <p:nvPr>
            <p:ph type="body" sz="quarter" idx="13" hasCustomPrompt="1"/>
          </p:nvPr>
        </p:nvSpPr>
        <p:spPr>
          <a:xfrm>
            <a:off x="1401849" y="2390985"/>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行业技术一</a:t>
            </a:r>
            <a:endParaRPr lang="zh-CN" altLang="en-US" dirty="0"/>
          </a:p>
        </p:txBody>
      </p:sp>
      <p:sp>
        <p:nvSpPr>
          <p:cNvPr id="36" name="文本占位符 35"/>
          <p:cNvSpPr>
            <a:spLocks noGrp="1"/>
          </p:cNvSpPr>
          <p:nvPr>
            <p:ph type="body" sz="quarter" idx="16" hasCustomPrompt="1"/>
          </p:nvPr>
        </p:nvSpPr>
        <p:spPr>
          <a:xfrm>
            <a:off x="1264784" y="3016760"/>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7" name="文本占位符 35"/>
          <p:cNvSpPr>
            <a:spLocks noGrp="1"/>
          </p:cNvSpPr>
          <p:nvPr>
            <p:ph type="body" sz="quarter" idx="17" hasCustomPrompt="1"/>
          </p:nvPr>
        </p:nvSpPr>
        <p:spPr>
          <a:xfrm>
            <a:off x="4921009" y="3016759"/>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8" name="文本占位符 35"/>
          <p:cNvSpPr>
            <a:spLocks noGrp="1"/>
          </p:cNvSpPr>
          <p:nvPr>
            <p:ph type="body" sz="quarter" idx="18" hasCustomPrompt="1"/>
          </p:nvPr>
        </p:nvSpPr>
        <p:spPr>
          <a:xfrm>
            <a:off x="8577234" y="3023279"/>
            <a:ext cx="2349982" cy="2755821"/>
          </a:xfrm>
          <a:prstGeom prst="rect">
            <a:avLst/>
          </a:prstGeom>
        </p:spPr>
        <p:txBody>
          <a:bodyPr/>
          <a:lstStyle>
            <a:lvl1pPr marL="0" indent="0">
              <a:lnSpc>
                <a:spcPct val="100000"/>
              </a:lnSpc>
              <a:buNone/>
              <a:defRPr sz="1200">
                <a:solidFill>
                  <a:schemeClr val="accent6"/>
                </a:solidFill>
              </a:defRPr>
            </a:lvl1pPr>
          </a:lstStyle>
          <a:p>
            <a:pPr lvl="0"/>
            <a:r>
              <a:rPr lang="zh-CN" altLang="en-US" dirty="0"/>
              <a:t>此处单击添加文本此处单击添加文本此处单击添加文本</a:t>
            </a:r>
            <a:endParaRPr lang="zh-CN" altLang="en-US" dirty="0"/>
          </a:p>
          <a:p>
            <a:pPr lvl="0"/>
            <a:endParaRPr lang="zh-CN" altLang="en-US" dirty="0"/>
          </a:p>
        </p:txBody>
      </p:sp>
      <p:sp>
        <p:nvSpPr>
          <p:cNvPr id="39" name="文本占位符 31"/>
          <p:cNvSpPr>
            <a:spLocks noGrp="1"/>
          </p:cNvSpPr>
          <p:nvPr>
            <p:ph type="body" sz="quarter" idx="19" hasCustomPrompt="1"/>
          </p:nvPr>
        </p:nvSpPr>
        <p:spPr>
          <a:xfrm>
            <a:off x="4960552" y="2384166"/>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行业技术二</a:t>
            </a:r>
            <a:endParaRPr lang="zh-CN" altLang="en-US" dirty="0"/>
          </a:p>
        </p:txBody>
      </p:sp>
      <p:sp>
        <p:nvSpPr>
          <p:cNvPr id="40" name="文本占位符 31"/>
          <p:cNvSpPr>
            <a:spLocks noGrp="1"/>
          </p:cNvSpPr>
          <p:nvPr>
            <p:ph type="body" sz="quarter" idx="20" hasCustomPrompt="1"/>
          </p:nvPr>
        </p:nvSpPr>
        <p:spPr>
          <a:xfrm>
            <a:off x="8613918" y="2410076"/>
            <a:ext cx="2270896" cy="298120"/>
          </a:xfrm>
          <a:prstGeom prst="rect">
            <a:avLst/>
          </a:prstGeom>
        </p:spPr>
        <p:txBody>
          <a:bodyPr/>
          <a:lstStyle>
            <a:lvl1pPr marL="0" indent="0" algn="ctr">
              <a:buNone/>
              <a:defRPr sz="2000" b="1">
                <a:solidFill>
                  <a:schemeClr val="tx2"/>
                </a:solidFill>
              </a:defRPr>
            </a:lvl1pPr>
          </a:lstStyle>
          <a:p>
            <a:pPr lvl="0"/>
            <a:r>
              <a:rPr lang="zh-CN" altLang="en-US" dirty="0"/>
              <a:t>行业技术三</a:t>
            </a:r>
            <a:endParaRPr lang="zh-CN" altLang="en-US" dirty="0"/>
          </a:p>
        </p:txBody>
      </p:sp>
      <p:sp>
        <p:nvSpPr>
          <p:cNvPr id="42" name="箭头: 虚尾 41"/>
          <p:cNvSpPr/>
          <p:nvPr userDrawn="1"/>
        </p:nvSpPr>
        <p:spPr>
          <a:xfrm>
            <a:off x="3679214" y="3905266"/>
            <a:ext cx="1122777" cy="718378"/>
          </a:xfrm>
          <a:prstGeom prst="stripedRightArrow">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3" name="箭头: 虚尾 42"/>
          <p:cNvSpPr/>
          <p:nvPr userDrawn="1"/>
        </p:nvSpPr>
        <p:spPr>
          <a:xfrm>
            <a:off x="7435407" y="3905266"/>
            <a:ext cx="1122777" cy="718378"/>
          </a:xfrm>
          <a:prstGeom prst="stripedRightArrow">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文字模板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xfrm>
            <a:off x="10864697" y="617424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剪去单圆角的矩形 1"/>
          <p:cNvSpPr/>
          <p:nvPr userDrawn="1"/>
        </p:nvSpPr>
        <p:spPr>
          <a:xfrm rot="10800000">
            <a:off x="800192" y="1572614"/>
            <a:ext cx="10841652" cy="4932471"/>
          </a:xfrm>
          <a:prstGeom prst="snipRoundRect">
            <a:avLst>
              <a:gd name="adj1" fmla="val 0"/>
              <a:gd name="adj2" fmla="val 4512"/>
            </a:avLst>
          </a:pr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9" name="Shape"/>
          <p:cNvSpPr/>
          <p:nvPr userDrawn="1"/>
        </p:nvSpPr>
        <p:spPr>
          <a:xfrm rot="10800000">
            <a:off x="800191" y="6248611"/>
            <a:ext cx="256474" cy="2564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alpha val="50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313131"/>
              </a:solidFill>
              <a:effectLst/>
              <a:uLnTx/>
              <a:uFillTx/>
              <a:latin typeface="等线" panose="02010600030101010101" charset="-122"/>
              <a:ea typeface="+mn-ea"/>
              <a:cs typeface="+mn-cs"/>
            </a:endParaRPr>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15116" y="52607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1369350" y="1885109"/>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sp>
        <p:nvSpPr>
          <p:cNvPr id="13" name="剪去单角的矩形 120"/>
          <p:cNvSpPr/>
          <p:nvPr userDrawn="1"/>
        </p:nvSpPr>
        <p:spPr>
          <a:xfrm rot="10800000">
            <a:off x="1369350" y="3332103"/>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sp>
        <p:nvSpPr>
          <p:cNvPr id="16" name="剪去单角的矩形 122"/>
          <p:cNvSpPr/>
          <p:nvPr userDrawn="1"/>
        </p:nvSpPr>
        <p:spPr>
          <a:xfrm rot="10800000">
            <a:off x="1358783" y="4924183"/>
            <a:ext cx="1156333" cy="354654"/>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a:ln>
                <a:noFill/>
              </a:ln>
              <a:solidFill>
                <a:srgbClr val="FFFFFF"/>
              </a:solidFill>
              <a:effectLst/>
              <a:uLnTx/>
              <a:uFillTx/>
              <a:latin typeface="OPPOSans R" charset="-122"/>
              <a:ea typeface="OPPOSans R" charset="-122"/>
              <a:cs typeface="OPPOSans R" charset="-122"/>
            </a:endParaRPr>
          </a:p>
        </p:txBody>
      </p:sp>
      <p:pic>
        <p:nvPicPr>
          <p:cNvPr id="30" name="图形 29" descr="靶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53711" y="2499302"/>
            <a:ext cx="3877546" cy="3877546"/>
          </a:xfrm>
          <a:prstGeom prst="rect">
            <a:avLst/>
          </a:prstGeom>
        </p:spPr>
      </p:pic>
      <p:sp>
        <p:nvSpPr>
          <p:cNvPr id="8" name="文本占位符 7"/>
          <p:cNvSpPr>
            <a:spLocks noGrp="1"/>
          </p:cNvSpPr>
          <p:nvPr>
            <p:ph type="body" sz="quarter" idx="13" hasCustomPrompt="1"/>
          </p:nvPr>
        </p:nvSpPr>
        <p:spPr>
          <a:xfrm>
            <a:off x="1387517" y="1891324"/>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3" name="文本占位符 25"/>
          <p:cNvSpPr>
            <a:spLocks noGrp="1"/>
          </p:cNvSpPr>
          <p:nvPr>
            <p:ph type="body" sz="quarter" idx="14" hasCustomPrompt="1"/>
          </p:nvPr>
        </p:nvSpPr>
        <p:spPr>
          <a:xfrm>
            <a:off x="1369349" y="2346210"/>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sp>
        <p:nvSpPr>
          <p:cNvPr id="24" name="文本占位符 7"/>
          <p:cNvSpPr>
            <a:spLocks noGrp="1"/>
          </p:cNvSpPr>
          <p:nvPr>
            <p:ph type="body" sz="quarter" idx="15" hasCustomPrompt="1"/>
          </p:nvPr>
        </p:nvSpPr>
        <p:spPr>
          <a:xfrm>
            <a:off x="1387516" y="3351081"/>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6" name="文本占位符 25"/>
          <p:cNvSpPr>
            <a:spLocks noGrp="1"/>
          </p:cNvSpPr>
          <p:nvPr>
            <p:ph type="body" sz="quarter" idx="16" hasCustomPrompt="1"/>
          </p:nvPr>
        </p:nvSpPr>
        <p:spPr>
          <a:xfrm>
            <a:off x="1369349" y="3807584"/>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sp>
        <p:nvSpPr>
          <p:cNvPr id="27" name="文本占位符 7"/>
          <p:cNvSpPr>
            <a:spLocks noGrp="1"/>
          </p:cNvSpPr>
          <p:nvPr>
            <p:ph type="body" sz="quarter" idx="17" hasCustomPrompt="1"/>
          </p:nvPr>
        </p:nvSpPr>
        <p:spPr>
          <a:xfrm>
            <a:off x="1375580" y="4931440"/>
            <a:ext cx="1119999"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8" name="文本占位符 25"/>
          <p:cNvSpPr>
            <a:spLocks noGrp="1"/>
          </p:cNvSpPr>
          <p:nvPr>
            <p:ph type="body" sz="quarter" idx="18" hasCustomPrompt="1"/>
          </p:nvPr>
        </p:nvSpPr>
        <p:spPr>
          <a:xfrm>
            <a:off x="1369349" y="5362324"/>
            <a:ext cx="9413118" cy="892144"/>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pic>
        <p:nvPicPr>
          <p:cNvPr id="10" name="图片 9"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文字模板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剪去单圆角的矩形 1"/>
          <p:cNvSpPr/>
          <p:nvPr userDrawn="1"/>
        </p:nvSpPr>
        <p:spPr>
          <a:xfrm rot="10800000">
            <a:off x="800192" y="1572614"/>
            <a:ext cx="10841652" cy="4932471"/>
          </a:xfrm>
          <a:prstGeom prst="snipRoundRect">
            <a:avLst>
              <a:gd name="adj1" fmla="val 0"/>
              <a:gd name="adj2" fmla="val 4512"/>
            </a:avLst>
          </a:pr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313131"/>
              </a:solidFill>
              <a:effectLst/>
              <a:uLnTx/>
              <a:uFillTx/>
              <a:latin typeface="等线" panose="02010600030101010101" charset="-122"/>
              <a:ea typeface="等线" panose="02010600030101010101" charset="-122"/>
              <a:cs typeface="+mn-cs"/>
            </a:endParaRPr>
          </a:p>
        </p:txBody>
      </p:sp>
      <p:sp>
        <p:nvSpPr>
          <p:cNvPr id="9" name="Shape"/>
          <p:cNvSpPr/>
          <p:nvPr userDrawn="1"/>
        </p:nvSpPr>
        <p:spPr>
          <a:xfrm rot="10800000">
            <a:off x="800191" y="6248611"/>
            <a:ext cx="256474" cy="25647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3488"/>
                </a:lnTo>
                <a:cubicBezTo>
                  <a:pt x="0" y="15867"/>
                  <a:pt x="7" y="17296"/>
                  <a:pt x="405" y="18247"/>
                </a:cubicBezTo>
                <a:cubicBezTo>
                  <a:pt x="904" y="19619"/>
                  <a:pt x="1981" y="20696"/>
                  <a:pt x="3353" y="21195"/>
                </a:cubicBezTo>
                <a:cubicBezTo>
                  <a:pt x="4304" y="21593"/>
                  <a:pt x="5733" y="21600"/>
                  <a:pt x="8112" y="21600"/>
                </a:cubicBezTo>
                <a:lnTo>
                  <a:pt x="21600" y="21600"/>
                </a:lnTo>
                <a:lnTo>
                  <a:pt x="0" y="0"/>
                </a:lnTo>
                <a:close/>
              </a:path>
            </a:pathLst>
          </a:custGeom>
          <a:solidFill>
            <a:schemeClr val="accent2">
              <a:alpha val="50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srgbClr val="313131"/>
              </a:solidFill>
              <a:effectLst/>
              <a:uLnTx/>
              <a:uFillTx/>
              <a:latin typeface="等线" panose="02010600030101010101" charset="-122"/>
              <a:ea typeface="+mn-ea"/>
              <a:cs typeface="+mn-cs"/>
            </a:endParaRPr>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25683" y="528158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1360641" y="1809833"/>
            <a:ext cx="9470717" cy="469186"/>
          </a:xfrm>
          <a:prstGeom prst="snip1Rect">
            <a:avLst/>
          </a:prstGeom>
          <a:solidFill>
            <a:schemeClr val="accent3"/>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dirty="0">
              <a:ln>
                <a:noFill/>
              </a:ln>
              <a:solidFill>
                <a:srgbClr val="FFFFFF"/>
              </a:solidFill>
              <a:effectLst/>
              <a:uLnTx/>
              <a:uFillTx/>
              <a:latin typeface="OPPOSans R" charset="-122"/>
              <a:ea typeface="OPPOSans R" charset="-122"/>
              <a:cs typeface="OPPOSans R" charset="-122"/>
            </a:endParaRPr>
          </a:p>
        </p:txBody>
      </p:sp>
      <p:pic>
        <p:nvPicPr>
          <p:cNvPr id="30" name="图形 29" descr="靶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953711" y="2499302"/>
            <a:ext cx="3877546" cy="3877546"/>
          </a:xfrm>
          <a:prstGeom prst="rect">
            <a:avLst/>
          </a:prstGeom>
        </p:spPr>
      </p:pic>
      <p:sp>
        <p:nvSpPr>
          <p:cNvPr id="8" name="文本占位符 7"/>
          <p:cNvSpPr>
            <a:spLocks noGrp="1"/>
          </p:cNvSpPr>
          <p:nvPr>
            <p:ph type="body" sz="quarter" idx="13" hasCustomPrompt="1"/>
          </p:nvPr>
        </p:nvSpPr>
        <p:spPr>
          <a:xfrm>
            <a:off x="1471481" y="1890915"/>
            <a:ext cx="9201043" cy="316698"/>
          </a:xfrm>
          <a:prstGeom prst="rect">
            <a:avLst/>
          </a:prstGeom>
        </p:spPr>
        <p:txBody>
          <a:bodyPr/>
          <a:lstStyle>
            <a:lvl1pPr marL="0" indent="0">
              <a:buNone/>
              <a:defRPr sz="1800" b="1">
                <a:solidFill>
                  <a:schemeClr val="tx2"/>
                </a:solidFill>
              </a:defRPr>
            </a:lvl1pPr>
          </a:lstStyle>
          <a:p>
            <a:pPr lvl="0"/>
            <a:r>
              <a:rPr lang="zh-CN" altLang="en-US" dirty="0"/>
              <a:t>使用场景</a:t>
            </a:r>
            <a:endParaRPr lang="zh-CN" altLang="en-US" dirty="0"/>
          </a:p>
        </p:txBody>
      </p:sp>
      <p:sp>
        <p:nvSpPr>
          <p:cNvPr id="26" name="文本占位符 25"/>
          <p:cNvSpPr>
            <a:spLocks noGrp="1"/>
          </p:cNvSpPr>
          <p:nvPr>
            <p:ph type="body" sz="quarter" idx="14" hasCustomPrompt="1"/>
          </p:nvPr>
        </p:nvSpPr>
        <p:spPr>
          <a:xfrm>
            <a:off x="1360641" y="2463254"/>
            <a:ext cx="9413118" cy="3731806"/>
          </a:xfrm>
          <a:prstGeom prst="rect">
            <a:avLst/>
          </a:prstGeom>
        </p:spPr>
        <p:txBody>
          <a:bodyPr/>
          <a:lstStyle>
            <a:lvl1pPr marL="171450" indent="-171450">
              <a:lnSpc>
                <a:spcPct val="100000"/>
              </a:lnSpc>
              <a:buFont typeface="Wingdings" panose="05000000000000000000" pitchFamily="2" charset="2"/>
              <a:buChar char="l"/>
              <a:defRPr sz="1200"/>
            </a:lvl1pPr>
          </a:lstStyle>
          <a:p>
            <a:pPr lvl="0"/>
            <a:r>
              <a:rPr lang="zh-CN" altLang="en-US" dirty="0"/>
              <a:t>工作会议：在工作会议中，高效倾听有助于准确捕捉关键信息，促进决策效率，避免误解和冲突。</a:t>
            </a:r>
            <a:endParaRPr lang="zh-CN" altLang="en-US" dirty="0"/>
          </a:p>
          <a:p>
            <a:pPr lvl="0"/>
            <a:r>
              <a:rPr lang="zh-CN" altLang="en-US" dirty="0"/>
              <a:t>教育培训：教师通过高效倾听可以更好地理解学生的需求和困惑，从而提供针对性的指导和帮助。</a:t>
            </a:r>
            <a:endParaRPr lang="zh-CN" altLang="en-US" dirty="0"/>
          </a:p>
          <a:p>
            <a:pPr lvl="0"/>
            <a:r>
              <a:rPr lang="zh-CN" altLang="en-US" dirty="0"/>
              <a:t>冲突调解：在冲突调解过程中，高效倾听是理解双方立场、需求和情感的关键，有助于找到双方都能接受的解决方案。</a:t>
            </a:r>
            <a:endParaRPr lang="zh-CN" altLang="en-US" dirty="0"/>
          </a:p>
          <a:p>
            <a:pPr lvl="0"/>
            <a:endParaRPr lang="zh-CN" altLang="en-US" dirty="0"/>
          </a:p>
        </p:txBody>
      </p:sp>
      <p:pic>
        <p:nvPicPr>
          <p:cNvPr id="10" name="图片 9"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文字模板19">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cxnSp>
        <p:nvCxnSpPr>
          <p:cNvPr id="20" name="直线连接符 9"/>
          <p:cNvCxnSpPr/>
          <p:nvPr userDrawn="1"/>
        </p:nvCxnSpPr>
        <p:spPr>
          <a:xfrm>
            <a:off x="2525683" y="222706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线连接符 32"/>
          <p:cNvCxnSpPr/>
          <p:nvPr userDrawn="1"/>
        </p:nvCxnSpPr>
        <p:spPr>
          <a:xfrm>
            <a:off x="2525683" y="366542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线连接符 33"/>
          <p:cNvCxnSpPr/>
          <p:nvPr userDrawn="1"/>
        </p:nvCxnSpPr>
        <p:spPr>
          <a:xfrm>
            <a:off x="2525683" y="5281583"/>
            <a:ext cx="8103265" cy="0"/>
          </a:xfrm>
          <a:prstGeom prst="line">
            <a:avLst/>
          </a:prstGeom>
          <a:ln>
            <a:solidFill>
              <a:schemeClr val="accent1">
                <a:alpha val="23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 name="剪去单角的矩形 5"/>
          <p:cNvSpPr/>
          <p:nvPr userDrawn="1"/>
        </p:nvSpPr>
        <p:spPr>
          <a:xfrm rot="10800000">
            <a:off x="0" y="2068068"/>
            <a:ext cx="12211050" cy="1265406"/>
          </a:xfrm>
          <a:prstGeom prst="snip1Rect">
            <a:avLst/>
          </a:prstGeom>
          <a:solidFill>
            <a:schemeClr val="accent1"/>
          </a:solidFill>
          <a:ln w="12700">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20" b="0" i="0" u="none" strike="noStrike" kern="1200" cap="none" spc="0" normalizeH="0" baseline="0" noProof="0" dirty="0">
              <a:ln>
                <a:noFill/>
              </a:ln>
              <a:solidFill>
                <a:srgbClr val="FFFFFF"/>
              </a:solidFill>
              <a:effectLst/>
              <a:uLnTx/>
              <a:uFillTx/>
              <a:latin typeface="OPPOSans R" charset="-122"/>
              <a:ea typeface="OPPOSans R" charset="-122"/>
              <a:cs typeface="OPPOSans R" charset="-122"/>
            </a:endParaRPr>
          </a:p>
        </p:txBody>
      </p:sp>
      <p:sp>
        <p:nvSpPr>
          <p:cNvPr id="8" name="文本占位符 7"/>
          <p:cNvSpPr>
            <a:spLocks noGrp="1"/>
          </p:cNvSpPr>
          <p:nvPr>
            <p:ph type="body" sz="quarter" idx="13" hasCustomPrompt="1"/>
          </p:nvPr>
        </p:nvSpPr>
        <p:spPr>
          <a:xfrm>
            <a:off x="671288" y="2487710"/>
            <a:ext cx="4384187" cy="457437"/>
          </a:xfrm>
          <a:prstGeom prst="rect">
            <a:avLst/>
          </a:prstGeom>
        </p:spPr>
        <p:txBody>
          <a:bodyPr/>
          <a:lstStyle>
            <a:lvl1pPr marL="0" indent="0">
              <a:buNone/>
              <a:defRPr sz="2400" b="1">
                <a:solidFill>
                  <a:schemeClr val="accent3"/>
                </a:solidFill>
              </a:defRPr>
            </a:lvl1pPr>
          </a:lstStyle>
          <a:p>
            <a:pPr lvl="0"/>
            <a:r>
              <a:rPr lang="zh-CN" altLang="en-US" dirty="0"/>
              <a:t>经济责任审计定义</a:t>
            </a:r>
            <a:endParaRPr lang="zh-CN" altLang="en-US" dirty="0"/>
          </a:p>
        </p:txBody>
      </p:sp>
      <p:pic>
        <p:nvPicPr>
          <p:cNvPr id="12" name="图片 11"/>
          <p:cNvPicPr>
            <a:picLocks noChangeAspect="1"/>
          </p:cNvPicPr>
          <p:nvPr userDrawn="1"/>
        </p:nvPicPr>
        <p:blipFill rotWithShape="1">
          <a:blip r:embed="rId3">
            <a:extLst>
              <a:ext uri="{28A0092B-C50C-407E-A947-70E740481C1C}">
                <a14:useLocalDpi xmlns:a14="http://schemas.microsoft.com/office/drawing/2010/main" val="0"/>
              </a:ext>
            </a:extLst>
          </a:blip>
          <a:srcRect r="34193"/>
          <a:stretch>
            <a:fillRect/>
          </a:stretch>
        </p:blipFill>
        <p:spPr>
          <a:xfrm>
            <a:off x="8229599" y="817352"/>
            <a:ext cx="3981451" cy="4033481"/>
          </a:xfrm>
          <a:prstGeom prst="rect">
            <a:avLst/>
          </a:prstGeom>
        </p:spPr>
      </p:pic>
      <p:sp>
        <p:nvSpPr>
          <p:cNvPr id="13" name="文本占位符 7"/>
          <p:cNvSpPr>
            <a:spLocks noGrp="1"/>
          </p:cNvSpPr>
          <p:nvPr>
            <p:ph type="body" sz="quarter" idx="14" hasCustomPrompt="1"/>
          </p:nvPr>
        </p:nvSpPr>
        <p:spPr>
          <a:xfrm>
            <a:off x="1266956" y="3633315"/>
            <a:ext cx="4103941" cy="2871770"/>
          </a:xfrm>
          <a:prstGeom prst="rect">
            <a:avLst/>
          </a:prstGeom>
        </p:spPr>
        <p:txBody>
          <a:bodyPr/>
          <a:lstStyle>
            <a:lvl1pPr marL="0" indent="0">
              <a:lnSpc>
                <a:spcPct val="150000"/>
              </a:lnSpc>
              <a:buNone/>
              <a:defRPr sz="1600" b="0">
                <a:solidFill>
                  <a:schemeClr val="accent4"/>
                </a:solidFill>
              </a:defRPr>
            </a:lvl1pPr>
          </a:lstStyle>
          <a:p>
            <a:pPr lvl="0"/>
            <a:r>
              <a:rPr lang="zh-CN" altLang="en-US" dirty="0"/>
              <a:t>经济责任审计指对单位或企业主要或一般领导人员在任期内履行经济责任情况进行全面审计、确认和评价的一种审计类型，是审计监督的重要手段。它对评价单位领导者落实方针政策情况、工作绩效情况、规范领导者的职能和促进科学规范化管理起着重要促进作用</a:t>
            </a:r>
            <a:endParaRPr lang="zh-CN" altLang="en-US" dirty="0"/>
          </a:p>
        </p:txBody>
      </p:sp>
      <p:sp>
        <p:nvSpPr>
          <p:cNvPr id="14" name="矩形 13"/>
          <p:cNvSpPr/>
          <p:nvPr userDrawn="1"/>
        </p:nvSpPr>
        <p:spPr>
          <a:xfrm>
            <a:off x="751879" y="3622227"/>
            <a:ext cx="459604" cy="459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9" name="文本占位符 8"/>
          <p:cNvSpPr>
            <a:spLocks noGrp="1"/>
          </p:cNvSpPr>
          <p:nvPr>
            <p:ph type="body" sz="quarter" idx="15" hasCustomPrompt="1"/>
          </p:nvPr>
        </p:nvSpPr>
        <p:spPr>
          <a:xfrm>
            <a:off x="791802" y="3665423"/>
            <a:ext cx="379757" cy="387311"/>
          </a:xfrm>
          <a:prstGeom prst="rect">
            <a:avLst/>
          </a:prstGeom>
        </p:spPr>
        <p:txBody>
          <a:bodyPr/>
          <a:lstStyle>
            <a:lvl1pPr marL="0" indent="0">
              <a:buNone/>
              <a:defRPr sz="2400" b="1">
                <a:solidFill>
                  <a:schemeClr val="tx2"/>
                </a:solidFill>
              </a:defRPr>
            </a:lvl1pPr>
          </a:lstStyle>
          <a:p>
            <a:pPr lvl="0"/>
            <a:r>
              <a:rPr lang="en-US" altLang="zh-CN" dirty="0"/>
              <a:t>1</a:t>
            </a:r>
            <a:endParaRPr lang="zh-CN" altLang="en-US" dirty="0"/>
          </a:p>
        </p:txBody>
      </p:sp>
      <p:cxnSp>
        <p:nvCxnSpPr>
          <p:cNvPr id="16" name="直接连接符 15"/>
          <p:cNvCxnSpPr>
            <a:stCxn id="14" idx="2"/>
          </p:cNvCxnSpPr>
          <p:nvPr userDrawn="1"/>
        </p:nvCxnSpPr>
        <p:spPr>
          <a:xfrm>
            <a:off x="981681" y="4081831"/>
            <a:ext cx="0" cy="2423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椭圆 17"/>
          <p:cNvSpPr/>
          <p:nvPr userDrawn="1"/>
        </p:nvSpPr>
        <p:spPr>
          <a:xfrm>
            <a:off x="874076" y="5115975"/>
            <a:ext cx="215208" cy="215208"/>
          </a:xfrm>
          <a:prstGeom prst="ellipse">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9" name="文本占位符 7"/>
          <p:cNvSpPr>
            <a:spLocks noGrp="1"/>
          </p:cNvSpPr>
          <p:nvPr>
            <p:ph type="body" sz="quarter" idx="16" hasCustomPrompt="1"/>
          </p:nvPr>
        </p:nvSpPr>
        <p:spPr>
          <a:xfrm>
            <a:off x="7150606" y="3697532"/>
            <a:ext cx="4103941" cy="2871770"/>
          </a:xfrm>
          <a:prstGeom prst="rect">
            <a:avLst/>
          </a:prstGeom>
        </p:spPr>
        <p:txBody>
          <a:bodyPr/>
          <a:lstStyle>
            <a:lvl1pPr marL="0" indent="0">
              <a:lnSpc>
                <a:spcPct val="150000"/>
              </a:lnSpc>
              <a:buNone/>
              <a:defRPr sz="1600" b="0">
                <a:solidFill>
                  <a:schemeClr val="accent4"/>
                </a:solidFill>
              </a:defRPr>
            </a:lvl1pPr>
          </a:lstStyle>
          <a:p>
            <a:pPr lvl="0"/>
            <a:r>
              <a:rPr lang="zh-CN" altLang="en-US" dirty="0"/>
              <a:t>审计署、国资委的定义：经济责任审计是对领导干部和领导人员经济责任履行情况进行监督、评价和鉴证的行为（活动）</a:t>
            </a:r>
            <a:endParaRPr lang="zh-CN" altLang="en-US" dirty="0"/>
          </a:p>
        </p:txBody>
      </p:sp>
      <p:sp>
        <p:nvSpPr>
          <p:cNvPr id="23" name="矩形 22"/>
          <p:cNvSpPr/>
          <p:nvPr userDrawn="1"/>
        </p:nvSpPr>
        <p:spPr>
          <a:xfrm>
            <a:off x="6635529" y="3686444"/>
            <a:ext cx="459604" cy="459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文本占位符 8"/>
          <p:cNvSpPr>
            <a:spLocks noGrp="1"/>
          </p:cNvSpPr>
          <p:nvPr>
            <p:ph type="body" sz="quarter" idx="17" hasCustomPrompt="1"/>
          </p:nvPr>
        </p:nvSpPr>
        <p:spPr>
          <a:xfrm>
            <a:off x="6675452" y="3729640"/>
            <a:ext cx="379757" cy="387311"/>
          </a:xfrm>
          <a:prstGeom prst="rect">
            <a:avLst/>
          </a:prstGeom>
        </p:spPr>
        <p:txBody>
          <a:bodyPr/>
          <a:lstStyle>
            <a:lvl1pPr marL="0" indent="0">
              <a:buNone/>
              <a:defRPr sz="2400" b="1">
                <a:solidFill>
                  <a:schemeClr val="tx2"/>
                </a:solidFill>
              </a:defRPr>
            </a:lvl1pPr>
          </a:lstStyle>
          <a:p>
            <a:pPr lvl="0"/>
            <a:r>
              <a:rPr lang="en-US" altLang="zh-CN" dirty="0"/>
              <a:t>2</a:t>
            </a:r>
            <a:endParaRPr lang="zh-CN" altLang="en-US" dirty="0"/>
          </a:p>
        </p:txBody>
      </p:sp>
      <p:cxnSp>
        <p:nvCxnSpPr>
          <p:cNvPr id="25" name="直接连接符 24"/>
          <p:cNvCxnSpPr>
            <a:stCxn id="23" idx="2"/>
          </p:cNvCxnSpPr>
          <p:nvPr userDrawn="1"/>
        </p:nvCxnSpPr>
        <p:spPr>
          <a:xfrm>
            <a:off x="6865331" y="4146048"/>
            <a:ext cx="0" cy="2423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userDrawn="1"/>
        </p:nvSpPr>
        <p:spPr>
          <a:xfrm>
            <a:off x="6757726" y="5180192"/>
            <a:ext cx="215208" cy="215208"/>
          </a:xfrm>
          <a:prstGeom prst="ellipse">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文字模板2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2419"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6" name="组合 5"/>
          <p:cNvGrpSpPr/>
          <p:nvPr userDrawn="1"/>
        </p:nvGrpSpPr>
        <p:grpSpPr>
          <a:xfrm>
            <a:off x="719362" y="1182190"/>
            <a:ext cx="10839760" cy="5273289"/>
            <a:chOff x="695325" y="798462"/>
            <a:chExt cx="10839760" cy="5273289"/>
          </a:xfrm>
        </p:grpSpPr>
        <p:sp>
          <p:nvSpPr>
            <p:cNvPr id="7" name="矩形: 圆顶角 6"/>
            <p:cNvSpPr/>
            <p:nvPr userDrawn="1"/>
          </p:nvSpPr>
          <p:spPr>
            <a:xfrm>
              <a:off x="7379968" y="798462"/>
              <a:ext cx="4155117" cy="5273289"/>
            </a:xfrm>
            <a:prstGeom prst="round2SameRect">
              <a:avLst>
                <a:gd name="adj1" fmla="val 0"/>
                <a:gd name="adj2" fmla="val 50000"/>
              </a:avLst>
            </a:prstGeom>
            <a:gradFill>
              <a:gsLst>
                <a:gs pos="12000">
                  <a:schemeClr val="accent2"/>
                </a:gs>
                <a:gs pos="84000">
                  <a:schemeClr val="accent1"/>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95325" y="1673232"/>
              <a:ext cx="1087755" cy="381000"/>
            </a:xfrm>
            <a:prstGeom prst="roundRect">
              <a:avLst>
                <a:gd name="adj" fmla="val 50000"/>
              </a:avLst>
            </a:prstGeom>
            <a:solidFill>
              <a:schemeClr val="accent3"/>
            </a:solidFill>
            <a:ln>
              <a:noFill/>
            </a:ln>
            <a:effectLst>
              <a:outerShdw blurRad="381000" dist="215900" dir="4200000" algn="t" rotWithShape="0">
                <a:schemeClr val="accent1">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mj-ea"/>
              </a:endParaRPr>
            </a:p>
          </p:txBody>
        </p:sp>
        <p:cxnSp>
          <p:nvCxnSpPr>
            <p:cNvPr id="14" name="直接连接符 13"/>
            <p:cNvCxnSpPr/>
            <p:nvPr/>
          </p:nvCxnSpPr>
          <p:spPr>
            <a:xfrm>
              <a:off x="695325" y="3010298"/>
              <a:ext cx="4626002"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8" name="图片占位符 16"/>
          <p:cNvSpPr>
            <a:spLocks noGrp="1"/>
          </p:cNvSpPr>
          <p:nvPr>
            <p:ph type="pic" sz="quarter" idx="14"/>
          </p:nvPr>
        </p:nvSpPr>
        <p:spPr>
          <a:xfrm rot="1021307">
            <a:off x="8850795" y="2293571"/>
            <a:ext cx="2460625" cy="3373437"/>
          </a:xfrm>
          <a:prstGeom prst="rect">
            <a:avLst/>
          </a:prstGeom>
        </p:spPr>
        <p:txBody>
          <a:bodyPr/>
          <a:lstStyle/>
          <a:p>
            <a:endParaRPr lang="zh-CN" altLang="en-US"/>
          </a:p>
        </p:txBody>
      </p:sp>
      <p:sp>
        <p:nvSpPr>
          <p:cNvPr id="17" name="图片占位符 16"/>
          <p:cNvSpPr>
            <a:spLocks noGrp="1"/>
          </p:cNvSpPr>
          <p:nvPr>
            <p:ph type="pic" sz="quarter" idx="13"/>
          </p:nvPr>
        </p:nvSpPr>
        <p:spPr>
          <a:xfrm rot="20203192">
            <a:off x="6624405" y="2192005"/>
            <a:ext cx="2460625" cy="3373437"/>
          </a:xfrm>
          <a:prstGeom prst="rect">
            <a:avLst/>
          </a:prstGeom>
        </p:spPr>
        <p:txBody>
          <a:bodyPr/>
          <a:lstStyle/>
          <a:p>
            <a:endParaRPr lang="zh-CN" altLang="en-US"/>
          </a:p>
        </p:txBody>
      </p:sp>
      <p:sp>
        <p:nvSpPr>
          <p:cNvPr id="19" name="文本占位符 7"/>
          <p:cNvSpPr>
            <a:spLocks noGrp="1"/>
          </p:cNvSpPr>
          <p:nvPr>
            <p:ph type="body" sz="quarter" idx="15" hasCustomPrompt="1"/>
          </p:nvPr>
        </p:nvSpPr>
        <p:spPr>
          <a:xfrm>
            <a:off x="671288" y="2637565"/>
            <a:ext cx="4545171" cy="675165"/>
          </a:xfrm>
          <a:prstGeom prst="rect">
            <a:avLst/>
          </a:prstGeom>
        </p:spPr>
        <p:txBody>
          <a:bodyPr/>
          <a:lstStyle>
            <a:lvl1pPr marL="0" indent="0">
              <a:buNone/>
              <a:defRPr sz="1800" b="1">
                <a:solidFill>
                  <a:schemeClr val="accent4"/>
                </a:solidFill>
              </a:defRPr>
            </a:lvl1pPr>
          </a:lstStyle>
          <a:p>
            <a:pPr lvl="0"/>
            <a:r>
              <a:rPr lang="zh-CN" altLang="en-US" dirty="0"/>
              <a:t>使用场景</a:t>
            </a:r>
            <a:endParaRPr lang="zh-CN" altLang="en-US" dirty="0"/>
          </a:p>
        </p:txBody>
      </p:sp>
      <p:sp>
        <p:nvSpPr>
          <p:cNvPr id="20" name="文本占位符 26"/>
          <p:cNvSpPr>
            <a:spLocks noGrp="1"/>
          </p:cNvSpPr>
          <p:nvPr>
            <p:ph type="body" sz="quarter" idx="19" hasCustomPrompt="1"/>
          </p:nvPr>
        </p:nvSpPr>
        <p:spPr>
          <a:xfrm>
            <a:off x="671288" y="3454162"/>
            <a:ext cx="4556072" cy="2577565"/>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在此添加正文内容，按照北京兴华文字颜色规范进行编辑。</a:t>
            </a:r>
            <a:endParaRPr lang="zh-CN" altLang="en-US" dirty="0"/>
          </a:p>
        </p:txBody>
      </p:sp>
      <p:sp>
        <p:nvSpPr>
          <p:cNvPr id="21" name="文本占位符 7"/>
          <p:cNvSpPr>
            <a:spLocks noGrp="1"/>
          </p:cNvSpPr>
          <p:nvPr>
            <p:ph type="body" sz="quarter" idx="20" hasCustomPrompt="1"/>
          </p:nvPr>
        </p:nvSpPr>
        <p:spPr>
          <a:xfrm>
            <a:off x="885564" y="2084625"/>
            <a:ext cx="1047340" cy="347589"/>
          </a:xfrm>
          <a:prstGeom prst="rect">
            <a:avLst/>
          </a:prstGeom>
        </p:spPr>
        <p:txBody>
          <a:bodyPr/>
          <a:lstStyle>
            <a:lvl1pPr marL="0" indent="0">
              <a:buNone/>
              <a:defRPr sz="1800" b="1">
                <a:solidFill>
                  <a:schemeClr val="tx2"/>
                </a:solidFill>
              </a:defRPr>
            </a:lvl1pPr>
          </a:lstStyle>
          <a:p>
            <a:pPr lvl="0"/>
            <a:r>
              <a:rPr lang="en-US" altLang="zh-CN" dirty="0"/>
              <a:t>2024</a:t>
            </a:r>
            <a:endParaRPr lang="zh-CN" altLang="en-US" dirty="0"/>
          </a:p>
        </p:txBody>
      </p:sp>
      <p:pic>
        <p:nvPicPr>
          <p:cNvPr id="8" name="图片 7"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动态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1462089"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审计结果报告中反映的问题，必须事实清楚、数据真实。审计人员必须以高度负责的态度，完整准确地反映审计发现的问题，把握事物的本质性特征，做好审计定性。并以审计查明的事实为依据，以法律法规为准绳，以客观、写实的手法，实事求是地作出审计评价，力求避免主观色彩</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13"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1" name="图片 10"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动态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grp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3690939"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审计结果报告中反映的问题，应当与被审计者个人有责任关系。对于查明的一般性会计账务核算处理过失等与被审计者个人无责任关系的问题，无需详细反映。而对于虽然没有在审计报告、审计决定中反映，但与被审计者个人有关的群众反映问题的查实情况、审计未查明的一些疑点问题等，则应当在审计结果报告中如实反映</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动态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5924000"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表述审计发现的问题时，应注意明确与被审计者的责任关系。如一项经济事项是由集体讨论决策的，应通过查阅会议纪要等手段，明确是否是被审计者的责任，并进一步明确是主管责任还是直接责任，并采用恰当的文字对责任确定予以说明</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动态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8167675"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反映问题和作出评价时，保持客观和审慎的态度。由于经济责任审计对象的特殊性，而经济责任的确定又缺乏统一标准，审计潜在的风险比较大。因此，审计人员不能简单地以现在的眼光、政策和标准去判别过去事情的正误，不脱离当地当时的历史条件和环境去静止地评价业绩和责任。对情况比较复杂无法分清楚责任的，可采取写实的办法将问题反映清楚</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动态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54" name="矩形: 圆角 53"/>
          <p:cNvSpPr/>
          <p:nvPr userDrawn="1"/>
        </p:nvSpPr>
        <p:spPr>
          <a:xfrm>
            <a:off x="800194" y="5297984"/>
            <a:ext cx="10725056" cy="900075"/>
          </a:xfrm>
          <a:prstGeom prst="roundRect">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矩形 6"/>
          <p:cNvSpPr/>
          <p:nvPr userDrawn="1"/>
        </p:nvSpPr>
        <p:spPr>
          <a:xfrm>
            <a:off x="-9525" y="1563025"/>
            <a:ext cx="12192000" cy="2073223"/>
          </a:xfrm>
          <a:prstGeom prst="rect">
            <a:avLst/>
          </a:prstGeom>
          <a:blipFill>
            <a:blip r:embed="rId3"/>
            <a:srcRect/>
            <a:stretch>
              <a:fillRect t="-76276" b="-76276"/>
            </a:stretch>
          </a:blip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defTabSz="914400"/>
            <a:endParaRPr lang="zh-CN" altLang="en-US" sz="1800" dirty="0"/>
          </a:p>
        </p:txBody>
      </p:sp>
      <p:sp>
        <p:nvSpPr>
          <p:cNvPr id="8" name="矩形: 圆角 7"/>
          <p:cNvSpPr/>
          <p:nvPr userDrawn="1"/>
        </p:nvSpPr>
        <p:spPr>
          <a:xfrm>
            <a:off x="1387679" y="2591797"/>
            <a:ext cx="9342232" cy="735102"/>
          </a:xfrm>
          <a:prstGeom prst="roundRect">
            <a:avLst>
              <a:gd name="adj" fmla="val 50000"/>
            </a:avLst>
          </a:prstGeom>
          <a:solidFill>
            <a:schemeClr val="accent1"/>
          </a:solidFill>
          <a:ln w="12700"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1" forceAA="0" compatLnSpc="1">
            <a:normAutofit/>
          </a:bodyPr>
          <a:lstStyle/>
          <a:p>
            <a:pPr algn="ctr"/>
            <a:endParaRPr lang="zh-CN" altLang="en-US" sz="2000" b="1" dirty="0">
              <a:solidFill>
                <a:schemeClr val="accent3"/>
              </a:solidFill>
            </a:endParaRPr>
          </a:p>
        </p:txBody>
      </p:sp>
      <p:cxnSp>
        <p:nvCxnSpPr>
          <p:cNvPr id="9" name="直接连接符 8"/>
          <p:cNvCxnSpPr/>
          <p:nvPr userDrawn="1"/>
        </p:nvCxnSpPr>
        <p:spPr>
          <a:xfrm>
            <a:off x="666750" y="4215885"/>
            <a:ext cx="10858500" cy="0"/>
          </a:xfrm>
          <a:prstGeom prst="line">
            <a:avLst/>
          </a:prstGeom>
          <a:ln w="3175"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45" name="椭圆 44"/>
          <p:cNvSpPr/>
          <p:nvPr userDrawn="1"/>
        </p:nvSpPr>
        <p:spPr>
          <a:xfrm>
            <a:off x="1291762" y="3893156"/>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nvGrpSpPr>
          <p:cNvPr id="35" name="组合 34"/>
          <p:cNvGrpSpPr/>
          <p:nvPr userDrawn="1"/>
        </p:nvGrpSpPr>
        <p:grpSpPr>
          <a:xfrm>
            <a:off x="3532516" y="3893156"/>
            <a:ext cx="645459" cy="645459"/>
            <a:chOff x="3821795" y="3881968"/>
            <a:chExt cx="645459" cy="645459"/>
          </a:xfrm>
          <a:solidFill>
            <a:schemeClr val="accent3"/>
          </a:solidFill>
        </p:grpSpPr>
        <p:sp>
          <p:nvSpPr>
            <p:cNvPr id="39" name="椭圆 38"/>
            <p:cNvSpPr/>
            <p:nvPr/>
          </p:nvSpPr>
          <p:spPr>
            <a:xfrm>
              <a:off x="3821795"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0" name="任意多边形: 形状 39"/>
            <p:cNvSpPr/>
            <p:nvPr/>
          </p:nvSpPr>
          <p:spPr>
            <a:xfrm>
              <a:off x="3992121" y="4076383"/>
              <a:ext cx="304804" cy="256627"/>
            </a:xfrm>
            <a:custGeom>
              <a:avLst/>
              <a:gdLst>
                <a:gd name="connsiteX0" fmla="*/ 54158 w 604539"/>
                <a:gd name="connsiteY0" fmla="*/ 287695 h 508988"/>
                <a:gd name="connsiteX1" fmla="*/ 242194 w 604539"/>
                <a:gd name="connsiteY1" fmla="*/ 287695 h 508988"/>
                <a:gd name="connsiteX2" fmla="*/ 264990 w 604539"/>
                <a:gd name="connsiteY2" fmla="*/ 306729 h 508988"/>
                <a:gd name="connsiteX3" fmla="*/ 295264 w 604539"/>
                <a:gd name="connsiteY3" fmla="*/ 478149 h 508988"/>
                <a:gd name="connsiteX4" fmla="*/ 296591 w 604539"/>
                <a:gd name="connsiteY4" fmla="*/ 485739 h 508988"/>
                <a:gd name="connsiteX5" fmla="*/ 273433 w 604539"/>
                <a:gd name="connsiteY5" fmla="*/ 508988 h 508988"/>
                <a:gd name="connsiteX6" fmla="*/ 273071 w 604539"/>
                <a:gd name="connsiteY6" fmla="*/ 508988 h 508988"/>
                <a:gd name="connsiteX7" fmla="*/ 23160 w 604539"/>
                <a:gd name="connsiteY7" fmla="*/ 508988 h 508988"/>
                <a:gd name="connsiteX8" fmla="*/ 5430 w 604539"/>
                <a:gd name="connsiteY8" fmla="*/ 500676 h 508988"/>
                <a:gd name="connsiteX9" fmla="*/ 364 w 604539"/>
                <a:gd name="connsiteY9" fmla="*/ 481763 h 508988"/>
                <a:gd name="connsiteX10" fmla="*/ 31241 w 604539"/>
                <a:gd name="connsiteY10" fmla="*/ 306729 h 508988"/>
                <a:gd name="connsiteX11" fmla="*/ 54158 w 604539"/>
                <a:gd name="connsiteY11" fmla="*/ 287695 h 508988"/>
                <a:gd name="connsiteX12" fmla="*/ 362106 w 604539"/>
                <a:gd name="connsiteY12" fmla="*/ 287554 h 508988"/>
                <a:gd name="connsiteX13" fmla="*/ 550142 w 604539"/>
                <a:gd name="connsiteY13" fmla="*/ 287554 h 508988"/>
                <a:gd name="connsiteX14" fmla="*/ 572938 w 604539"/>
                <a:gd name="connsiteY14" fmla="*/ 306710 h 508988"/>
                <a:gd name="connsiteX15" fmla="*/ 603212 w 604539"/>
                <a:gd name="connsiteY15" fmla="*/ 478147 h 508988"/>
                <a:gd name="connsiteX16" fmla="*/ 604539 w 604539"/>
                <a:gd name="connsiteY16" fmla="*/ 485736 h 508988"/>
                <a:gd name="connsiteX17" fmla="*/ 581381 w 604539"/>
                <a:gd name="connsiteY17" fmla="*/ 508988 h 508988"/>
                <a:gd name="connsiteX18" fmla="*/ 581019 w 604539"/>
                <a:gd name="connsiteY18" fmla="*/ 508988 h 508988"/>
                <a:gd name="connsiteX19" fmla="*/ 331108 w 604539"/>
                <a:gd name="connsiteY19" fmla="*/ 508988 h 508988"/>
                <a:gd name="connsiteX20" fmla="*/ 313378 w 604539"/>
                <a:gd name="connsiteY20" fmla="*/ 500675 h 508988"/>
                <a:gd name="connsiteX21" fmla="*/ 308312 w 604539"/>
                <a:gd name="connsiteY21" fmla="*/ 481761 h 508988"/>
                <a:gd name="connsiteX22" fmla="*/ 339189 w 604539"/>
                <a:gd name="connsiteY22" fmla="*/ 306710 h 508988"/>
                <a:gd name="connsiteX23" fmla="*/ 362106 w 604539"/>
                <a:gd name="connsiteY23" fmla="*/ 287554 h 508988"/>
                <a:gd name="connsiteX24" fmla="*/ 208081 w 604539"/>
                <a:gd name="connsiteY24" fmla="*/ 54053 h 508988"/>
                <a:gd name="connsiteX25" fmla="*/ 396118 w 604539"/>
                <a:gd name="connsiteY25" fmla="*/ 54053 h 508988"/>
                <a:gd name="connsiteX26" fmla="*/ 419034 w 604539"/>
                <a:gd name="connsiteY26" fmla="*/ 73201 h 508988"/>
                <a:gd name="connsiteX27" fmla="*/ 449308 w 604539"/>
                <a:gd name="connsiteY27" fmla="*/ 244446 h 508988"/>
                <a:gd name="connsiteX28" fmla="*/ 450635 w 604539"/>
                <a:gd name="connsiteY28" fmla="*/ 252154 h 508988"/>
                <a:gd name="connsiteX29" fmla="*/ 427357 w 604539"/>
                <a:gd name="connsiteY29" fmla="*/ 275275 h 508988"/>
                <a:gd name="connsiteX30" fmla="*/ 427115 w 604539"/>
                <a:gd name="connsiteY30" fmla="*/ 275275 h 508988"/>
                <a:gd name="connsiteX31" fmla="*/ 177204 w 604539"/>
                <a:gd name="connsiteY31" fmla="*/ 275275 h 508988"/>
                <a:gd name="connsiteX32" fmla="*/ 159353 w 604539"/>
                <a:gd name="connsiteY32" fmla="*/ 266966 h 508988"/>
                <a:gd name="connsiteX33" fmla="*/ 154288 w 604539"/>
                <a:gd name="connsiteY33" fmla="*/ 248059 h 508988"/>
                <a:gd name="connsiteX34" fmla="*/ 185285 w 604539"/>
                <a:gd name="connsiteY34" fmla="*/ 73201 h 508988"/>
                <a:gd name="connsiteX35" fmla="*/ 208081 w 604539"/>
                <a:gd name="connsiteY35" fmla="*/ 54053 h 508988"/>
                <a:gd name="connsiteX36" fmla="*/ 518273 w 604539"/>
                <a:gd name="connsiteY36" fmla="*/ 0 h 508988"/>
                <a:gd name="connsiteX37" fmla="*/ 541548 w 604539"/>
                <a:gd name="connsiteY37" fmla="*/ 23244 h 508988"/>
                <a:gd name="connsiteX38" fmla="*/ 541548 w 604539"/>
                <a:gd name="connsiteY38" fmla="*/ 54075 h 508988"/>
                <a:gd name="connsiteX39" fmla="*/ 572422 w 604539"/>
                <a:gd name="connsiteY39" fmla="*/ 54075 h 508988"/>
                <a:gd name="connsiteX40" fmla="*/ 595577 w 604539"/>
                <a:gd name="connsiteY40" fmla="*/ 77199 h 508988"/>
                <a:gd name="connsiteX41" fmla="*/ 572422 w 604539"/>
                <a:gd name="connsiteY41" fmla="*/ 100322 h 508988"/>
                <a:gd name="connsiteX42" fmla="*/ 541548 w 604539"/>
                <a:gd name="connsiteY42" fmla="*/ 100322 h 508988"/>
                <a:gd name="connsiteX43" fmla="*/ 541548 w 604539"/>
                <a:gd name="connsiteY43" fmla="*/ 131274 h 508988"/>
                <a:gd name="connsiteX44" fmla="*/ 518273 w 604539"/>
                <a:gd name="connsiteY44" fmla="*/ 154397 h 508988"/>
                <a:gd name="connsiteX45" fmla="*/ 495117 w 604539"/>
                <a:gd name="connsiteY45" fmla="*/ 131274 h 508988"/>
                <a:gd name="connsiteX46" fmla="*/ 495117 w 604539"/>
                <a:gd name="connsiteY46" fmla="*/ 100322 h 508988"/>
                <a:gd name="connsiteX47" fmla="*/ 464244 w 604539"/>
                <a:gd name="connsiteY47" fmla="*/ 100322 h 508988"/>
                <a:gd name="connsiteX48" fmla="*/ 440968 w 604539"/>
                <a:gd name="connsiteY48" fmla="*/ 77199 h 508988"/>
                <a:gd name="connsiteX49" fmla="*/ 464244 w 604539"/>
                <a:gd name="connsiteY49" fmla="*/ 54075 h 508988"/>
                <a:gd name="connsiteX50" fmla="*/ 495117 w 604539"/>
                <a:gd name="connsiteY50" fmla="*/ 54075 h 508988"/>
                <a:gd name="connsiteX51" fmla="*/ 495117 w 604539"/>
                <a:gd name="connsiteY51" fmla="*/ 23244 h 508988"/>
                <a:gd name="connsiteX52" fmla="*/ 518273 w 604539"/>
                <a:gd name="connsiteY52" fmla="*/ 0 h 508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4539" h="508988">
                  <a:moveTo>
                    <a:pt x="54158" y="287695"/>
                  </a:moveTo>
                  <a:lnTo>
                    <a:pt x="242194" y="287695"/>
                  </a:lnTo>
                  <a:cubicBezTo>
                    <a:pt x="253411" y="287695"/>
                    <a:pt x="263060" y="295766"/>
                    <a:pt x="264990" y="306729"/>
                  </a:cubicBezTo>
                  <a:lnTo>
                    <a:pt x="295264" y="478149"/>
                  </a:lnTo>
                  <a:cubicBezTo>
                    <a:pt x="296109" y="480559"/>
                    <a:pt x="296591" y="483088"/>
                    <a:pt x="296591" y="485739"/>
                  </a:cubicBezTo>
                  <a:cubicBezTo>
                    <a:pt x="296591" y="498628"/>
                    <a:pt x="286218" y="508988"/>
                    <a:pt x="273433" y="508988"/>
                  </a:cubicBezTo>
                  <a:lnTo>
                    <a:pt x="273071" y="508988"/>
                  </a:lnTo>
                  <a:lnTo>
                    <a:pt x="23160" y="508988"/>
                  </a:lnTo>
                  <a:cubicBezTo>
                    <a:pt x="16285" y="508988"/>
                    <a:pt x="9772" y="505977"/>
                    <a:pt x="5430" y="500676"/>
                  </a:cubicBezTo>
                  <a:cubicBezTo>
                    <a:pt x="967" y="495496"/>
                    <a:pt x="-842" y="488509"/>
                    <a:pt x="364" y="481763"/>
                  </a:cubicBezTo>
                  <a:lnTo>
                    <a:pt x="31241" y="306729"/>
                  </a:lnTo>
                  <a:cubicBezTo>
                    <a:pt x="33171" y="295766"/>
                    <a:pt x="42820" y="287695"/>
                    <a:pt x="54158" y="287695"/>
                  </a:cubicBezTo>
                  <a:close/>
                  <a:moveTo>
                    <a:pt x="362106" y="287554"/>
                  </a:moveTo>
                  <a:lnTo>
                    <a:pt x="550142" y="287554"/>
                  </a:lnTo>
                  <a:cubicBezTo>
                    <a:pt x="561359" y="287554"/>
                    <a:pt x="571008" y="295747"/>
                    <a:pt x="572938" y="306710"/>
                  </a:cubicBezTo>
                  <a:lnTo>
                    <a:pt x="603212" y="478147"/>
                  </a:lnTo>
                  <a:cubicBezTo>
                    <a:pt x="604057" y="480556"/>
                    <a:pt x="604539" y="483086"/>
                    <a:pt x="604539" y="485736"/>
                  </a:cubicBezTo>
                  <a:cubicBezTo>
                    <a:pt x="604539" y="498627"/>
                    <a:pt x="594166" y="508988"/>
                    <a:pt x="581381" y="508988"/>
                  </a:cubicBezTo>
                  <a:lnTo>
                    <a:pt x="581019" y="508988"/>
                  </a:lnTo>
                  <a:lnTo>
                    <a:pt x="331108" y="508988"/>
                  </a:lnTo>
                  <a:cubicBezTo>
                    <a:pt x="324233" y="508988"/>
                    <a:pt x="317720" y="505976"/>
                    <a:pt x="313378" y="500675"/>
                  </a:cubicBezTo>
                  <a:cubicBezTo>
                    <a:pt x="308915" y="495495"/>
                    <a:pt x="307106" y="488507"/>
                    <a:pt x="308312" y="481761"/>
                  </a:cubicBezTo>
                  <a:lnTo>
                    <a:pt x="339189" y="306710"/>
                  </a:lnTo>
                  <a:cubicBezTo>
                    <a:pt x="341119" y="295747"/>
                    <a:pt x="350768" y="287554"/>
                    <a:pt x="362106" y="287554"/>
                  </a:cubicBezTo>
                  <a:close/>
                  <a:moveTo>
                    <a:pt x="208081" y="54053"/>
                  </a:moveTo>
                  <a:lnTo>
                    <a:pt x="396118" y="54053"/>
                  </a:lnTo>
                  <a:cubicBezTo>
                    <a:pt x="407455" y="54053"/>
                    <a:pt x="417104" y="62122"/>
                    <a:pt x="419034" y="73201"/>
                  </a:cubicBezTo>
                  <a:lnTo>
                    <a:pt x="449308" y="244446"/>
                  </a:lnTo>
                  <a:cubicBezTo>
                    <a:pt x="450153" y="246855"/>
                    <a:pt x="450635" y="249504"/>
                    <a:pt x="450635" y="252154"/>
                  </a:cubicBezTo>
                  <a:cubicBezTo>
                    <a:pt x="450635" y="264919"/>
                    <a:pt x="440262" y="275275"/>
                    <a:pt x="427357" y="275275"/>
                  </a:cubicBezTo>
                  <a:lnTo>
                    <a:pt x="427115" y="275275"/>
                  </a:lnTo>
                  <a:lnTo>
                    <a:pt x="177204" y="275275"/>
                  </a:lnTo>
                  <a:cubicBezTo>
                    <a:pt x="170329" y="275275"/>
                    <a:pt x="163816" y="272265"/>
                    <a:pt x="159353" y="266966"/>
                  </a:cubicBezTo>
                  <a:cubicBezTo>
                    <a:pt x="155011" y="261788"/>
                    <a:pt x="153202" y="254803"/>
                    <a:pt x="154288" y="248059"/>
                  </a:cubicBezTo>
                  <a:lnTo>
                    <a:pt x="185285" y="73201"/>
                  </a:lnTo>
                  <a:cubicBezTo>
                    <a:pt x="187215" y="62122"/>
                    <a:pt x="196864" y="54053"/>
                    <a:pt x="208081" y="54053"/>
                  </a:cubicBezTo>
                  <a:close/>
                  <a:moveTo>
                    <a:pt x="518273" y="0"/>
                  </a:moveTo>
                  <a:cubicBezTo>
                    <a:pt x="531177" y="0"/>
                    <a:pt x="541548" y="10358"/>
                    <a:pt x="541548" y="23244"/>
                  </a:cubicBezTo>
                  <a:lnTo>
                    <a:pt x="541548" y="54075"/>
                  </a:lnTo>
                  <a:lnTo>
                    <a:pt x="572422" y="54075"/>
                  </a:lnTo>
                  <a:cubicBezTo>
                    <a:pt x="585205" y="54075"/>
                    <a:pt x="595577" y="64433"/>
                    <a:pt x="595577" y="77199"/>
                  </a:cubicBezTo>
                  <a:cubicBezTo>
                    <a:pt x="595577" y="89965"/>
                    <a:pt x="585205" y="100322"/>
                    <a:pt x="572422" y="100322"/>
                  </a:cubicBezTo>
                  <a:lnTo>
                    <a:pt x="541548" y="100322"/>
                  </a:lnTo>
                  <a:lnTo>
                    <a:pt x="541548" y="131274"/>
                  </a:lnTo>
                  <a:cubicBezTo>
                    <a:pt x="541548" y="144040"/>
                    <a:pt x="531177" y="154397"/>
                    <a:pt x="518273" y="154397"/>
                  </a:cubicBezTo>
                  <a:cubicBezTo>
                    <a:pt x="505489" y="154397"/>
                    <a:pt x="495117" y="144040"/>
                    <a:pt x="495117" y="131274"/>
                  </a:cubicBezTo>
                  <a:lnTo>
                    <a:pt x="495117" y="100322"/>
                  </a:lnTo>
                  <a:lnTo>
                    <a:pt x="464244" y="100322"/>
                  </a:lnTo>
                  <a:cubicBezTo>
                    <a:pt x="451340" y="100322"/>
                    <a:pt x="440968" y="89965"/>
                    <a:pt x="440968" y="77199"/>
                  </a:cubicBezTo>
                  <a:cubicBezTo>
                    <a:pt x="440968" y="64433"/>
                    <a:pt x="451340" y="54075"/>
                    <a:pt x="464244" y="54075"/>
                  </a:cubicBezTo>
                  <a:lnTo>
                    <a:pt x="495117" y="54075"/>
                  </a:lnTo>
                  <a:lnTo>
                    <a:pt x="495117" y="23244"/>
                  </a:lnTo>
                  <a:cubicBezTo>
                    <a:pt x="495117" y="10358"/>
                    <a:pt x="505489" y="0"/>
                    <a:pt x="518273" y="0"/>
                  </a:cubicBezTo>
                  <a:close/>
                </a:path>
              </a:pathLst>
            </a:custGeom>
            <a:solidFill>
              <a:schemeClr val="tx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6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9" name="组合 28"/>
          <p:cNvGrpSpPr/>
          <p:nvPr userDrawn="1"/>
        </p:nvGrpSpPr>
        <p:grpSpPr>
          <a:xfrm>
            <a:off x="5773270" y="3893156"/>
            <a:ext cx="645459" cy="645459"/>
            <a:chOff x="5766922" y="3881968"/>
            <a:chExt cx="645459" cy="645459"/>
          </a:xfrm>
        </p:grpSpPr>
        <p:sp>
          <p:nvSpPr>
            <p:cNvPr id="33" name="椭圆 32"/>
            <p:cNvSpPr/>
            <p:nvPr/>
          </p:nvSpPr>
          <p:spPr>
            <a:xfrm>
              <a:off x="5766922"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34" name="任意多边形: 形状 33"/>
            <p:cNvSpPr/>
            <p:nvPr/>
          </p:nvSpPr>
          <p:spPr>
            <a:xfrm>
              <a:off x="5937249" y="4081870"/>
              <a:ext cx="304804" cy="245653"/>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grpSp>
        <p:nvGrpSpPr>
          <p:cNvPr id="23" name="组合 22"/>
          <p:cNvGrpSpPr/>
          <p:nvPr userDrawn="1"/>
        </p:nvGrpSpPr>
        <p:grpSpPr>
          <a:xfrm>
            <a:off x="8014024" y="3893156"/>
            <a:ext cx="645459" cy="645459"/>
            <a:chOff x="7712049" y="3881968"/>
            <a:chExt cx="645459" cy="645459"/>
          </a:xfrm>
        </p:grpSpPr>
        <p:sp>
          <p:nvSpPr>
            <p:cNvPr id="27" name="椭圆 26"/>
            <p:cNvSpPr/>
            <p:nvPr/>
          </p:nvSpPr>
          <p:spPr>
            <a:xfrm>
              <a:off x="7712049" y="3881968"/>
              <a:ext cx="645459" cy="645459"/>
            </a:xfrm>
            <a:prstGeom prst="ellipse">
              <a:avLst/>
            </a:prstGeom>
            <a:solidFill>
              <a:schemeClr val="accent2"/>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28" name="任意多边形: 形状 27"/>
            <p:cNvSpPr/>
            <p:nvPr/>
          </p:nvSpPr>
          <p:spPr>
            <a:xfrm>
              <a:off x="7887905" y="4052293"/>
              <a:ext cx="293745" cy="304804"/>
            </a:xfrm>
            <a:custGeom>
              <a:avLst/>
              <a:gdLst>
                <a:gd name="connsiteX0" fmla="*/ 533304 w 585797"/>
                <a:gd name="connsiteY0" fmla="*/ 452325 h 607851"/>
                <a:gd name="connsiteX1" fmla="*/ 568750 w 585797"/>
                <a:gd name="connsiteY1" fmla="*/ 460265 h 607851"/>
                <a:gd name="connsiteX2" fmla="*/ 585772 w 585797"/>
                <a:gd name="connsiteY2" fmla="*/ 480255 h 607851"/>
                <a:gd name="connsiteX3" fmla="*/ 571088 w 585797"/>
                <a:gd name="connsiteY3" fmla="*/ 502112 h 607851"/>
                <a:gd name="connsiteX4" fmla="*/ 273212 w 585797"/>
                <a:gd name="connsiteY4" fmla="*/ 604395 h 607851"/>
                <a:gd name="connsiteX5" fmla="*/ 252917 w 585797"/>
                <a:gd name="connsiteY5" fmla="*/ 607851 h 607851"/>
                <a:gd name="connsiteX6" fmla="*/ 236924 w 585797"/>
                <a:gd name="connsiteY6" fmla="*/ 605703 h 607851"/>
                <a:gd name="connsiteX7" fmla="*/ 16205 w 585797"/>
                <a:gd name="connsiteY7" fmla="*/ 547322 h 607851"/>
                <a:gd name="connsiteX8" fmla="*/ 25 w 585797"/>
                <a:gd name="connsiteY8" fmla="*/ 527239 h 607851"/>
                <a:gd name="connsiteX9" fmla="*/ 14428 w 585797"/>
                <a:gd name="connsiteY9" fmla="*/ 505755 h 607851"/>
                <a:gd name="connsiteX10" fmla="*/ 50716 w 585797"/>
                <a:gd name="connsiteY10" fmla="*/ 492678 h 607851"/>
                <a:gd name="connsiteX11" fmla="*/ 226449 w 585797"/>
                <a:gd name="connsiteY11" fmla="*/ 539196 h 607851"/>
                <a:gd name="connsiteX12" fmla="*/ 252917 w 585797"/>
                <a:gd name="connsiteY12" fmla="*/ 542652 h 607851"/>
                <a:gd name="connsiteX13" fmla="*/ 286492 w 585797"/>
                <a:gd name="connsiteY13" fmla="*/ 537047 h 607851"/>
                <a:gd name="connsiteX14" fmla="*/ 533215 w 585797"/>
                <a:gd name="connsiteY14" fmla="*/ 346476 h 607851"/>
                <a:gd name="connsiteX15" fmla="*/ 568751 w 585797"/>
                <a:gd name="connsiteY15" fmla="*/ 354414 h 607851"/>
                <a:gd name="connsiteX16" fmla="*/ 585772 w 585797"/>
                <a:gd name="connsiteY16" fmla="*/ 374490 h 607851"/>
                <a:gd name="connsiteX17" fmla="*/ 571089 w 585797"/>
                <a:gd name="connsiteY17" fmla="*/ 396248 h 607851"/>
                <a:gd name="connsiteX18" fmla="*/ 273237 w 585797"/>
                <a:gd name="connsiteY18" fmla="*/ 498500 h 607851"/>
                <a:gd name="connsiteX19" fmla="*/ 252944 w 585797"/>
                <a:gd name="connsiteY19" fmla="*/ 501861 h 607851"/>
                <a:gd name="connsiteX20" fmla="*/ 236952 w 585797"/>
                <a:gd name="connsiteY20" fmla="*/ 499807 h 607851"/>
                <a:gd name="connsiteX21" fmla="*/ 16251 w 585797"/>
                <a:gd name="connsiteY21" fmla="*/ 441444 h 607851"/>
                <a:gd name="connsiteX22" fmla="*/ 73 w 585797"/>
                <a:gd name="connsiteY22" fmla="*/ 421367 h 607851"/>
                <a:gd name="connsiteX23" fmla="*/ 14474 w 585797"/>
                <a:gd name="connsiteY23" fmla="*/ 399983 h 607851"/>
                <a:gd name="connsiteX24" fmla="*/ 50759 w 585797"/>
                <a:gd name="connsiteY24" fmla="*/ 386910 h 607851"/>
                <a:gd name="connsiteX25" fmla="*/ 226478 w 585797"/>
                <a:gd name="connsiteY25" fmla="*/ 433413 h 607851"/>
                <a:gd name="connsiteX26" fmla="*/ 252944 w 585797"/>
                <a:gd name="connsiteY26" fmla="*/ 436775 h 607851"/>
                <a:gd name="connsiteX27" fmla="*/ 286517 w 585797"/>
                <a:gd name="connsiteY27" fmla="*/ 431172 h 607851"/>
                <a:gd name="connsiteX28" fmla="*/ 463638 w 585797"/>
                <a:gd name="connsiteY28" fmla="*/ 224963 h 607851"/>
                <a:gd name="connsiteX29" fmla="*/ 568751 w 585797"/>
                <a:gd name="connsiteY29" fmla="*/ 248492 h 607851"/>
                <a:gd name="connsiteX30" fmla="*/ 585772 w 585797"/>
                <a:gd name="connsiteY30" fmla="*/ 268566 h 607851"/>
                <a:gd name="connsiteX31" fmla="*/ 571089 w 585797"/>
                <a:gd name="connsiteY31" fmla="*/ 290321 h 607851"/>
                <a:gd name="connsiteX32" fmla="*/ 273237 w 585797"/>
                <a:gd name="connsiteY32" fmla="*/ 392560 h 607851"/>
                <a:gd name="connsiteX33" fmla="*/ 252944 w 585797"/>
                <a:gd name="connsiteY33" fmla="*/ 396014 h 607851"/>
                <a:gd name="connsiteX34" fmla="*/ 236952 w 585797"/>
                <a:gd name="connsiteY34" fmla="*/ 393960 h 607851"/>
                <a:gd name="connsiteX35" fmla="*/ 16251 w 585797"/>
                <a:gd name="connsiteY35" fmla="*/ 335511 h 607851"/>
                <a:gd name="connsiteX36" fmla="*/ 73 w 585797"/>
                <a:gd name="connsiteY36" fmla="*/ 315437 h 607851"/>
                <a:gd name="connsiteX37" fmla="*/ 14474 w 585797"/>
                <a:gd name="connsiteY37" fmla="*/ 294056 h 607851"/>
                <a:gd name="connsiteX38" fmla="*/ 138011 w 585797"/>
                <a:gd name="connsiteY38" fmla="*/ 249613 h 607851"/>
                <a:gd name="connsiteX39" fmla="*/ 180094 w 585797"/>
                <a:gd name="connsiteY39" fmla="*/ 263618 h 607851"/>
                <a:gd name="connsiteX40" fmla="*/ 181497 w 585797"/>
                <a:gd name="connsiteY40" fmla="*/ 263711 h 607851"/>
                <a:gd name="connsiteX41" fmla="*/ 182806 w 585797"/>
                <a:gd name="connsiteY41" fmla="*/ 263711 h 607851"/>
                <a:gd name="connsiteX42" fmla="*/ 378444 w 585797"/>
                <a:gd name="connsiteY42" fmla="*/ 263711 h 607851"/>
                <a:gd name="connsiteX43" fmla="*/ 463638 w 585797"/>
                <a:gd name="connsiteY43" fmla="*/ 224963 h 607851"/>
                <a:gd name="connsiteX44" fmla="*/ 282669 w 585797"/>
                <a:gd name="connsiteY44" fmla="*/ 0 h 607851"/>
                <a:gd name="connsiteX45" fmla="*/ 376661 w 585797"/>
                <a:gd name="connsiteY45" fmla="*/ 77792 h 607851"/>
                <a:gd name="connsiteX46" fmla="*/ 378438 w 585797"/>
                <a:gd name="connsiteY46" fmla="*/ 77699 h 607851"/>
                <a:gd name="connsiteX47" fmla="*/ 451106 w 585797"/>
                <a:gd name="connsiteY47" fmla="*/ 150354 h 607851"/>
                <a:gd name="connsiteX48" fmla="*/ 378438 w 585797"/>
                <a:gd name="connsiteY48" fmla="*/ 222916 h 607851"/>
                <a:gd name="connsiteX49" fmla="*/ 182785 w 585797"/>
                <a:gd name="connsiteY49" fmla="*/ 222916 h 607851"/>
                <a:gd name="connsiteX50" fmla="*/ 134620 w 585797"/>
                <a:gd name="connsiteY50" fmla="*/ 170806 h 607851"/>
                <a:gd name="connsiteX51" fmla="*/ 186900 w 585797"/>
                <a:gd name="connsiteY51" fmla="*/ 118602 h 607851"/>
                <a:gd name="connsiteX52" fmla="*/ 189893 w 585797"/>
                <a:gd name="connsiteY52" fmla="*/ 118976 h 607851"/>
                <a:gd name="connsiteX53" fmla="*/ 186900 w 585797"/>
                <a:gd name="connsiteY53" fmla="*/ 95629 h 607851"/>
                <a:gd name="connsiteX54" fmla="*/ 282669 w 585797"/>
                <a:gd name="connsiteY54" fmla="*/ 0 h 607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585797" h="607851">
                  <a:moveTo>
                    <a:pt x="533304" y="452325"/>
                  </a:moveTo>
                  <a:lnTo>
                    <a:pt x="568750" y="460265"/>
                  </a:lnTo>
                  <a:cubicBezTo>
                    <a:pt x="578290" y="462413"/>
                    <a:pt x="585210" y="470540"/>
                    <a:pt x="585772" y="480255"/>
                  </a:cubicBezTo>
                  <a:cubicBezTo>
                    <a:pt x="586239" y="489969"/>
                    <a:pt x="580254" y="498936"/>
                    <a:pt x="571088" y="502112"/>
                  </a:cubicBezTo>
                  <a:lnTo>
                    <a:pt x="273212" y="604395"/>
                  </a:lnTo>
                  <a:cubicBezTo>
                    <a:pt x="266665" y="606730"/>
                    <a:pt x="259838" y="607851"/>
                    <a:pt x="252917" y="607851"/>
                  </a:cubicBezTo>
                  <a:cubicBezTo>
                    <a:pt x="247586" y="607851"/>
                    <a:pt x="242162" y="607104"/>
                    <a:pt x="236924" y="605703"/>
                  </a:cubicBezTo>
                  <a:lnTo>
                    <a:pt x="16205" y="547322"/>
                  </a:lnTo>
                  <a:cubicBezTo>
                    <a:pt x="6946" y="544894"/>
                    <a:pt x="399" y="536674"/>
                    <a:pt x="25" y="527239"/>
                  </a:cubicBezTo>
                  <a:cubicBezTo>
                    <a:pt x="-442" y="517712"/>
                    <a:pt x="5450" y="509025"/>
                    <a:pt x="14428" y="505755"/>
                  </a:cubicBezTo>
                  <a:lnTo>
                    <a:pt x="50716" y="492678"/>
                  </a:lnTo>
                  <a:lnTo>
                    <a:pt x="226449" y="539196"/>
                  </a:lnTo>
                  <a:cubicBezTo>
                    <a:pt x="235147" y="541531"/>
                    <a:pt x="244032" y="542652"/>
                    <a:pt x="252917" y="542652"/>
                  </a:cubicBezTo>
                  <a:cubicBezTo>
                    <a:pt x="264420" y="542652"/>
                    <a:pt x="275643" y="540784"/>
                    <a:pt x="286492" y="537047"/>
                  </a:cubicBezTo>
                  <a:close/>
                  <a:moveTo>
                    <a:pt x="533215" y="346476"/>
                  </a:moveTo>
                  <a:lnTo>
                    <a:pt x="568751" y="354414"/>
                  </a:lnTo>
                  <a:cubicBezTo>
                    <a:pt x="578290" y="356561"/>
                    <a:pt x="585211" y="364779"/>
                    <a:pt x="585772" y="374490"/>
                  </a:cubicBezTo>
                  <a:cubicBezTo>
                    <a:pt x="586239" y="384202"/>
                    <a:pt x="580254" y="393073"/>
                    <a:pt x="571089" y="396248"/>
                  </a:cubicBezTo>
                  <a:lnTo>
                    <a:pt x="273237" y="498500"/>
                  </a:lnTo>
                  <a:cubicBezTo>
                    <a:pt x="266691" y="500741"/>
                    <a:pt x="259864" y="501861"/>
                    <a:pt x="252944" y="501861"/>
                  </a:cubicBezTo>
                  <a:cubicBezTo>
                    <a:pt x="247613" y="501861"/>
                    <a:pt x="242189" y="501208"/>
                    <a:pt x="236952" y="499807"/>
                  </a:cubicBezTo>
                  <a:lnTo>
                    <a:pt x="16251" y="441444"/>
                  </a:lnTo>
                  <a:cubicBezTo>
                    <a:pt x="7087" y="439016"/>
                    <a:pt x="447" y="430892"/>
                    <a:pt x="73" y="421367"/>
                  </a:cubicBezTo>
                  <a:cubicBezTo>
                    <a:pt x="-301" y="411843"/>
                    <a:pt x="5497" y="403158"/>
                    <a:pt x="14474" y="399983"/>
                  </a:cubicBezTo>
                  <a:lnTo>
                    <a:pt x="50759" y="386910"/>
                  </a:lnTo>
                  <a:lnTo>
                    <a:pt x="226478" y="433413"/>
                  </a:lnTo>
                  <a:cubicBezTo>
                    <a:pt x="235176" y="435655"/>
                    <a:pt x="244060" y="436775"/>
                    <a:pt x="252944" y="436775"/>
                  </a:cubicBezTo>
                  <a:cubicBezTo>
                    <a:pt x="264446" y="436775"/>
                    <a:pt x="275762" y="434907"/>
                    <a:pt x="286517" y="431172"/>
                  </a:cubicBezTo>
                  <a:close/>
                  <a:moveTo>
                    <a:pt x="463638" y="224963"/>
                  </a:moveTo>
                  <a:lnTo>
                    <a:pt x="568751" y="248492"/>
                  </a:lnTo>
                  <a:cubicBezTo>
                    <a:pt x="578290" y="250640"/>
                    <a:pt x="585211" y="258856"/>
                    <a:pt x="585772" y="268566"/>
                  </a:cubicBezTo>
                  <a:cubicBezTo>
                    <a:pt x="586239" y="278277"/>
                    <a:pt x="580254" y="287147"/>
                    <a:pt x="571089" y="290321"/>
                  </a:cubicBezTo>
                  <a:lnTo>
                    <a:pt x="273237" y="392560"/>
                  </a:lnTo>
                  <a:cubicBezTo>
                    <a:pt x="266691" y="394894"/>
                    <a:pt x="259864" y="396014"/>
                    <a:pt x="252944" y="396014"/>
                  </a:cubicBezTo>
                  <a:cubicBezTo>
                    <a:pt x="247613" y="396014"/>
                    <a:pt x="242189" y="395267"/>
                    <a:pt x="236952" y="393960"/>
                  </a:cubicBezTo>
                  <a:lnTo>
                    <a:pt x="16251" y="335511"/>
                  </a:lnTo>
                  <a:cubicBezTo>
                    <a:pt x="7087" y="333084"/>
                    <a:pt x="447" y="324961"/>
                    <a:pt x="73" y="315437"/>
                  </a:cubicBezTo>
                  <a:cubicBezTo>
                    <a:pt x="-301" y="305914"/>
                    <a:pt x="5497" y="297230"/>
                    <a:pt x="14474" y="294056"/>
                  </a:cubicBezTo>
                  <a:lnTo>
                    <a:pt x="138011" y="249613"/>
                  </a:lnTo>
                  <a:cubicBezTo>
                    <a:pt x="150449" y="257362"/>
                    <a:pt x="164570" y="262591"/>
                    <a:pt x="180094" y="263618"/>
                  </a:cubicBezTo>
                  <a:lnTo>
                    <a:pt x="181497" y="263711"/>
                  </a:lnTo>
                  <a:lnTo>
                    <a:pt x="182806" y="263711"/>
                  </a:lnTo>
                  <a:lnTo>
                    <a:pt x="378444" y="263711"/>
                  </a:lnTo>
                  <a:cubicBezTo>
                    <a:pt x="412391" y="263711"/>
                    <a:pt x="442784" y="248679"/>
                    <a:pt x="463638" y="224963"/>
                  </a:cubicBezTo>
                  <a:close/>
                  <a:moveTo>
                    <a:pt x="282669" y="0"/>
                  </a:moveTo>
                  <a:cubicBezTo>
                    <a:pt x="329431" y="0"/>
                    <a:pt x="368337" y="33526"/>
                    <a:pt x="376661" y="77792"/>
                  </a:cubicBezTo>
                  <a:cubicBezTo>
                    <a:pt x="377222" y="77792"/>
                    <a:pt x="377877" y="77699"/>
                    <a:pt x="378438" y="77699"/>
                  </a:cubicBezTo>
                  <a:cubicBezTo>
                    <a:pt x="418560" y="77699"/>
                    <a:pt x="451106" y="110198"/>
                    <a:pt x="451106" y="150354"/>
                  </a:cubicBezTo>
                  <a:cubicBezTo>
                    <a:pt x="451106" y="190417"/>
                    <a:pt x="418560" y="222916"/>
                    <a:pt x="378438" y="222916"/>
                  </a:cubicBezTo>
                  <a:lnTo>
                    <a:pt x="182785" y="222916"/>
                  </a:lnTo>
                  <a:cubicBezTo>
                    <a:pt x="155570" y="221142"/>
                    <a:pt x="134620" y="198449"/>
                    <a:pt x="134620" y="170806"/>
                  </a:cubicBezTo>
                  <a:cubicBezTo>
                    <a:pt x="134620" y="141949"/>
                    <a:pt x="158095" y="118602"/>
                    <a:pt x="186900" y="118602"/>
                  </a:cubicBezTo>
                  <a:cubicBezTo>
                    <a:pt x="187929" y="118602"/>
                    <a:pt x="188864" y="118883"/>
                    <a:pt x="189893" y="118976"/>
                  </a:cubicBezTo>
                  <a:cubicBezTo>
                    <a:pt x="188023" y="111505"/>
                    <a:pt x="186900" y="103660"/>
                    <a:pt x="186900" y="95629"/>
                  </a:cubicBezTo>
                  <a:cubicBezTo>
                    <a:pt x="186900" y="42772"/>
                    <a:pt x="229734" y="0"/>
                    <a:pt x="282669" y="0"/>
                  </a:cubicBezTo>
                  <a:close/>
                </a:path>
              </a:pathLst>
            </a:custGeom>
            <a:solidFill>
              <a:srgbClr val="FFFFFF"/>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8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grpSp>
      <p:sp>
        <p:nvSpPr>
          <p:cNvPr id="21" name="椭圆 20"/>
          <p:cNvSpPr/>
          <p:nvPr userDrawn="1"/>
        </p:nvSpPr>
        <p:spPr>
          <a:xfrm>
            <a:off x="10254780" y="3893156"/>
            <a:ext cx="645459" cy="645459"/>
          </a:xfrm>
          <a:prstGeom prst="ellipse">
            <a:avLst/>
          </a:prstGeom>
          <a:solidFill>
            <a:schemeClr val="accent3"/>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endParaRPr>
          </a:p>
        </p:txBody>
      </p:sp>
      <p:sp>
        <p:nvSpPr>
          <p:cNvPr id="41" name="文本占位符 40"/>
          <p:cNvSpPr>
            <a:spLocks noGrp="1"/>
          </p:cNvSpPr>
          <p:nvPr>
            <p:ph type="body" sz="quarter" idx="13" hasCustomPrompt="1"/>
          </p:nvPr>
        </p:nvSpPr>
        <p:spPr>
          <a:xfrm>
            <a:off x="1153718"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客观性</a:t>
            </a:r>
            <a:endParaRPr lang="zh-CN" altLang="en-US" dirty="0"/>
          </a:p>
        </p:txBody>
      </p:sp>
      <p:sp>
        <p:nvSpPr>
          <p:cNvPr id="49" name="文本占位符 40"/>
          <p:cNvSpPr>
            <a:spLocks noGrp="1"/>
          </p:cNvSpPr>
          <p:nvPr>
            <p:ph type="body" sz="quarter" idx="14" hasCustomPrompt="1"/>
          </p:nvPr>
        </p:nvSpPr>
        <p:spPr>
          <a:xfrm>
            <a:off x="341186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相关性</a:t>
            </a:r>
            <a:endParaRPr lang="zh-CN" altLang="en-US" dirty="0"/>
          </a:p>
        </p:txBody>
      </p:sp>
      <p:sp>
        <p:nvSpPr>
          <p:cNvPr id="50" name="文本占位符 40"/>
          <p:cNvSpPr>
            <a:spLocks noGrp="1"/>
          </p:cNvSpPr>
          <p:nvPr>
            <p:ph type="body" sz="quarter" idx="15" hasCustomPrompt="1"/>
          </p:nvPr>
        </p:nvSpPr>
        <p:spPr>
          <a:xfrm>
            <a:off x="5678025"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明确性</a:t>
            </a:r>
            <a:endParaRPr lang="zh-CN" altLang="en-US" dirty="0"/>
          </a:p>
        </p:txBody>
      </p:sp>
      <p:sp>
        <p:nvSpPr>
          <p:cNvPr id="51" name="文本占位符 40"/>
          <p:cNvSpPr>
            <a:spLocks noGrp="1"/>
          </p:cNvSpPr>
          <p:nvPr>
            <p:ph type="body" sz="quarter" idx="16" hasCustomPrompt="1"/>
          </p:nvPr>
        </p:nvSpPr>
        <p:spPr>
          <a:xfrm>
            <a:off x="7893379"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稳健性</a:t>
            </a:r>
            <a:endParaRPr lang="zh-CN" altLang="en-US" dirty="0"/>
          </a:p>
        </p:txBody>
      </p:sp>
      <p:sp>
        <p:nvSpPr>
          <p:cNvPr id="52" name="文本占位符 40"/>
          <p:cNvSpPr>
            <a:spLocks noGrp="1"/>
          </p:cNvSpPr>
          <p:nvPr>
            <p:ph type="body" sz="quarter" idx="17" hasCustomPrompt="1"/>
          </p:nvPr>
        </p:nvSpPr>
        <p:spPr>
          <a:xfrm>
            <a:off x="10134134" y="4696556"/>
            <a:ext cx="886750" cy="321781"/>
          </a:xfrm>
          <a:prstGeom prst="rect">
            <a:avLst/>
          </a:prstGeom>
        </p:spPr>
        <p:txBody>
          <a:bodyPr/>
          <a:lstStyle>
            <a:lvl1pPr marL="0" indent="0">
              <a:buNone/>
              <a:defRPr sz="1800" b="1">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通俗性</a:t>
            </a:r>
            <a:endParaRPr lang="zh-CN" altLang="en-US" dirty="0"/>
          </a:p>
        </p:txBody>
      </p:sp>
      <p:sp>
        <p:nvSpPr>
          <p:cNvPr id="55" name="菱形 54"/>
          <p:cNvSpPr/>
          <p:nvPr userDrawn="1"/>
        </p:nvSpPr>
        <p:spPr>
          <a:xfrm>
            <a:off x="10439241" y="5145799"/>
            <a:ext cx="327259" cy="327259"/>
          </a:xfrm>
          <a:prstGeom prst="diamond">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文本占位符 57"/>
          <p:cNvSpPr>
            <a:spLocks noGrp="1"/>
          </p:cNvSpPr>
          <p:nvPr>
            <p:ph type="body" sz="quarter" idx="18" hasCustomPrompt="1"/>
          </p:nvPr>
        </p:nvSpPr>
        <p:spPr>
          <a:xfrm>
            <a:off x="1006475" y="5473700"/>
            <a:ext cx="10185400" cy="627063"/>
          </a:xfrm>
          <a:prstGeom prst="rect">
            <a:avLst/>
          </a:prstGeom>
        </p:spPr>
        <p:txBody>
          <a:bodyPr/>
          <a:lstStyle>
            <a:lvl1pPr marL="0" indent="0">
              <a:buNone/>
              <a:defRPr sz="1200"/>
            </a:lvl1pPr>
          </a:lstStyle>
          <a:p>
            <a:pPr lvl="0"/>
            <a:r>
              <a:rPr lang="zh-CN" altLang="en-US" dirty="0"/>
              <a:t>在写作要求上，做到结构规范清晰，语言简洁通俗。审计结果报告应做到层次条理清晰，结构规范合理。文字表述应通俗易懂，做到简练、准确，符合审计公文语体，不使用模棱两句的文字和夸张的语言</a:t>
            </a:r>
            <a:endParaRPr lang="zh-CN" altLang="en-US" dirty="0"/>
          </a:p>
          <a:p>
            <a:pPr lvl="0"/>
            <a:endParaRPr lang="zh-CN" altLang="en-US" dirty="0"/>
          </a:p>
        </p:txBody>
      </p:sp>
      <p:pic>
        <p:nvPicPr>
          <p:cNvPr id="10" name="图片 9" descr="图标&#10;&#10;中度可信度描述已自动生成"/>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1467742" y="4087571"/>
            <a:ext cx="293497" cy="293497"/>
          </a:xfrm>
          <a:prstGeom prst="rect">
            <a:avLst/>
          </a:prstGeom>
        </p:spPr>
      </p:pic>
      <p:pic>
        <p:nvPicPr>
          <p:cNvPr id="12" name="图片 11" descr="图标&#10;&#10;描述已自动生成"/>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20417" y="4056018"/>
            <a:ext cx="326628" cy="326628"/>
          </a:xfrm>
          <a:prstGeom prst="rect">
            <a:avLst/>
          </a:prstGeom>
        </p:spPr>
      </p:pic>
      <p:sp>
        <p:nvSpPr>
          <p:cNvPr id="6" name="文本占位符 40"/>
          <p:cNvSpPr>
            <a:spLocks noGrp="1"/>
          </p:cNvSpPr>
          <p:nvPr>
            <p:ph type="body" sz="quarter" idx="19" hasCustomPrompt="1"/>
          </p:nvPr>
        </p:nvSpPr>
        <p:spPr>
          <a:xfrm>
            <a:off x="4976348" y="2811058"/>
            <a:ext cx="2220253" cy="334199"/>
          </a:xfrm>
          <a:prstGeom prst="rect">
            <a:avLst/>
          </a:prstGeom>
        </p:spPr>
        <p:txBody>
          <a:bodyPr/>
          <a:lstStyle>
            <a:lvl1pPr marL="0" indent="0">
              <a:buNone/>
              <a:defRPr sz="2000" b="1">
                <a:solidFill>
                  <a:schemeClr val="accent3"/>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如何写好审计报告</a:t>
            </a:r>
            <a:endParaRPr lang="zh-CN" altLang="en-US" dirty="0"/>
          </a:p>
        </p:txBody>
      </p:sp>
      <p:pic>
        <p:nvPicPr>
          <p:cNvPr id="13" name="图片 12"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动态-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02</a:t>
              </a:r>
              <a:endParaRPr kumimoji="1" lang="zh-CN" altLang="en-US" sz="2000" b="1" dirty="0">
                <a:solidFill>
                  <a:schemeClr val="tx2"/>
                </a:solidFill>
              </a:endParaRPr>
            </a:p>
          </p:txBody>
        </p:sp>
      </p:grpSp>
      <p:grpSp>
        <p:nvGrpSpPr>
          <p:cNvPr id="88" name="Group 10"/>
          <p:cNvGrpSpPr/>
          <p:nvPr userDrawn="1"/>
        </p:nvGrpSpPr>
        <p:grpSpPr>
          <a:xfrm>
            <a:off x="7949309" y="1020630"/>
            <a:ext cx="3473676" cy="1607333"/>
            <a:chOff x="6935638" y="3067291"/>
            <a:chExt cx="3473676" cy="1655180"/>
          </a:xfrm>
        </p:grpSpPr>
        <p:sp>
          <p:nvSpPr>
            <p:cNvPr id="101" name="Rectangle 11"/>
            <p:cNvSpPr/>
            <p:nvPr/>
          </p:nvSpPr>
          <p:spPr>
            <a:xfrm>
              <a:off x="6935638" y="3067291"/>
              <a:ext cx="3473676"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04" name="TextBox 14"/>
            <p:cNvSpPr txBox="1"/>
            <p:nvPr/>
          </p:nvSpPr>
          <p:spPr>
            <a:xfrm>
              <a:off x="7042158" y="3557072"/>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01</a:t>
              </a:r>
              <a:endParaRPr kumimoji="1" lang="zh-CN" altLang="en-US" sz="2000" b="1" dirty="0">
                <a:solidFill>
                  <a:schemeClr val="accent3"/>
                </a:solidFill>
              </a:endParaRPr>
            </a:p>
          </p:txBody>
        </p:sp>
      </p:grpSp>
      <p:sp>
        <p:nvSpPr>
          <p:cNvPr id="89" name="Rectangle 17"/>
          <p:cNvSpPr/>
          <p:nvPr userDrawn="1"/>
        </p:nvSpPr>
        <p:spPr>
          <a:xfrm>
            <a:off x="11244016" y="1020619"/>
            <a:ext cx="947983" cy="16069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1647383"/>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rgbClr val="FFFFFF"/>
                </a:solidFill>
              </a:rPr>
              <a:t>03</a:t>
            </a:r>
            <a:endParaRPr kumimoji="1" lang="zh-CN" altLang="en-US" sz="2000" b="1" dirty="0">
              <a:solidFill>
                <a:srgbClr val="FFFFFF"/>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pic>
        <p:nvPicPr>
          <p:cNvPr id="6" name="图片 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动态-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02</a:t>
              </a:r>
              <a:endParaRPr kumimoji="1" lang="zh-CN" altLang="en-US" sz="2000" b="1" dirty="0">
                <a:solidFill>
                  <a:schemeClr val="accent3"/>
                </a:solidFill>
              </a:endParaRPr>
            </a:p>
          </p:txBody>
        </p:sp>
      </p:grpSp>
      <p:grpSp>
        <p:nvGrpSpPr>
          <p:cNvPr id="88" name="Group 10"/>
          <p:cNvGrpSpPr/>
          <p:nvPr userDrawn="1"/>
        </p:nvGrpSpPr>
        <p:grpSpPr>
          <a:xfrm>
            <a:off x="7949308" y="1020630"/>
            <a:ext cx="3541393" cy="1607333"/>
            <a:chOff x="6935638" y="3067291"/>
            <a:chExt cx="3473676" cy="1655180"/>
          </a:xfrm>
        </p:grpSpPr>
        <p:sp>
          <p:nvSpPr>
            <p:cNvPr id="101" name="Rectangle 11"/>
            <p:cNvSpPr/>
            <p:nvPr/>
          </p:nvSpPr>
          <p:spPr>
            <a:xfrm>
              <a:off x="6935638" y="3067291"/>
              <a:ext cx="3473676"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04" name="TextBox 14"/>
            <p:cNvSpPr txBox="1"/>
            <p:nvPr/>
          </p:nvSpPr>
          <p:spPr>
            <a:xfrm>
              <a:off x="7042158" y="3557072"/>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01</a:t>
              </a:r>
              <a:endParaRPr kumimoji="1" lang="zh-CN" altLang="en-US" sz="2000" b="1" dirty="0">
                <a:solidFill>
                  <a:schemeClr val="tx2"/>
                </a:solidFill>
              </a:endParaRPr>
            </a:p>
          </p:txBody>
        </p:sp>
      </p:grpSp>
      <p:sp>
        <p:nvSpPr>
          <p:cNvPr id="89" name="Rectangle 17"/>
          <p:cNvSpPr/>
          <p:nvPr userDrawn="1"/>
        </p:nvSpPr>
        <p:spPr>
          <a:xfrm>
            <a:off x="11233081" y="2632388"/>
            <a:ext cx="947983" cy="165476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3254799"/>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rgbClr val="FFFFFF"/>
                </a:solidFill>
              </a:rPr>
              <a:t>03</a:t>
            </a:r>
            <a:endParaRPr kumimoji="1" lang="zh-CN" altLang="en-US" sz="2000" b="1" dirty="0">
              <a:solidFill>
                <a:srgbClr val="FFFFFF"/>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accent6"/>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pic>
        <p:nvPicPr>
          <p:cNvPr id="6" name="图片 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动态-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86" name="Group 2"/>
          <p:cNvGrpSpPr/>
          <p:nvPr userDrawn="1"/>
        </p:nvGrpSpPr>
        <p:grpSpPr>
          <a:xfrm>
            <a:off x="7933081" y="2636813"/>
            <a:ext cx="3587632" cy="1655180"/>
            <a:chOff x="6919410" y="3067291"/>
            <a:chExt cx="3587632" cy="1655180"/>
          </a:xfrm>
        </p:grpSpPr>
        <p:sp>
          <p:nvSpPr>
            <p:cNvPr id="107" name="Rectangle 3"/>
            <p:cNvSpPr/>
            <p:nvPr/>
          </p:nvSpPr>
          <p:spPr>
            <a:xfrm>
              <a:off x="6919410" y="3067291"/>
              <a:ext cx="3587632" cy="165518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110" name="TextBox 6"/>
            <p:cNvSpPr txBox="1"/>
            <p:nvPr/>
          </p:nvSpPr>
          <p:spPr>
            <a:xfrm>
              <a:off x="7025424" y="3531445"/>
              <a:ext cx="540000" cy="54000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02</a:t>
              </a:r>
              <a:endParaRPr kumimoji="1" lang="zh-CN" altLang="en-US" sz="2000" b="1" dirty="0">
                <a:solidFill>
                  <a:schemeClr val="tx2"/>
                </a:solidFill>
              </a:endParaRPr>
            </a:p>
          </p:txBody>
        </p:sp>
      </p:grpSp>
      <p:sp>
        <p:nvSpPr>
          <p:cNvPr id="101" name="Rectangle 11"/>
          <p:cNvSpPr/>
          <p:nvPr userDrawn="1"/>
        </p:nvSpPr>
        <p:spPr>
          <a:xfrm>
            <a:off x="7949308" y="1020630"/>
            <a:ext cx="3571403" cy="180568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89" name="Rectangle 17"/>
          <p:cNvSpPr/>
          <p:nvPr userDrawn="1"/>
        </p:nvSpPr>
        <p:spPr>
          <a:xfrm>
            <a:off x="11233081" y="4287154"/>
            <a:ext cx="947983" cy="16551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Freeform: Shape 18"/>
          <p:cNvSpPr/>
          <p:nvPr userDrawn="1"/>
        </p:nvSpPr>
        <p:spPr>
          <a:xfrm flipH="1" flipV="1">
            <a:off x="11373408" y="4887655"/>
            <a:ext cx="508643" cy="334827"/>
          </a:xfrm>
          <a:custGeom>
            <a:avLst/>
            <a:gdLst>
              <a:gd name="connsiteX0" fmla="*/ 453146 w 608558"/>
              <a:gd name="connsiteY0" fmla="*/ 0 h 400600"/>
              <a:gd name="connsiteX1" fmla="*/ 601522 w 608558"/>
              <a:gd name="connsiteY1" fmla="*/ 0 h 400600"/>
              <a:gd name="connsiteX2" fmla="*/ 607511 w 608558"/>
              <a:gd name="connsiteY2" fmla="*/ 9687 h 400600"/>
              <a:gd name="connsiteX3" fmla="*/ 447073 w 608558"/>
              <a:gd name="connsiteY3" fmla="*/ 188761 h 400600"/>
              <a:gd name="connsiteX4" fmla="*/ 447073 w 608558"/>
              <a:gd name="connsiteY4" fmla="*/ 208218 h 400600"/>
              <a:gd name="connsiteX5" fmla="*/ 607511 w 608558"/>
              <a:gd name="connsiteY5" fmla="*/ 390914 h 400600"/>
              <a:gd name="connsiteX6" fmla="*/ 601522 w 608558"/>
              <a:gd name="connsiteY6" fmla="*/ 400600 h 400600"/>
              <a:gd name="connsiteX7" fmla="*/ 453146 w 608558"/>
              <a:gd name="connsiteY7" fmla="*/ 400600 h 400600"/>
              <a:gd name="connsiteX8" fmla="*/ 437372 w 608558"/>
              <a:gd name="connsiteY8" fmla="*/ 390914 h 400600"/>
              <a:gd name="connsiteX9" fmla="*/ 277018 w 608558"/>
              <a:gd name="connsiteY9" fmla="*/ 208218 h 400600"/>
              <a:gd name="connsiteX10" fmla="*/ 277018 w 608558"/>
              <a:gd name="connsiteY10" fmla="*/ 188761 h 400600"/>
              <a:gd name="connsiteX11" fmla="*/ 412404 w 608558"/>
              <a:gd name="connsiteY11" fmla="*/ 37651 h 400600"/>
              <a:gd name="connsiteX12" fmla="*/ 453146 w 608558"/>
              <a:gd name="connsiteY12" fmla="*/ 0 h 400600"/>
              <a:gd name="connsiteX13" fmla="*/ 178152 w 608558"/>
              <a:gd name="connsiteY13" fmla="*/ 0 h 400600"/>
              <a:gd name="connsiteX14" fmla="*/ 326528 w 608558"/>
              <a:gd name="connsiteY14" fmla="*/ 0 h 400600"/>
              <a:gd name="connsiteX15" fmla="*/ 332517 w 608558"/>
              <a:gd name="connsiteY15" fmla="*/ 9687 h 400600"/>
              <a:gd name="connsiteX16" fmla="*/ 172163 w 608558"/>
              <a:gd name="connsiteY16" fmla="*/ 188761 h 400600"/>
              <a:gd name="connsiteX17" fmla="*/ 172163 w 608558"/>
              <a:gd name="connsiteY17" fmla="*/ 208218 h 400600"/>
              <a:gd name="connsiteX18" fmla="*/ 332517 w 608558"/>
              <a:gd name="connsiteY18" fmla="*/ 390914 h 400600"/>
              <a:gd name="connsiteX19" fmla="*/ 326528 w 608558"/>
              <a:gd name="connsiteY19" fmla="*/ 400600 h 400600"/>
              <a:gd name="connsiteX20" fmla="*/ 178152 w 608558"/>
              <a:gd name="connsiteY20" fmla="*/ 400600 h 400600"/>
              <a:gd name="connsiteX21" fmla="*/ 162378 w 608558"/>
              <a:gd name="connsiteY21" fmla="*/ 390914 h 400600"/>
              <a:gd name="connsiteX22" fmla="*/ 2024 w 608558"/>
              <a:gd name="connsiteY22" fmla="*/ 208218 h 400600"/>
              <a:gd name="connsiteX23" fmla="*/ 2024 w 608558"/>
              <a:gd name="connsiteY23" fmla="*/ 188761 h 400600"/>
              <a:gd name="connsiteX24" fmla="*/ 153521 w 608558"/>
              <a:gd name="connsiteY24" fmla="*/ 19710 h 400600"/>
              <a:gd name="connsiteX25" fmla="*/ 178152 w 608558"/>
              <a:gd name="connsiteY25" fmla="*/ 0 h 40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8558" h="400600">
                <a:moveTo>
                  <a:pt x="453146" y="0"/>
                </a:moveTo>
                <a:lnTo>
                  <a:pt x="601522" y="0"/>
                </a:lnTo>
                <a:cubicBezTo>
                  <a:pt x="607511" y="0"/>
                  <a:pt x="610210" y="4380"/>
                  <a:pt x="607511" y="9687"/>
                </a:cubicBezTo>
                <a:lnTo>
                  <a:pt x="447073" y="188761"/>
                </a:lnTo>
                <a:cubicBezTo>
                  <a:pt x="444458" y="194151"/>
                  <a:pt x="444458" y="202827"/>
                  <a:pt x="447073" y="208218"/>
                </a:cubicBezTo>
                <a:lnTo>
                  <a:pt x="607511" y="390914"/>
                </a:lnTo>
                <a:cubicBezTo>
                  <a:pt x="610210" y="396304"/>
                  <a:pt x="607511" y="400600"/>
                  <a:pt x="601522" y="400600"/>
                </a:cubicBezTo>
                <a:lnTo>
                  <a:pt x="453146" y="400600"/>
                </a:lnTo>
                <a:cubicBezTo>
                  <a:pt x="447157" y="400600"/>
                  <a:pt x="440071" y="396304"/>
                  <a:pt x="437372" y="390914"/>
                </a:cubicBezTo>
                <a:lnTo>
                  <a:pt x="277018" y="208218"/>
                </a:lnTo>
                <a:cubicBezTo>
                  <a:pt x="274319" y="202827"/>
                  <a:pt x="274319" y="194151"/>
                  <a:pt x="277018" y="188761"/>
                </a:cubicBezTo>
                <a:cubicBezTo>
                  <a:pt x="277862" y="187076"/>
                  <a:pt x="396630" y="55255"/>
                  <a:pt x="412404" y="37651"/>
                </a:cubicBezTo>
                <a:cubicBezTo>
                  <a:pt x="421345" y="27628"/>
                  <a:pt x="439397" y="0"/>
                  <a:pt x="453146" y="0"/>
                </a:cubicBezTo>
                <a:close/>
                <a:moveTo>
                  <a:pt x="178152" y="0"/>
                </a:moveTo>
                <a:lnTo>
                  <a:pt x="326528" y="0"/>
                </a:lnTo>
                <a:cubicBezTo>
                  <a:pt x="332517" y="0"/>
                  <a:pt x="335216" y="4380"/>
                  <a:pt x="332517" y="9687"/>
                </a:cubicBezTo>
                <a:lnTo>
                  <a:pt x="172163" y="188761"/>
                </a:lnTo>
                <a:cubicBezTo>
                  <a:pt x="169464" y="194151"/>
                  <a:pt x="169464" y="202827"/>
                  <a:pt x="172163" y="208218"/>
                </a:cubicBezTo>
                <a:lnTo>
                  <a:pt x="332517" y="390914"/>
                </a:lnTo>
                <a:cubicBezTo>
                  <a:pt x="335216" y="396220"/>
                  <a:pt x="332517" y="400600"/>
                  <a:pt x="326528" y="400600"/>
                </a:cubicBezTo>
                <a:lnTo>
                  <a:pt x="178152" y="400600"/>
                </a:lnTo>
                <a:cubicBezTo>
                  <a:pt x="172163" y="400600"/>
                  <a:pt x="165077" y="396220"/>
                  <a:pt x="162378" y="390914"/>
                </a:cubicBezTo>
                <a:lnTo>
                  <a:pt x="2024" y="208218"/>
                </a:lnTo>
                <a:cubicBezTo>
                  <a:pt x="-675" y="202827"/>
                  <a:pt x="-675" y="194151"/>
                  <a:pt x="2024" y="188761"/>
                </a:cubicBezTo>
                <a:cubicBezTo>
                  <a:pt x="26065" y="161975"/>
                  <a:pt x="144917" y="29565"/>
                  <a:pt x="153521" y="19710"/>
                </a:cubicBezTo>
                <a:cubicBezTo>
                  <a:pt x="159932" y="12214"/>
                  <a:pt x="166849" y="0"/>
                  <a:pt x="17815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21"/>
          <p:cNvSpPr/>
          <p:nvPr userDrawn="1"/>
        </p:nvSpPr>
        <p:spPr>
          <a:xfrm>
            <a:off x="7933081" y="4287154"/>
            <a:ext cx="3406325" cy="1655180"/>
          </a:xfrm>
          <a:prstGeom prst="rect">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nchorCtr="1"/>
          <a:lstStyle/>
          <a:p>
            <a:endParaRPr kumimoji="1" lang="en-US" altLang="zh-CN" sz="1200" dirty="0">
              <a:solidFill>
                <a:schemeClr val="tx2"/>
              </a:solidFill>
            </a:endParaRPr>
          </a:p>
        </p:txBody>
      </p:sp>
      <p:sp>
        <p:nvSpPr>
          <p:cNvPr id="98" name="TextBox 24"/>
          <p:cNvSpPr txBox="1"/>
          <p:nvPr userDrawn="1"/>
        </p:nvSpPr>
        <p:spPr>
          <a:xfrm>
            <a:off x="8039095" y="4756147"/>
            <a:ext cx="540000" cy="540000"/>
          </a:xfrm>
          <a:prstGeom prst="roundRect">
            <a:avLst>
              <a:gd name="adj" fmla="val 50000"/>
            </a:avLst>
          </a:prstGeom>
          <a:solidFill>
            <a:schemeClr val="tx2"/>
          </a:solidFill>
        </p:spPr>
        <p:txBody>
          <a:bodyPr wrap="none" lIns="91440" tIns="45720" rIns="91440" bIns="45720" rtlCol="0" anchor="ctr" anchorCtr="0">
            <a:noAutofit/>
          </a:bodyPr>
          <a:lstStyle/>
          <a:p>
            <a:pPr algn="ctr"/>
            <a:r>
              <a:rPr kumimoji="1" lang="en-US" altLang="zh-CN" sz="2000" b="1" dirty="0">
                <a:solidFill>
                  <a:schemeClr val="accent3"/>
                </a:solidFill>
              </a:rPr>
              <a:t>03</a:t>
            </a:r>
            <a:endParaRPr kumimoji="1" lang="zh-CN" altLang="en-US" sz="2000" b="1" dirty="0">
              <a:solidFill>
                <a:schemeClr val="accent3"/>
              </a:solidFill>
            </a:endParaRPr>
          </a:p>
        </p:txBody>
      </p:sp>
      <p:sp>
        <p:nvSpPr>
          <p:cNvPr id="8" name="文本占位符 6"/>
          <p:cNvSpPr>
            <a:spLocks noGrp="1"/>
          </p:cNvSpPr>
          <p:nvPr>
            <p:ph type="body" sz="quarter" idx="17" hasCustomPrompt="1"/>
          </p:nvPr>
        </p:nvSpPr>
        <p:spPr>
          <a:xfrm>
            <a:off x="800193" y="3287734"/>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800193" y="2826316"/>
            <a:ext cx="1403350"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0" name="文本占位符 6"/>
          <p:cNvSpPr>
            <a:spLocks noGrp="1"/>
          </p:cNvSpPr>
          <p:nvPr>
            <p:ph type="body" sz="quarter" idx="18" hasCustomPrompt="1"/>
          </p:nvPr>
        </p:nvSpPr>
        <p:spPr>
          <a:xfrm>
            <a:off x="8717730" y="1647383"/>
            <a:ext cx="2621676" cy="966706"/>
          </a:xfrm>
          <a:prstGeom prst="rect">
            <a:avLst/>
          </a:prstGeom>
          <a:ln>
            <a:noFill/>
          </a:ln>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1" name="文本占位符 6"/>
          <p:cNvSpPr>
            <a:spLocks noGrp="1"/>
          </p:cNvSpPr>
          <p:nvPr>
            <p:ph type="body" sz="quarter" idx="19" hasCustomPrompt="1"/>
          </p:nvPr>
        </p:nvSpPr>
        <p:spPr>
          <a:xfrm>
            <a:off x="8683995" y="1190459"/>
            <a:ext cx="1534014" cy="342900"/>
          </a:xfrm>
          <a:prstGeom prst="rect">
            <a:avLst/>
          </a:prstGeom>
          <a:ln>
            <a:noFill/>
          </a:ln>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2" name="文本占位符 6"/>
          <p:cNvSpPr>
            <a:spLocks noGrp="1"/>
          </p:cNvSpPr>
          <p:nvPr>
            <p:ph type="body" sz="quarter" idx="20" hasCustomPrompt="1"/>
          </p:nvPr>
        </p:nvSpPr>
        <p:spPr>
          <a:xfrm>
            <a:off x="8722948" y="3293947"/>
            <a:ext cx="2621676" cy="966706"/>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3" name="文本占位符 6"/>
          <p:cNvSpPr>
            <a:spLocks noGrp="1"/>
          </p:cNvSpPr>
          <p:nvPr>
            <p:ph type="body" sz="quarter" idx="21" hasCustomPrompt="1"/>
          </p:nvPr>
        </p:nvSpPr>
        <p:spPr>
          <a:xfrm>
            <a:off x="8683995" y="2862511"/>
            <a:ext cx="1727358" cy="342900"/>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4" name="文本占位符 6"/>
          <p:cNvSpPr>
            <a:spLocks noGrp="1"/>
          </p:cNvSpPr>
          <p:nvPr>
            <p:ph type="body" sz="quarter" idx="22" hasCustomPrompt="1"/>
          </p:nvPr>
        </p:nvSpPr>
        <p:spPr>
          <a:xfrm>
            <a:off x="8717730" y="4821179"/>
            <a:ext cx="2621676" cy="966706"/>
          </a:xfrm>
          <a:prstGeom prst="rect">
            <a:avLst/>
          </a:prstGeom>
        </p:spPr>
        <p:txBody>
          <a:bodyPr/>
          <a:lstStyle>
            <a:lvl1pPr marL="0" indent="0">
              <a:lnSpc>
                <a:spcPct val="150000"/>
              </a:lnSpc>
              <a:buNone/>
              <a:defRPr sz="1200" b="0">
                <a:solidFill>
                  <a:schemeClr val="tx2"/>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16" name="文本占位符 6"/>
          <p:cNvSpPr>
            <a:spLocks noGrp="1"/>
          </p:cNvSpPr>
          <p:nvPr>
            <p:ph type="body" sz="quarter" idx="23" hasCustomPrompt="1"/>
          </p:nvPr>
        </p:nvSpPr>
        <p:spPr>
          <a:xfrm>
            <a:off x="8683995" y="4416790"/>
            <a:ext cx="1473358" cy="342900"/>
          </a:xfrm>
          <a:prstGeom prst="rect">
            <a:avLst/>
          </a:prstGeom>
        </p:spPr>
        <p:txBody>
          <a:bodyPr/>
          <a:lstStyle>
            <a:lvl1pPr marL="0" indent="0">
              <a:buNone/>
              <a:defRPr sz="1800" b="1">
                <a:solidFill>
                  <a:schemeClr val="tx2"/>
                </a:solidFill>
                <a:latin typeface="+mj-ea"/>
                <a:ea typeface="+mj-ea"/>
              </a:defRPr>
            </a:lvl1pPr>
          </a:lstStyle>
          <a:p>
            <a:pPr lvl="0"/>
            <a:r>
              <a:rPr lang="zh-CN" altLang="en-US" dirty="0"/>
              <a:t>二级标题</a:t>
            </a:r>
            <a:endParaRPr lang="zh-CN" altLang="en-US" dirty="0"/>
          </a:p>
        </p:txBody>
      </p:sp>
      <p:sp>
        <p:nvSpPr>
          <p:cNvPr id="18" name="图片占位符 17"/>
          <p:cNvSpPr>
            <a:spLocks noGrp="1"/>
          </p:cNvSpPr>
          <p:nvPr>
            <p:ph type="pic" sz="quarter" idx="24"/>
          </p:nvPr>
        </p:nvSpPr>
        <p:spPr>
          <a:xfrm>
            <a:off x="6270161" y="1020631"/>
            <a:ext cx="1662919" cy="1626719"/>
          </a:xfrm>
          <a:prstGeom prst="rect">
            <a:avLst/>
          </a:prstGeom>
        </p:spPr>
        <p:txBody>
          <a:bodyPr/>
          <a:lstStyle/>
          <a:p>
            <a:endParaRPr lang="zh-CN" altLang="en-US"/>
          </a:p>
        </p:txBody>
      </p:sp>
      <p:sp>
        <p:nvSpPr>
          <p:cNvPr id="19" name="图片占位符 17"/>
          <p:cNvSpPr>
            <a:spLocks noGrp="1"/>
          </p:cNvSpPr>
          <p:nvPr>
            <p:ph type="pic" sz="quarter" idx="25"/>
          </p:nvPr>
        </p:nvSpPr>
        <p:spPr>
          <a:xfrm>
            <a:off x="6270161" y="2671386"/>
            <a:ext cx="1662919" cy="1626719"/>
          </a:xfrm>
          <a:prstGeom prst="rect">
            <a:avLst/>
          </a:prstGeom>
        </p:spPr>
        <p:txBody>
          <a:bodyPr/>
          <a:lstStyle/>
          <a:p>
            <a:endParaRPr lang="zh-CN" altLang="en-US"/>
          </a:p>
        </p:txBody>
      </p:sp>
      <p:sp>
        <p:nvSpPr>
          <p:cNvPr id="20" name="图片占位符 17"/>
          <p:cNvSpPr>
            <a:spLocks noGrp="1"/>
          </p:cNvSpPr>
          <p:nvPr>
            <p:ph type="pic" sz="quarter" idx="26"/>
          </p:nvPr>
        </p:nvSpPr>
        <p:spPr>
          <a:xfrm>
            <a:off x="6270161" y="4315615"/>
            <a:ext cx="1662919" cy="1626719"/>
          </a:xfrm>
          <a:prstGeom prst="rect">
            <a:avLst/>
          </a:prstGeom>
        </p:spPr>
        <p:txBody>
          <a:bodyPr/>
          <a:lstStyle/>
          <a:p>
            <a:endParaRPr lang="zh-CN" altLang="en-US"/>
          </a:p>
        </p:txBody>
      </p:sp>
      <p:sp>
        <p:nvSpPr>
          <p:cNvPr id="6" name="TextBox 14"/>
          <p:cNvSpPr txBox="1"/>
          <p:nvPr userDrawn="1"/>
        </p:nvSpPr>
        <p:spPr>
          <a:xfrm>
            <a:off x="8055829" y="1496253"/>
            <a:ext cx="540000" cy="524390"/>
          </a:xfrm>
          <a:prstGeom prst="roundRect">
            <a:avLst>
              <a:gd name="adj" fmla="val 50000"/>
            </a:avLst>
          </a:prstGeom>
          <a:solidFill>
            <a:schemeClr val="accent3"/>
          </a:solidFill>
        </p:spPr>
        <p:txBody>
          <a:bodyPr wrap="none" lIns="91440" tIns="45720" rIns="91440" bIns="45720" rtlCol="0" anchor="ctr" anchorCtr="0">
            <a:noAutofit/>
          </a:bodyPr>
          <a:lstStyle/>
          <a:p>
            <a:pPr algn="ctr"/>
            <a:r>
              <a:rPr kumimoji="1" lang="en-US" altLang="zh-CN" sz="2000" b="1" dirty="0">
                <a:solidFill>
                  <a:schemeClr val="tx2"/>
                </a:solidFill>
              </a:rPr>
              <a:t>01</a:t>
            </a:r>
            <a:endParaRPr kumimoji="1" lang="zh-CN" altLang="en-US" sz="2000" b="1" dirty="0">
              <a:solidFill>
                <a:schemeClr val="tx2"/>
              </a:solidFill>
            </a:endParaRPr>
          </a:p>
        </p:txBody>
      </p:sp>
      <p:pic>
        <p:nvPicPr>
          <p:cNvPr id="17" name="图片 16"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样机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iSľïḓè"/>
          <p:cNvSpPr/>
          <p:nvPr userDrawn="1"/>
        </p:nvSpPr>
        <p:spPr bwMode="auto">
          <a:xfrm>
            <a:off x="4913402" y="1371132"/>
            <a:ext cx="2326522" cy="4554197"/>
          </a:xfrm>
          <a:custGeom>
            <a:avLst/>
            <a:gdLst>
              <a:gd name="T0" fmla="*/ 537 w 537"/>
              <a:gd name="T1" fmla="*/ 1006 h 1051"/>
              <a:gd name="T2" fmla="*/ 501 w 537"/>
              <a:gd name="T3" fmla="*/ 1051 h 1051"/>
              <a:gd name="T4" fmla="*/ 35 w 537"/>
              <a:gd name="T5" fmla="*/ 1051 h 1051"/>
              <a:gd name="T6" fmla="*/ 0 w 537"/>
              <a:gd name="T7" fmla="*/ 1006 h 1051"/>
              <a:gd name="T8" fmla="*/ 0 w 537"/>
              <a:gd name="T9" fmla="*/ 45 h 1051"/>
              <a:gd name="T10" fmla="*/ 35 w 537"/>
              <a:gd name="T11" fmla="*/ 0 h 1051"/>
              <a:gd name="T12" fmla="*/ 501 w 537"/>
              <a:gd name="T13" fmla="*/ 0 h 1051"/>
              <a:gd name="T14" fmla="*/ 537 w 537"/>
              <a:gd name="T15" fmla="*/ 45 h 1051"/>
              <a:gd name="T16" fmla="*/ 537 w 537"/>
              <a:gd name="T17" fmla="*/ 1006 h 1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7" h="1051">
                <a:moveTo>
                  <a:pt x="537" y="1006"/>
                </a:moveTo>
                <a:cubicBezTo>
                  <a:pt x="537" y="1031"/>
                  <a:pt x="521" y="1051"/>
                  <a:pt x="501" y="1051"/>
                </a:cubicBezTo>
                <a:cubicBezTo>
                  <a:pt x="35" y="1051"/>
                  <a:pt x="35" y="1051"/>
                  <a:pt x="35" y="1051"/>
                </a:cubicBezTo>
                <a:cubicBezTo>
                  <a:pt x="16" y="1051"/>
                  <a:pt x="0" y="1031"/>
                  <a:pt x="0" y="1006"/>
                </a:cubicBezTo>
                <a:cubicBezTo>
                  <a:pt x="0" y="45"/>
                  <a:pt x="0" y="45"/>
                  <a:pt x="0" y="45"/>
                </a:cubicBezTo>
                <a:cubicBezTo>
                  <a:pt x="0" y="21"/>
                  <a:pt x="16" y="0"/>
                  <a:pt x="35" y="0"/>
                </a:cubicBezTo>
                <a:cubicBezTo>
                  <a:pt x="501" y="0"/>
                  <a:pt x="501" y="0"/>
                  <a:pt x="501" y="0"/>
                </a:cubicBezTo>
                <a:cubicBezTo>
                  <a:pt x="521" y="0"/>
                  <a:pt x="537" y="21"/>
                  <a:pt x="537" y="45"/>
                </a:cubicBezTo>
                <a:cubicBezTo>
                  <a:pt x="537" y="1006"/>
                  <a:pt x="537" y="1006"/>
                  <a:pt x="537" y="1006"/>
                </a:cubicBezTo>
              </a:path>
            </a:pathLst>
          </a:custGeom>
          <a:solidFill>
            <a:schemeClr val="bg2">
              <a:lumMod val="1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šľïde"/>
          <p:cNvSpPr/>
          <p:nvPr userDrawn="1"/>
        </p:nvSpPr>
        <p:spPr bwMode="auto">
          <a:xfrm>
            <a:off x="5870841" y="1531457"/>
            <a:ext cx="371585" cy="43931"/>
          </a:xfrm>
          <a:custGeom>
            <a:avLst/>
            <a:gdLst>
              <a:gd name="T0" fmla="*/ 86 w 86"/>
              <a:gd name="T1" fmla="*/ 5 h 10"/>
              <a:gd name="T2" fmla="*/ 81 w 86"/>
              <a:gd name="T3" fmla="*/ 10 h 10"/>
              <a:gd name="T4" fmla="*/ 5 w 86"/>
              <a:gd name="T5" fmla="*/ 10 h 10"/>
              <a:gd name="T6" fmla="*/ 0 w 86"/>
              <a:gd name="T7" fmla="*/ 5 h 10"/>
              <a:gd name="T8" fmla="*/ 5 w 86"/>
              <a:gd name="T9" fmla="*/ 0 h 10"/>
              <a:gd name="T10" fmla="*/ 81 w 86"/>
              <a:gd name="T11" fmla="*/ 0 h 10"/>
              <a:gd name="T12" fmla="*/ 86 w 86"/>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86" h="10">
                <a:moveTo>
                  <a:pt x="86" y="5"/>
                </a:moveTo>
                <a:cubicBezTo>
                  <a:pt x="86" y="8"/>
                  <a:pt x="84" y="10"/>
                  <a:pt x="81" y="10"/>
                </a:cubicBezTo>
                <a:cubicBezTo>
                  <a:pt x="5" y="10"/>
                  <a:pt x="5" y="10"/>
                  <a:pt x="5" y="10"/>
                </a:cubicBezTo>
                <a:cubicBezTo>
                  <a:pt x="2" y="10"/>
                  <a:pt x="0" y="8"/>
                  <a:pt x="0" y="5"/>
                </a:cubicBezTo>
                <a:cubicBezTo>
                  <a:pt x="0" y="2"/>
                  <a:pt x="2" y="0"/>
                  <a:pt x="5" y="0"/>
                </a:cubicBezTo>
                <a:cubicBezTo>
                  <a:pt x="81" y="0"/>
                  <a:pt x="81" y="0"/>
                  <a:pt x="81" y="0"/>
                </a:cubicBezTo>
                <a:cubicBezTo>
                  <a:pt x="84" y="0"/>
                  <a:pt x="86" y="2"/>
                  <a:pt x="86" y="5"/>
                </a:cubicBezTo>
                <a:close/>
              </a:path>
            </a:pathLst>
          </a:cu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îṧľïḍé"/>
          <p:cNvSpPr/>
          <p:nvPr userDrawn="1"/>
        </p:nvSpPr>
        <p:spPr bwMode="auto">
          <a:xfrm>
            <a:off x="6033753" y="1452748"/>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图片占位符 11"/>
          <p:cNvSpPr>
            <a:spLocks noGrp="1"/>
          </p:cNvSpPr>
          <p:nvPr>
            <p:ph type="pic" sz="quarter" idx="13"/>
          </p:nvPr>
        </p:nvSpPr>
        <p:spPr>
          <a:xfrm>
            <a:off x="5005137" y="1701800"/>
            <a:ext cx="2146434" cy="3963988"/>
          </a:xfrm>
          <a:prstGeom prst="rect">
            <a:avLst/>
          </a:prstGeom>
          <a:pattFill prst="pct5">
            <a:fgClr>
              <a:schemeClr val="accent1"/>
            </a:fgClr>
            <a:bgClr>
              <a:schemeClr val="bg1"/>
            </a:bgClr>
          </a:pattFill>
        </p:spPr>
        <p:txBody>
          <a:bodyPr/>
          <a:lstStyle/>
          <a:p>
            <a:endParaRPr lang="zh-CN" altLang="en-US"/>
          </a:p>
        </p:txBody>
      </p:sp>
      <p:sp>
        <p:nvSpPr>
          <p:cNvPr id="10" name="文本占位符 6"/>
          <p:cNvSpPr>
            <a:spLocks noGrp="1"/>
          </p:cNvSpPr>
          <p:nvPr>
            <p:ph type="body" sz="quarter" idx="17" hasCustomPrompt="1"/>
          </p:nvPr>
        </p:nvSpPr>
        <p:spPr>
          <a:xfrm>
            <a:off x="7552881" y="2664473"/>
            <a:ext cx="3827268" cy="908984"/>
          </a:xfrm>
          <a:prstGeom prst="rect">
            <a:avLst/>
          </a:prstGeom>
        </p:spPr>
        <p:txBody>
          <a:bodyPr/>
          <a:lstStyle>
            <a:lvl1pPr marL="0" indent="0" algn="l">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1" name="文本占位符 6"/>
          <p:cNvSpPr>
            <a:spLocks noGrp="1"/>
          </p:cNvSpPr>
          <p:nvPr>
            <p:ph type="body" sz="quarter" idx="15" hasCustomPrompt="1"/>
          </p:nvPr>
        </p:nvSpPr>
        <p:spPr>
          <a:xfrm>
            <a:off x="7552881" y="2092550"/>
            <a:ext cx="3827269" cy="342900"/>
          </a:xfrm>
          <a:prstGeom prst="rect">
            <a:avLst/>
          </a:prstGeom>
        </p:spPr>
        <p:txBody>
          <a:bodyPr/>
          <a:lstStyle>
            <a:lvl1pPr marL="0" indent="0" algn="l">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3" name="文本占位符 6"/>
          <p:cNvSpPr>
            <a:spLocks noGrp="1"/>
          </p:cNvSpPr>
          <p:nvPr>
            <p:ph type="body" sz="quarter" idx="18" hasCustomPrompt="1"/>
          </p:nvPr>
        </p:nvSpPr>
        <p:spPr>
          <a:xfrm>
            <a:off x="671288" y="2580566"/>
            <a:ext cx="3827268" cy="908984"/>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4" name="文本占位符 6"/>
          <p:cNvSpPr>
            <a:spLocks noGrp="1"/>
          </p:cNvSpPr>
          <p:nvPr>
            <p:ph type="body" sz="quarter" idx="19" hasCustomPrompt="1"/>
          </p:nvPr>
        </p:nvSpPr>
        <p:spPr>
          <a:xfrm>
            <a:off x="671287" y="2110993"/>
            <a:ext cx="3827263" cy="342900"/>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矩形 15"/>
          <p:cNvSpPr/>
          <p:nvPr userDrawn="1"/>
        </p:nvSpPr>
        <p:spPr>
          <a:xfrm>
            <a:off x="4507900" y="2110993"/>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7" name="矩形 16"/>
          <p:cNvSpPr/>
          <p:nvPr userDrawn="1"/>
        </p:nvSpPr>
        <p:spPr>
          <a:xfrm>
            <a:off x="7464742" y="2093467"/>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8" name="îṧľïḍé"/>
          <p:cNvSpPr/>
          <p:nvPr userDrawn="1"/>
        </p:nvSpPr>
        <p:spPr bwMode="auto">
          <a:xfrm>
            <a:off x="5983906" y="3970872"/>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文本占位符 6"/>
          <p:cNvSpPr>
            <a:spLocks noGrp="1"/>
          </p:cNvSpPr>
          <p:nvPr>
            <p:ph type="body" sz="quarter" idx="20" hasCustomPrompt="1"/>
          </p:nvPr>
        </p:nvSpPr>
        <p:spPr>
          <a:xfrm>
            <a:off x="7552881" y="4285582"/>
            <a:ext cx="3827268" cy="908984"/>
          </a:xfrm>
          <a:prstGeom prst="rect">
            <a:avLst/>
          </a:prstGeom>
        </p:spPr>
        <p:txBody>
          <a:bodyPr/>
          <a:lstStyle>
            <a:lvl1pPr marL="0" indent="0" algn="l">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0" name="文本占位符 6"/>
          <p:cNvSpPr>
            <a:spLocks noGrp="1"/>
          </p:cNvSpPr>
          <p:nvPr>
            <p:ph type="body" sz="quarter" idx="21" hasCustomPrompt="1"/>
          </p:nvPr>
        </p:nvSpPr>
        <p:spPr>
          <a:xfrm>
            <a:off x="7552881" y="3713659"/>
            <a:ext cx="3827269" cy="342900"/>
          </a:xfrm>
          <a:prstGeom prst="rect">
            <a:avLst/>
          </a:prstGeom>
        </p:spPr>
        <p:txBody>
          <a:bodyPr/>
          <a:lstStyle>
            <a:lvl1pPr marL="0" indent="0" algn="l">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6"/>
          <p:cNvSpPr>
            <a:spLocks noGrp="1"/>
          </p:cNvSpPr>
          <p:nvPr>
            <p:ph type="body" sz="quarter" idx="22" hasCustomPrompt="1"/>
          </p:nvPr>
        </p:nvSpPr>
        <p:spPr>
          <a:xfrm>
            <a:off x="671288" y="4201675"/>
            <a:ext cx="3827268" cy="908984"/>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2" name="文本占位符 6"/>
          <p:cNvSpPr>
            <a:spLocks noGrp="1"/>
          </p:cNvSpPr>
          <p:nvPr>
            <p:ph type="body" sz="quarter" idx="23" hasCustomPrompt="1"/>
          </p:nvPr>
        </p:nvSpPr>
        <p:spPr>
          <a:xfrm>
            <a:off x="671287" y="3732102"/>
            <a:ext cx="3827263" cy="342900"/>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矩形 22"/>
          <p:cNvSpPr/>
          <p:nvPr userDrawn="1"/>
        </p:nvSpPr>
        <p:spPr>
          <a:xfrm>
            <a:off x="4507900" y="3732102"/>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矩形 23"/>
          <p:cNvSpPr/>
          <p:nvPr userDrawn="1"/>
        </p:nvSpPr>
        <p:spPr>
          <a:xfrm>
            <a:off x="7464742" y="3714576"/>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5" name="îṧľïḍé"/>
          <p:cNvSpPr/>
          <p:nvPr userDrawn="1"/>
        </p:nvSpPr>
        <p:spPr bwMode="auto">
          <a:xfrm>
            <a:off x="6033752" y="5314441"/>
            <a:ext cx="47593" cy="47593"/>
          </a:xfrm>
          <a:prstGeom prst="ellipse">
            <a:avLst/>
          </a:prstGeom>
          <a:solidFill>
            <a:schemeClr val="accent1"/>
          </a:solidFill>
          <a:ln>
            <a:noFill/>
          </a:ln>
        </p:spPr>
        <p:txBody>
          <a:bodyPr anchor="ctr"/>
          <a:lstStyle/>
          <a:p>
            <a:pPr algn="ctr"/>
            <a:endParaRPr>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6" name="图片 25"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样机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grpSp>
        <p:nvGrpSpPr>
          <p:cNvPr id="27" name="组合 26"/>
          <p:cNvGrpSpPr/>
          <p:nvPr userDrawn="1"/>
        </p:nvGrpSpPr>
        <p:grpSpPr>
          <a:xfrm>
            <a:off x="944291" y="1002663"/>
            <a:ext cx="11228659" cy="4801858"/>
            <a:chOff x="963341" y="322409"/>
            <a:chExt cx="11228659" cy="4801858"/>
          </a:xfrm>
        </p:grpSpPr>
        <p:sp>
          <p:nvSpPr>
            <p:cNvPr id="28" name="矩形 27"/>
            <p:cNvSpPr/>
            <p:nvPr/>
          </p:nvSpPr>
          <p:spPr>
            <a:xfrm>
              <a:off x="6718853" y="873797"/>
              <a:ext cx="5473147" cy="41300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latin typeface="Arial" panose="020B0604020202020204" pitchFamily="34" charset="0"/>
                <a:ea typeface="微软雅黑" panose="020B0503020204020204" pitchFamily="34" charset="-122"/>
              </a:endParaRPr>
            </a:p>
          </p:txBody>
        </p:sp>
        <p:pic>
          <p:nvPicPr>
            <p:cNvPr id="37" name="图片 3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3341" y="322409"/>
              <a:ext cx="4801858" cy="4801858"/>
            </a:xfrm>
            <a:prstGeom prst="rect">
              <a:avLst/>
            </a:prstGeom>
          </p:spPr>
        </p:pic>
      </p:grpSp>
      <p:sp>
        <p:nvSpPr>
          <p:cNvPr id="8"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1" name="矩形 10"/>
          <p:cNvSpPr/>
          <p:nvPr userDrawn="1"/>
        </p:nvSpPr>
        <p:spPr>
          <a:xfrm>
            <a:off x="7031038" y="2326719"/>
            <a:ext cx="80990" cy="342900"/>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13" name="图片占位符 12"/>
          <p:cNvSpPr>
            <a:spLocks noGrp="1"/>
          </p:cNvSpPr>
          <p:nvPr>
            <p:ph type="pic" sz="quarter" idx="18"/>
          </p:nvPr>
        </p:nvSpPr>
        <p:spPr>
          <a:xfrm>
            <a:off x="1168400" y="1866444"/>
            <a:ext cx="4338320" cy="2456636"/>
          </a:xfrm>
          <a:prstGeom prst="rect">
            <a:avLst/>
          </a:prstGeom>
        </p:spPr>
        <p:txBody>
          <a:bodyPr/>
          <a:lstStyle/>
          <a:p>
            <a:endParaRPr lang="zh-CN" altLang="en-US"/>
          </a:p>
        </p:txBody>
      </p:sp>
      <p:sp>
        <p:nvSpPr>
          <p:cNvPr id="14" name="矩形 13"/>
          <p:cNvSpPr/>
          <p:nvPr userDrawn="1"/>
        </p:nvSpPr>
        <p:spPr>
          <a:xfrm>
            <a:off x="0" y="6285698"/>
            <a:ext cx="2946399" cy="382604"/>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7" name="图片 6"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样机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8" name="矩形 27"/>
          <p:cNvSpPr/>
          <p:nvPr userDrawn="1"/>
        </p:nvSpPr>
        <p:spPr>
          <a:xfrm>
            <a:off x="6699803" y="1554051"/>
            <a:ext cx="5473147" cy="41300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dirty="0">
              <a:latin typeface="Arial" panose="020B0604020202020204" pitchFamily="34" charset="0"/>
              <a:ea typeface="微软雅黑" panose="020B0503020204020204" pitchFamily="34" charset="-122"/>
            </a:endParaRPr>
          </a:p>
        </p:txBody>
      </p:sp>
      <p:pic>
        <p:nvPicPr>
          <p:cNvPr id="7" name="图片 6" descr="电脑的屏幕&#10;&#10;描述已自动生成"/>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2614" y="2217242"/>
            <a:ext cx="5574336" cy="3366899"/>
          </a:xfrm>
          <a:prstGeom prst="rect">
            <a:avLst/>
          </a:prstGeom>
        </p:spPr>
      </p:pic>
      <p:sp>
        <p:nvSpPr>
          <p:cNvPr id="10" name="图片占位符 9"/>
          <p:cNvSpPr>
            <a:spLocks noGrp="1"/>
          </p:cNvSpPr>
          <p:nvPr>
            <p:ph type="pic" sz="quarter" idx="13"/>
          </p:nvPr>
        </p:nvSpPr>
        <p:spPr>
          <a:xfrm>
            <a:off x="1206500" y="2406185"/>
            <a:ext cx="4184650" cy="2616666"/>
          </a:xfrm>
          <a:prstGeom prst="rect">
            <a:avLst/>
          </a:prstGeom>
        </p:spPr>
        <p:txBody>
          <a:bodyPr/>
          <a:lstStyle/>
          <a:p>
            <a:endParaRPr lang="zh-CN" altLang="en-US" dirty="0"/>
          </a:p>
        </p:txBody>
      </p:sp>
      <p:cxnSp>
        <p:nvCxnSpPr>
          <p:cNvPr id="8" name="直接连接符 7"/>
          <p:cNvCxnSpPr/>
          <p:nvPr userDrawn="1"/>
        </p:nvCxnSpPr>
        <p:spPr>
          <a:xfrm>
            <a:off x="7188229" y="2838960"/>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1"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主题-封面">
    <p:spTree>
      <p:nvGrpSpPr>
        <p:cNvPr id="1" name=""/>
        <p:cNvGrpSpPr/>
        <p:nvPr/>
      </p:nvGrpSpPr>
      <p:grpSpPr>
        <a:xfrm>
          <a:off x="0" y="0"/>
          <a:ext cx="0" cy="0"/>
          <a:chOff x="0" y="0"/>
          <a:chExt cx="0" cy="0"/>
        </a:xfrm>
      </p:grpSpPr>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pic>
        <p:nvPicPr>
          <p:cNvPr id="3" name="图片 2"/>
          <p:cNvPicPr>
            <a:picLocks noChangeAspect="1"/>
          </p:cNvPicPr>
          <p:nvPr userDrawn="1"/>
        </p:nvPicPr>
        <p:blipFill rotWithShape="1">
          <a:blip r:embed="rId2" cstate="print">
            <a:extLst>
              <a:ext uri="{28A0092B-C50C-407E-A947-70E740481C1C}">
                <a14:useLocalDpi xmlns:a14="http://schemas.microsoft.com/office/drawing/2010/main" val="0"/>
              </a:ext>
            </a:extLst>
          </a:blip>
          <a:srcRect l="13442" t="37619" r="9722" b="8531"/>
          <a:stretch>
            <a:fillRect/>
          </a:stretch>
        </p:blipFill>
        <p:spPr>
          <a:xfrm>
            <a:off x="0" y="-30798"/>
            <a:ext cx="12192000" cy="6919595"/>
          </a:xfrm>
          <a:prstGeom prst="rect">
            <a:avLst/>
          </a:prstGeom>
        </p:spPr>
      </p:pic>
      <p:sp>
        <p:nvSpPr>
          <p:cNvPr id="6" name="文本框 5"/>
          <p:cNvSpPr txBox="1"/>
          <p:nvPr userDrawn="1"/>
        </p:nvSpPr>
        <p:spPr>
          <a:xfrm>
            <a:off x="2541587" y="2016222"/>
            <a:ext cx="7343558" cy="923330"/>
          </a:xfrm>
          <a:prstGeom prst="rect">
            <a:avLst/>
          </a:prstGeom>
          <a:noFill/>
          <a:ln>
            <a:solidFill>
              <a:schemeClr val="accent1">
                <a:alpha val="0"/>
              </a:schemeClr>
            </a:solidFill>
          </a:ln>
          <a:effectLst>
            <a:softEdge rad="1270000"/>
          </a:effectLst>
        </p:spPr>
        <p:txBody>
          <a:bodyPr wrap="square" rtlCol="0">
            <a:spAutoFit/>
          </a:bodyPr>
          <a:lstStyle/>
          <a:p>
            <a:r>
              <a:rPr lang="en-US" altLang="zh-CN" sz="5400" dirty="0">
                <a:ln>
                  <a:solidFill>
                    <a:schemeClr val="accent1"/>
                  </a:solidFill>
                </a:ln>
                <a:solidFill>
                  <a:schemeClr val="lt1"/>
                </a:solidFill>
                <a:latin typeface="Arial Black" panose="020B0A04020102020204" pitchFamily="34" charset="0"/>
                <a:cs typeface="Arial Black" panose="020B0A04020102020204" pitchFamily="34" charset="0"/>
              </a:rPr>
              <a:t>BEIJING XINGHUA</a:t>
            </a:r>
            <a:endParaRPr lang="en-US" altLang="zh-CN" sz="5400" dirty="0">
              <a:ln>
                <a:solidFill>
                  <a:schemeClr val="accent1"/>
                </a:solidFill>
              </a:ln>
              <a:solidFill>
                <a:schemeClr val="lt1"/>
              </a:solidFill>
              <a:latin typeface="Arial Black" panose="020B0A04020102020204" pitchFamily="34" charset="0"/>
              <a:cs typeface="Arial Black" panose="020B0A04020102020204" pitchFamily="34" charset="0"/>
            </a:endParaRPr>
          </a:p>
        </p:txBody>
      </p:sp>
      <p:sp>
        <p:nvSpPr>
          <p:cNvPr id="9" name="文本占位符 8"/>
          <p:cNvSpPr>
            <a:spLocks noGrp="1"/>
          </p:cNvSpPr>
          <p:nvPr>
            <p:ph type="body" sz="quarter" idx="10" hasCustomPrompt="1"/>
          </p:nvPr>
        </p:nvSpPr>
        <p:spPr>
          <a:xfrm>
            <a:off x="2191678" y="2399471"/>
            <a:ext cx="7808643" cy="1080161"/>
          </a:xfrm>
          <a:prstGeom prst="rect">
            <a:avLst/>
          </a:prstGeom>
        </p:spPr>
        <p:txBody>
          <a:bodyPr/>
          <a:lstStyle>
            <a:lvl1pPr marL="0" indent="0" algn="ctr">
              <a:buNone/>
              <a:defRPr sz="6000" b="1"/>
            </a:lvl1pPr>
          </a:lstStyle>
          <a:p>
            <a:pPr lvl="0"/>
            <a:r>
              <a:rPr lang="zh-CN" altLang="en-US" dirty="0"/>
              <a:t>北京兴华会计师事务所</a:t>
            </a:r>
            <a:endParaRPr lang="zh-CN" altLang="en-US" dirty="0"/>
          </a:p>
        </p:txBody>
      </p:sp>
      <p:sp>
        <p:nvSpPr>
          <p:cNvPr id="11" name="文本占位符 10"/>
          <p:cNvSpPr>
            <a:spLocks noGrp="1"/>
          </p:cNvSpPr>
          <p:nvPr>
            <p:ph type="body" sz="quarter" idx="11" hasCustomPrompt="1"/>
          </p:nvPr>
        </p:nvSpPr>
        <p:spPr>
          <a:xfrm>
            <a:off x="467056" y="5574639"/>
            <a:ext cx="3698336" cy="1270000"/>
          </a:xfrm>
          <a:prstGeom prst="rect">
            <a:avLst/>
          </a:prstGeom>
        </p:spPr>
        <p:txBody>
          <a:bodyPr/>
          <a:lstStyle>
            <a:lvl1pPr marL="0" indent="0">
              <a:buNone/>
              <a:defRPr>
                <a:solidFill>
                  <a:schemeClr val="accent1"/>
                </a:solidFill>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BEIJING XINGHUA CERTIFIED</a:t>
            </a:r>
            <a:endPar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PUBLIC </a:t>
            </a:r>
            <a:endPar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rPr>
              <a:t>ACCOUNTANTS</a:t>
            </a:r>
            <a:endParaRPr kumimoji="0" lang="zh-CN" altLang="en-US" sz="2000" b="0" i="0" u="none" strike="noStrike" kern="1200" cap="none" spc="-150" normalizeH="0" baseline="0" noProof="0" dirty="0">
              <a:ln>
                <a:noFill/>
              </a:ln>
              <a:solidFill>
                <a:srgbClr val="E6E6E5"/>
              </a:solidFill>
              <a:effectLst/>
              <a:uLnTx/>
              <a:uFillTx/>
              <a:latin typeface="Arial" panose="020B0604020202020204"/>
              <a:ea typeface="微软雅黑" panose="020B0503020204020204" pitchFamily="34" charset="-122"/>
              <a:cs typeface="+mn-ea"/>
              <a:sym typeface="+mn-lt"/>
            </a:endParaRPr>
          </a:p>
        </p:txBody>
      </p:sp>
      <p:pic>
        <p:nvPicPr>
          <p:cNvPr id="5" name="图片 4" descr="资源 1@3x"/>
          <p:cNvPicPr>
            <a:picLocks noChangeAspect="1"/>
          </p:cNvPicPr>
          <p:nvPr userDrawn="1"/>
        </p:nvPicPr>
        <p:blipFill>
          <a:blip r:embed="rId3"/>
          <a:stretch>
            <a:fillRect/>
          </a:stretch>
        </p:blipFill>
        <p:spPr>
          <a:xfrm>
            <a:off x="859155" y="749300"/>
            <a:ext cx="1812290" cy="469265"/>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主题-目录页">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9525" y="0"/>
            <a:ext cx="12172950" cy="6858000"/>
          </a:xfrm>
          <a:prstGeom prst="rect">
            <a:avLst/>
          </a:prstGeom>
        </p:spPr>
      </p:pic>
      <p:pic>
        <p:nvPicPr>
          <p:cNvPr id="4" name="图片 3"/>
          <p:cNvPicPr>
            <a:picLocks noChangeAspect="1"/>
          </p:cNvPicPr>
          <p:nvPr userDrawn="1"/>
        </p:nvPicPr>
        <p:blipFill rotWithShape="1">
          <a:blip r:embed="rId3" cstate="print">
            <a:extLst>
              <a:ext uri="{28A0092B-C50C-407E-A947-70E740481C1C}">
                <a14:useLocalDpi xmlns:a14="http://schemas.microsoft.com/office/drawing/2010/main" val="0"/>
              </a:ext>
            </a:extLst>
          </a:blip>
          <a:srcRect l="29806" b="15448"/>
          <a:stretch>
            <a:fillRect/>
          </a:stretch>
        </p:blipFill>
        <p:spPr>
          <a:xfrm>
            <a:off x="277067" y="-4081"/>
            <a:ext cx="4456504" cy="6858000"/>
          </a:xfrm>
          <a:prstGeom prst="rect">
            <a:avLst/>
          </a:prstGeom>
        </p:spPr>
      </p:pic>
      <p:sp>
        <p:nvSpPr>
          <p:cNvPr id="5" name="单圆角矩形 14"/>
          <p:cNvSpPr/>
          <p:nvPr userDrawn="1"/>
        </p:nvSpPr>
        <p:spPr>
          <a:xfrm>
            <a:off x="0" y="-4081"/>
            <a:ext cx="1575787" cy="6859270"/>
          </a:xfrm>
          <a:prstGeom prst="snipRoundRect">
            <a:avLst>
              <a:gd name="adj1" fmla="val 0"/>
              <a:gd name="adj2" fmla="val 31365"/>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48"/>
          <p:cNvSpPr txBox="1"/>
          <p:nvPr userDrawn="1"/>
        </p:nvSpPr>
        <p:spPr>
          <a:xfrm>
            <a:off x="1575787" y="847024"/>
            <a:ext cx="801878" cy="1754326"/>
          </a:xfrm>
          <a:prstGeom prst="rect">
            <a:avLst/>
          </a:prstGeom>
          <a:noFill/>
        </p:spPr>
        <p:txBody>
          <a:bodyPr wrap="square" rtlCol="0">
            <a:spAutoFit/>
          </a:bodyPr>
          <a:lstStyle/>
          <a:p>
            <a:pPr algn="dist"/>
            <a:r>
              <a:rPr lang="zh-CN" altLang="en-US" sz="5400" dirty="0">
                <a:solidFill>
                  <a:schemeClr val="bg1"/>
                </a:solidFill>
                <a:latin typeface="微软雅黑" panose="020B0503020204020204" pitchFamily="34" charset="-122"/>
                <a:ea typeface="微软雅黑" panose="020B0503020204020204" pitchFamily="34" charset="-122"/>
              </a:rPr>
              <a:t>目</a:t>
            </a:r>
            <a:endParaRPr lang="en-US" altLang="zh-CN" sz="5400" dirty="0">
              <a:solidFill>
                <a:schemeClr val="bg1"/>
              </a:solidFill>
              <a:latin typeface="微软雅黑" panose="020B0503020204020204" pitchFamily="34" charset="-122"/>
              <a:ea typeface="微软雅黑" panose="020B0503020204020204" pitchFamily="34" charset="-122"/>
            </a:endParaRPr>
          </a:p>
          <a:p>
            <a:pPr algn="dist"/>
            <a:r>
              <a:rPr lang="zh-CN" altLang="en-US" sz="5400" dirty="0">
                <a:solidFill>
                  <a:schemeClr val="bg1"/>
                </a:solidFill>
                <a:latin typeface="微软雅黑" panose="020B0503020204020204" pitchFamily="34" charset="-122"/>
                <a:ea typeface="微软雅黑" panose="020B0503020204020204" pitchFamily="34" charset="-122"/>
              </a:rPr>
              <a:t>录</a:t>
            </a:r>
            <a:endParaRPr lang="en-ID" sz="540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1"/>
          <p:cNvSpPr>
            <a:spLocks noGrp="1"/>
          </p:cNvSpPr>
          <p:nvPr userDrawn="1"/>
        </p:nvSpPr>
        <p:spPr>
          <a:xfrm>
            <a:off x="11002264" y="6322060"/>
            <a:ext cx="316992" cy="262467"/>
          </a:xfrm>
          <a:prstGeom prst="rect">
            <a:avLst/>
          </a:prstGeom>
        </p:spPr>
        <p:txBody>
          <a:bodyPr lIns="0" tIns="18288" rIns="0" bIns="18288"/>
          <a:lstStyle>
            <a:defPPr>
              <a:defRPr lang="en-US"/>
            </a:defPPr>
            <a:lvl1pPr marL="0" algn="ctr" defTabSz="914400" rtl="0" eaLnBrk="1" latinLnBrk="0" hangingPunct="1">
              <a:defRPr sz="1065" b="1" kern="1200" baseline="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 name="矩形 7"/>
          <p:cNvSpPr/>
          <p:nvPr userDrawn="1"/>
        </p:nvSpPr>
        <p:spPr>
          <a:xfrm>
            <a:off x="109224" y="91486"/>
            <a:ext cx="1536700" cy="6668135"/>
          </a:xfrm>
          <a:prstGeom prst="rect">
            <a:avLst/>
          </a:prstGeom>
          <a:noFill/>
          <a:ln>
            <a:noFill/>
          </a:ln>
        </p:spPr>
        <p:txBody>
          <a:bodyPr vert="vert270" wrap="none" rtlCol="0" anchor="t">
            <a:spAutoFit/>
          </a:bodyPr>
          <a:lstStyle/>
          <a:p>
            <a:pPr algn="ctr"/>
            <a:r>
              <a:rPr lang="en-US" altLang="zh-CN" sz="8800" b="1" dirty="0">
                <a:solidFill>
                  <a:schemeClr val="bg1"/>
                </a:solidFill>
                <a:effectLst>
                  <a:outerShdw blurRad="38100" dist="19050" dir="2700000" algn="tl" rotWithShape="0">
                    <a:schemeClr val="dk1">
                      <a:alpha val="40000"/>
                    </a:schemeClr>
                  </a:outerShdw>
                </a:effectLst>
                <a:latin typeface="+mj-ea"/>
                <a:ea typeface="+mj-ea"/>
              </a:rPr>
              <a:t>CONTENTS.</a:t>
            </a:r>
            <a:endParaRPr lang="en-US" altLang="zh-CN" sz="8800" b="1" dirty="0">
              <a:solidFill>
                <a:schemeClr val="bg1"/>
              </a:solidFill>
              <a:effectLst>
                <a:outerShdw blurRad="38100" dist="19050" dir="2700000" algn="tl" rotWithShape="0">
                  <a:schemeClr val="dk1">
                    <a:alpha val="40000"/>
                  </a:schemeClr>
                </a:outerShdw>
              </a:effectLst>
              <a:latin typeface="+mj-ea"/>
              <a:ea typeface="+mj-ea"/>
            </a:endParaRPr>
          </a:p>
        </p:txBody>
      </p:sp>
      <p:sp>
        <p:nvSpPr>
          <p:cNvPr id="9" name="矩形 8"/>
          <p:cNvSpPr/>
          <p:nvPr userDrawn="1"/>
        </p:nvSpPr>
        <p:spPr>
          <a:xfrm>
            <a:off x="4372891" y="6195060"/>
            <a:ext cx="360680" cy="8553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11715115" y="-635"/>
            <a:ext cx="83820" cy="3917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1" name="标题 1"/>
          <p:cNvSpPr txBox="1"/>
          <p:nvPr userDrawn="1"/>
        </p:nvSpPr>
        <p:spPr>
          <a:xfrm>
            <a:off x="6012872" y="1509219"/>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2" name="文本占位符 5"/>
          <p:cNvSpPr>
            <a:spLocks noGrp="1"/>
          </p:cNvSpPr>
          <p:nvPr>
            <p:ph type="body" sz="quarter" idx="12" hasCustomPrompt="1"/>
          </p:nvPr>
        </p:nvSpPr>
        <p:spPr>
          <a:xfrm>
            <a:off x="6012872" y="1857385"/>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13" name="文本占位符 5"/>
          <p:cNvSpPr>
            <a:spLocks noGrp="1"/>
          </p:cNvSpPr>
          <p:nvPr>
            <p:ph type="body" sz="quarter" idx="20" hasCustomPrompt="1"/>
          </p:nvPr>
        </p:nvSpPr>
        <p:spPr>
          <a:xfrm>
            <a:off x="6012872" y="1441673"/>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4" name="椭圆 13"/>
          <p:cNvSpPr/>
          <p:nvPr userDrawn="1"/>
        </p:nvSpPr>
        <p:spPr>
          <a:xfrm>
            <a:off x="5768400" y="1502515"/>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p:nvPr userDrawn="1"/>
        </p:nvSpPr>
        <p:spPr>
          <a:xfrm>
            <a:off x="6012872" y="2758388"/>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6" name="文本占位符 5"/>
          <p:cNvSpPr>
            <a:spLocks noGrp="1"/>
          </p:cNvSpPr>
          <p:nvPr>
            <p:ph type="body" sz="quarter" idx="21" hasCustomPrompt="1"/>
          </p:nvPr>
        </p:nvSpPr>
        <p:spPr>
          <a:xfrm>
            <a:off x="6012872" y="3106554"/>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17" name="文本占位符 5"/>
          <p:cNvSpPr>
            <a:spLocks noGrp="1"/>
          </p:cNvSpPr>
          <p:nvPr>
            <p:ph type="body" sz="quarter" idx="22" hasCustomPrompt="1"/>
          </p:nvPr>
        </p:nvSpPr>
        <p:spPr>
          <a:xfrm>
            <a:off x="6012872" y="2690842"/>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8" name="椭圆 17"/>
          <p:cNvSpPr/>
          <p:nvPr userDrawn="1"/>
        </p:nvSpPr>
        <p:spPr>
          <a:xfrm>
            <a:off x="5768400" y="2751684"/>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
          <p:cNvSpPr txBox="1"/>
          <p:nvPr userDrawn="1"/>
        </p:nvSpPr>
        <p:spPr>
          <a:xfrm>
            <a:off x="6012872" y="392543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0" name="文本占位符 5"/>
          <p:cNvSpPr>
            <a:spLocks noGrp="1"/>
          </p:cNvSpPr>
          <p:nvPr>
            <p:ph type="body" sz="quarter" idx="23" hasCustomPrompt="1"/>
          </p:nvPr>
        </p:nvSpPr>
        <p:spPr>
          <a:xfrm>
            <a:off x="6012872" y="4273599"/>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1" name="文本占位符 5"/>
          <p:cNvSpPr>
            <a:spLocks noGrp="1"/>
          </p:cNvSpPr>
          <p:nvPr>
            <p:ph type="body" sz="quarter" idx="24" hasCustomPrompt="1"/>
          </p:nvPr>
        </p:nvSpPr>
        <p:spPr>
          <a:xfrm>
            <a:off x="6012872" y="3857887"/>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2" name="椭圆 21"/>
          <p:cNvSpPr/>
          <p:nvPr userDrawn="1"/>
        </p:nvSpPr>
        <p:spPr>
          <a:xfrm>
            <a:off x="5768400" y="391872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题 1"/>
          <p:cNvSpPr txBox="1"/>
          <p:nvPr userDrawn="1"/>
        </p:nvSpPr>
        <p:spPr>
          <a:xfrm>
            <a:off x="6012872" y="50914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4" name="文本占位符 5"/>
          <p:cNvSpPr>
            <a:spLocks noGrp="1"/>
          </p:cNvSpPr>
          <p:nvPr>
            <p:ph type="body" sz="quarter" idx="25" hasCustomPrompt="1"/>
          </p:nvPr>
        </p:nvSpPr>
        <p:spPr>
          <a:xfrm>
            <a:off x="6012872" y="5439623"/>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5" name="文本占位符 5"/>
          <p:cNvSpPr>
            <a:spLocks noGrp="1"/>
          </p:cNvSpPr>
          <p:nvPr>
            <p:ph type="body" sz="quarter" idx="26" hasCustomPrompt="1"/>
          </p:nvPr>
        </p:nvSpPr>
        <p:spPr>
          <a:xfrm>
            <a:off x="6012872" y="5023911"/>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6" name="椭圆 25"/>
          <p:cNvSpPr/>
          <p:nvPr userDrawn="1"/>
        </p:nvSpPr>
        <p:spPr>
          <a:xfrm>
            <a:off x="5768400" y="50847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标题 1"/>
          <p:cNvSpPr txBox="1"/>
          <p:nvPr userDrawn="1"/>
        </p:nvSpPr>
        <p:spPr>
          <a:xfrm>
            <a:off x="8507137" y="1509219"/>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8" name="文本占位符 5"/>
          <p:cNvSpPr>
            <a:spLocks noGrp="1"/>
          </p:cNvSpPr>
          <p:nvPr>
            <p:ph type="body" sz="quarter" idx="27" hasCustomPrompt="1"/>
          </p:nvPr>
        </p:nvSpPr>
        <p:spPr>
          <a:xfrm>
            <a:off x="8507137" y="1857385"/>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29" name="文本占位符 5"/>
          <p:cNvSpPr>
            <a:spLocks noGrp="1"/>
          </p:cNvSpPr>
          <p:nvPr>
            <p:ph type="body" sz="quarter" idx="28" hasCustomPrompt="1"/>
          </p:nvPr>
        </p:nvSpPr>
        <p:spPr>
          <a:xfrm>
            <a:off x="8507137" y="1441673"/>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0" name="椭圆 29"/>
          <p:cNvSpPr/>
          <p:nvPr userDrawn="1"/>
        </p:nvSpPr>
        <p:spPr>
          <a:xfrm>
            <a:off x="8262665" y="1502515"/>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标题 1"/>
          <p:cNvSpPr txBox="1"/>
          <p:nvPr userDrawn="1"/>
        </p:nvSpPr>
        <p:spPr>
          <a:xfrm>
            <a:off x="8507137" y="2758388"/>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32" name="文本占位符 5"/>
          <p:cNvSpPr>
            <a:spLocks noGrp="1"/>
          </p:cNvSpPr>
          <p:nvPr>
            <p:ph type="body" sz="quarter" idx="29" hasCustomPrompt="1"/>
          </p:nvPr>
        </p:nvSpPr>
        <p:spPr>
          <a:xfrm>
            <a:off x="8507137" y="3106554"/>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33" name="文本占位符 5"/>
          <p:cNvSpPr>
            <a:spLocks noGrp="1"/>
          </p:cNvSpPr>
          <p:nvPr>
            <p:ph type="body" sz="quarter" idx="30" hasCustomPrompt="1"/>
          </p:nvPr>
        </p:nvSpPr>
        <p:spPr>
          <a:xfrm>
            <a:off x="8507137" y="2690842"/>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4" name="椭圆 33"/>
          <p:cNvSpPr/>
          <p:nvPr userDrawn="1"/>
        </p:nvSpPr>
        <p:spPr>
          <a:xfrm>
            <a:off x="8262665" y="2751684"/>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标题 1"/>
          <p:cNvSpPr txBox="1"/>
          <p:nvPr userDrawn="1"/>
        </p:nvSpPr>
        <p:spPr>
          <a:xfrm>
            <a:off x="8507137" y="392543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36" name="文本占位符 5"/>
          <p:cNvSpPr>
            <a:spLocks noGrp="1"/>
          </p:cNvSpPr>
          <p:nvPr>
            <p:ph type="body" sz="quarter" idx="31" hasCustomPrompt="1"/>
          </p:nvPr>
        </p:nvSpPr>
        <p:spPr>
          <a:xfrm>
            <a:off x="8507137" y="4273599"/>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37" name="文本占位符 5"/>
          <p:cNvSpPr>
            <a:spLocks noGrp="1"/>
          </p:cNvSpPr>
          <p:nvPr>
            <p:ph type="body" sz="quarter" idx="32" hasCustomPrompt="1"/>
          </p:nvPr>
        </p:nvSpPr>
        <p:spPr>
          <a:xfrm>
            <a:off x="8507137" y="3857887"/>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38" name="椭圆 37"/>
          <p:cNvSpPr/>
          <p:nvPr userDrawn="1"/>
        </p:nvSpPr>
        <p:spPr>
          <a:xfrm>
            <a:off x="8262665" y="391872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标题 1"/>
          <p:cNvSpPr txBox="1"/>
          <p:nvPr userDrawn="1"/>
        </p:nvSpPr>
        <p:spPr>
          <a:xfrm>
            <a:off x="8507137" y="50914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0" name="文本占位符 5"/>
          <p:cNvSpPr>
            <a:spLocks noGrp="1"/>
          </p:cNvSpPr>
          <p:nvPr>
            <p:ph type="body" sz="quarter" idx="33" hasCustomPrompt="1"/>
          </p:nvPr>
        </p:nvSpPr>
        <p:spPr>
          <a:xfrm>
            <a:off x="8507137" y="5439623"/>
            <a:ext cx="1126916" cy="256966"/>
          </a:xfrm>
          <a:prstGeom prst="rect">
            <a:avLst/>
          </a:prstGeom>
        </p:spPr>
        <p:txBody>
          <a:bodyPr/>
          <a:lstStyle>
            <a:lvl1pPr marL="0" indent="0">
              <a:buNone/>
              <a:defRPr sz="1200">
                <a:solidFill>
                  <a:schemeClr val="accent4"/>
                </a:solidFill>
                <a:latin typeface="+mj-lt"/>
              </a:defRPr>
            </a:lvl1pPr>
          </a:lstStyle>
          <a:p>
            <a:pPr lvl="0"/>
            <a:r>
              <a:rPr lang="en-US" altLang="zh-CN" b="0" i="0" dirty="0">
                <a:solidFill>
                  <a:srgbClr val="000000"/>
                </a:solidFill>
                <a:effectLst/>
                <a:highlight>
                  <a:srgbClr val="FFFFFF"/>
                </a:highlight>
                <a:latin typeface="Gilroy"/>
              </a:rPr>
              <a:t>Click to replace</a:t>
            </a:r>
            <a:endParaRPr lang="zh-CN" altLang="en-US" dirty="0"/>
          </a:p>
        </p:txBody>
      </p:sp>
      <p:sp>
        <p:nvSpPr>
          <p:cNvPr id="41" name="文本占位符 5"/>
          <p:cNvSpPr>
            <a:spLocks noGrp="1"/>
          </p:cNvSpPr>
          <p:nvPr>
            <p:ph type="body" sz="quarter" idx="34" hasCustomPrompt="1"/>
          </p:nvPr>
        </p:nvSpPr>
        <p:spPr>
          <a:xfrm>
            <a:off x="8507137" y="5023911"/>
            <a:ext cx="1126916"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2" name="椭圆 41"/>
          <p:cNvSpPr/>
          <p:nvPr userDrawn="1"/>
        </p:nvSpPr>
        <p:spPr>
          <a:xfrm>
            <a:off x="8262665" y="50847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主题-目录页">
    <p:spTree>
      <p:nvGrpSpPr>
        <p:cNvPr id="1" name=""/>
        <p:cNvGrpSpPr/>
        <p:nvPr/>
      </p:nvGrpSpPr>
      <p:grpSpPr>
        <a:xfrm>
          <a:off x="0" y="0"/>
          <a:ext cx="0" cy="0"/>
          <a:chOff x="0" y="0"/>
          <a:chExt cx="0" cy="0"/>
        </a:xfrm>
      </p:grpSpPr>
      <p:pic>
        <p:nvPicPr>
          <p:cNvPr id="58" name="图片 57"/>
          <p:cNvPicPr>
            <a:picLocks noChangeAspect="1"/>
          </p:cNvPicPr>
          <p:nvPr userDrawn="1"/>
        </p:nvPicPr>
        <p:blipFill>
          <a:blip r:embed="rId2"/>
          <a:stretch>
            <a:fillRect/>
          </a:stretch>
        </p:blipFill>
        <p:spPr>
          <a:xfrm>
            <a:off x="9525" y="0"/>
            <a:ext cx="12172950" cy="6858000"/>
          </a:xfrm>
          <a:prstGeom prst="rect">
            <a:avLst/>
          </a:prstGeom>
        </p:spPr>
      </p:pic>
      <p:pic>
        <p:nvPicPr>
          <p:cNvPr id="3" name="图片 2"/>
          <p:cNvPicPr>
            <a:picLocks noChangeAspect="1"/>
          </p:cNvPicPr>
          <p:nvPr userDrawn="1"/>
        </p:nvPicPr>
        <p:blipFill>
          <a:blip r:embed="rId2"/>
          <a:stretch>
            <a:fillRect/>
          </a:stretch>
        </p:blipFill>
        <p:spPr>
          <a:xfrm>
            <a:off x="877574" y="-8502148"/>
            <a:ext cx="12172950" cy="6858000"/>
          </a:xfrm>
          <a:prstGeom prst="rect">
            <a:avLst/>
          </a:prstGeom>
        </p:spPr>
      </p:pic>
      <p:pic>
        <p:nvPicPr>
          <p:cNvPr id="4" name="图片 3"/>
          <p:cNvPicPr>
            <a:picLocks noChangeAspect="1"/>
          </p:cNvPicPr>
          <p:nvPr userDrawn="1"/>
        </p:nvPicPr>
        <p:blipFill rotWithShape="1">
          <a:blip r:embed="rId3" cstate="print">
            <a:extLst>
              <a:ext uri="{28A0092B-C50C-407E-A947-70E740481C1C}">
                <a14:useLocalDpi xmlns:a14="http://schemas.microsoft.com/office/drawing/2010/main" val="0"/>
              </a:ext>
            </a:extLst>
          </a:blip>
          <a:srcRect l="29806" b="15448"/>
          <a:stretch>
            <a:fillRect/>
          </a:stretch>
        </p:blipFill>
        <p:spPr>
          <a:xfrm>
            <a:off x="277067" y="-4081"/>
            <a:ext cx="4456504" cy="6858000"/>
          </a:xfrm>
          <a:prstGeom prst="rect">
            <a:avLst/>
          </a:prstGeom>
        </p:spPr>
      </p:pic>
      <p:sp>
        <p:nvSpPr>
          <p:cNvPr id="5" name="单圆角矩形 14"/>
          <p:cNvSpPr/>
          <p:nvPr userDrawn="1"/>
        </p:nvSpPr>
        <p:spPr>
          <a:xfrm>
            <a:off x="0" y="-4081"/>
            <a:ext cx="1575787" cy="6859270"/>
          </a:xfrm>
          <a:prstGeom prst="snipRoundRect">
            <a:avLst>
              <a:gd name="adj1" fmla="val 0"/>
              <a:gd name="adj2" fmla="val 31365"/>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TextBox 48"/>
          <p:cNvSpPr txBox="1"/>
          <p:nvPr userDrawn="1"/>
        </p:nvSpPr>
        <p:spPr>
          <a:xfrm>
            <a:off x="1575787" y="847024"/>
            <a:ext cx="801878" cy="1754326"/>
          </a:xfrm>
          <a:prstGeom prst="rect">
            <a:avLst/>
          </a:prstGeom>
          <a:noFill/>
        </p:spPr>
        <p:txBody>
          <a:bodyPr wrap="square" rtlCol="0">
            <a:spAutoFit/>
          </a:bodyPr>
          <a:lstStyle/>
          <a:p>
            <a:pPr algn="dist"/>
            <a:r>
              <a:rPr lang="zh-CN" altLang="en-US" sz="5400" dirty="0">
                <a:solidFill>
                  <a:schemeClr val="bg1"/>
                </a:solidFill>
                <a:latin typeface="微软雅黑" panose="020B0503020204020204" pitchFamily="34" charset="-122"/>
                <a:ea typeface="微软雅黑" panose="020B0503020204020204" pitchFamily="34" charset="-122"/>
              </a:rPr>
              <a:t>目</a:t>
            </a:r>
            <a:endParaRPr lang="en-US" altLang="zh-CN" sz="5400" dirty="0">
              <a:solidFill>
                <a:schemeClr val="bg1"/>
              </a:solidFill>
              <a:latin typeface="微软雅黑" panose="020B0503020204020204" pitchFamily="34" charset="-122"/>
              <a:ea typeface="微软雅黑" panose="020B0503020204020204" pitchFamily="34" charset="-122"/>
            </a:endParaRPr>
          </a:p>
          <a:p>
            <a:pPr algn="dist"/>
            <a:r>
              <a:rPr lang="zh-CN" altLang="en-US" sz="5400" dirty="0">
                <a:solidFill>
                  <a:schemeClr val="bg1"/>
                </a:solidFill>
                <a:latin typeface="微软雅黑" panose="020B0503020204020204" pitchFamily="34" charset="-122"/>
                <a:ea typeface="微软雅黑" panose="020B0503020204020204" pitchFamily="34" charset="-122"/>
              </a:rPr>
              <a:t>录</a:t>
            </a:r>
            <a:endParaRPr lang="en-ID" sz="540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1"/>
          <p:cNvSpPr>
            <a:spLocks noGrp="1"/>
          </p:cNvSpPr>
          <p:nvPr userDrawn="1"/>
        </p:nvSpPr>
        <p:spPr>
          <a:xfrm>
            <a:off x="11002264" y="6322060"/>
            <a:ext cx="316992" cy="262467"/>
          </a:xfrm>
          <a:prstGeom prst="rect">
            <a:avLst/>
          </a:prstGeom>
        </p:spPr>
        <p:txBody>
          <a:bodyPr lIns="0" tIns="18288" rIns="0" bIns="18288"/>
          <a:lstStyle>
            <a:defPPr>
              <a:defRPr lang="en-US"/>
            </a:defPPr>
            <a:lvl1pPr marL="0" algn="ctr" defTabSz="914400" rtl="0" eaLnBrk="1" latinLnBrk="0" hangingPunct="1">
              <a:defRPr sz="1065" b="1" kern="1200" baseline="0">
                <a:solidFill>
                  <a:schemeClr val="bg1">
                    <a:lumMod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 name="矩形 7"/>
          <p:cNvSpPr/>
          <p:nvPr userDrawn="1"/>
        </p:nvSpPr>
        <p:spPr>
          <a:xfrm>
            <a:off x="109224" y="91486"/>
            <a:ext cx="1536700" cy="6668135"/>
          </a:xfrm>
          <a:prstGeom prst="rect">
            <a:avLst/>
          </a:prstGeom>
          <a:noFill/>
          <a:ln>
            <a:noFill/>
          </a:ln>
        </p:spPr>
        <p:txBody>
          <a:bodyPr vert="vert270" wrap="none" rtlCol="0" anchor="t">
            <a:spAutoFit/>
          </a:bodyPr>
          <a:lstStyle/>
          <a:p>
            <a:pPr algn="ctr"/>
            <a:r>
              <a:rPr lang="en-US" altLang="zh-CN" sz="8800" b="1" dirty="0">
                <a:solidFill>
                  <a:schemeClr val="bg1"/>
                </a:solidFill>
                <a:effectLst>
                  <a:outerShdw blurRad="38100" dist="19050" dir="2700000" algn="tl" rotWithShape="0">
                    <a:schemeClr val="dk1">
                      <a:alpha val="40000"/>
                    </a:schemeClr>
                  </a:outerShdw>
                </a:effectLst>
                <a:latin typeface="+mj-ea"/>
                <a:ea typeface="+mj-ea"/>
              </a:rPr>
              <a:t>CONTENTS.</a:t>
            </a:r>
            <a:endParaRPr lang="en-US" altLang="zh-CN" sz="8800" b="1" dirty="0">
              <a:solidFill>
                <a:schemeClr val="bg1"/>
              </a:solidFill>
              <a:effectLst>
                <a:outerShdw blurRad="38100" dist="19050" dir="2700000" algn="tl" rotWithShape="0">
                  <a:schemeClr val="dk1">
                    <a:alpha val="40000"/>
                  </a:schemeClr>
                </a:outerShdw>
              </a:effectLst>
              <a:latin typeface="+mj-ea"/>
              <a:ea typeface="+mj-ea"/>
            </a:endParaRPr>
          </a:p>
        </p:txBody>
      </p:sp>
      <p:sp>
        <p:nvSpPr>
          <p:cNvPr id="10" name="矩形 9"/>
          <p:cNvSpPr/>
          <p:nvPr userDrawn="1"/>
        </p:nvSpPr>
        <p:spPr>
          <a:xfrm>
            <a:off x="11715115" y="-635"/>
            <a:ext cx="83820" cy="3917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1" name="标题 1"/>
          <p:cNvSpPr txBox="1"/>
          <p:nvPr userDrawn="1"/>
        </p:nvSpPr>
        <p:spPr>
          <a:xfrm>
            <a:off x="5255112" y="19103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3" name="文本占位符 5"/>
          <p:cNvSpPr>
            <a:spLocks noGrp="1"/>
          </p:cNvSpPr>
          <p:nvPr>
            <p:ph type="body" sz="quarter" idx="20" hasCustomPrompt="1"/>
          </p:nvPr>
        </p:nvSpPr>
        <p:spPr>
          <a:xfrm>
            <a:off x="5255111" y="1842811"/>
            <a:ext cx="2215525"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4" name="椭圆 13"/>
          <p:cNvSpPr/>
          <p:nvPr userDrawn="1"/>
        </p:nvSpPr>
        <p:spPr>
          <a:xfrm>
            <a:off x="5010640" y="19036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txBox="1"/>
          <p:nvPr userDrawn="1"/>
        </p:nvSpPr>
        <p:spPr>
          <a:xfrm>
            <a:off x="5255110" y="2640216"/>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17" name="文本占位符 5"/>
          <p:cNvSpPr>
            <a:spLocks noGrp="1"/>
          </p:cNvSpPr>
          <p:nvPr>
            <p:ph type="body" sz="quarter" idx="22" hasCustomPrompt="1"/>
          </p:nvPr>
        </p:nvSpPr>
        <p:spPr>
          <a:xfrm>
            <a:off x="5255110" y="2572670"/>
            <a:ext cx="2215524"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18" name="椭圆 17"/>
          <p:cNvSpPr/>
          <p:nvPr userDrawn="1"/>
        </p:nvSpPr>
        <p:spPr>
          <a:xfrm>
            <a:off x="5010638" y="2633512"/>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标题 1"/>
          <p:cNvSpPr txBox="1"/>
          <p:nvPr userDrawn="1"/>
        </p:nvSpPr>
        <p:spPr>
          <a:xfrm>
            <a:off x="5273986" y="333666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1" name="文本占位符 5"/>
          <p:cNvSpPr>
            <a:spLocks noGrp="1"/>
          </p:cNvSpPr>
          <p:nvPr>
            <p:ph type="body" sz="quarter" idx="24" hasCustomPrompt="1"/>
          </p:nvPr>
        </p:nvSpPr>
        <p:spPr>
          <a:xfrm>
            <a:off x="5273985" y="3269117"/>
            <a:ext cx="2215523"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2" name="椭圆 21"/>
          <p:cNvSpPr/>
          <p:nvPr userDrawn="1"/>
        </p:nvSpPr>
        <p:spPr>
          <a:xfrm>
            <a:off x="5029514" y="332995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标题 1"/>
          <p:cNvSpPr txBox="1"/>
          <p:nvPr userDrawn="1"/>
        </p:nvSpPr>
        <p:spPr>
          <a:xfrm>
            <a:off x="5273986" y="4093952"/>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25" name="文本占位符 5"/>
          <p:cNvSpPr>
            <a:spLocks noGrp="1"/>
          </p:cNvSpPr>
          <p:nvPr>
            <p:ph type="body" sz="quarter" idx="26" hasCustomPrompt="1"/>
          </p:nvPr>
        </p:nvSpPr>
        <p:spPr>
          <a:xfrm>
            <a:off x="5273986" y="4026406"/>
            <a:ext cx="2215522"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26" name="椭圆 25"/>
          <p:cNvSpPr/>
          <p:nvPr userDrawn="1"/>
        </p:nvSpPr>
        <p:spPr>
          <a:xfrm>
            <a:off x="5029514" y="4087248"/>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
        <p:nvSpPr>
          <p:cNvPr id="43" name="标题 1"/>
          <p:cNvSpPr txBox="1"/>
          <p:nvPr userDrawn="1"/>
        </p:nvSpPr>
        <p:spPr>
          <a:xfrm>
            <a:off x="8160237" y="1910357"/>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4" name="文本占位符 5"/>
          <p:cNvSpPr>
            <a:spLocks noGrp="1"/>
          </p:cNvSpPr>
          <p:nvPr>
            <p:ph type="body" sz="quarter" idx="27" hasCustomPrompt="1"/>
          </p:nvPr>
        </p:nvSpPr>
        <p:spPr>
          <a:xfrm>
            <a:off x="8160236" y="1842811"/>
            <a:ext cx="2215525"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5" name="椭圆 44"/>
          <p:cNvSpPr/>
          <p:nvPr userDrawn="1"/>
        </p:nvSpPr>
        <p:spPr>
          <a:xfrm>
            <a:off x="7915765" y="1903653"/>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标题 1"/>
          <p:cNvSpPr txBox="1"/>
          <p:nvPr userDrawn="1"/>
        </p:nvSpPr>
        <p:spPr>
          <a:xfrm>
            <a:off x="8160237" y="2665140"/>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47" name="文本占位符 5"/>
          <p:cNvSpPr>
            <a:spLocks noGrp="1"/>
          </p:cNvSpPr>
          <p:nvPr>
            <p:ph type="body" sz="quarter" idx="28" hasCustomPrompt="1"/>
          </p:nvPr>
        </p:nvSpPr>
        <p:spPr>
          <a:xfrm>
            <a:off x="8160236" y="2597594"/>
            <a:ext cx="2215523"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48" name="椭圆 47"/>
          <p:cNvSpPr/>
          <p:nvPr userDrawn="1"/>
        </p:nvSpPr>
        <p:spPr>
          <a:xfrm>
            <a:off x="7915765" y="2658436"/>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标题 1"/>
          <p:cNvSpPr txBox="1"/>
          <p:nvPr userDrawn="1"/>
        </p:nvSpPr>
        <p:spPr>
          <a:xfrm>
            <a:off x="8160237" y="3336663"/>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0" name="文本占位符 5"/>
          <p:cNvSpPr>
            <a:spLocks noGrp="1"/>
          </p:cNvSpPr>
          <p:nvPr>
            <p:ph type="body" sz="quarter" idx="29" hasCustomPrompt="1"/>
          </p:nvPr>
        </p:nvSpPr>
        <p:spPr>
          <a:xfrm>
            <a:off x="8160237" y="3269117"/>
            <a:ext cx="2215522"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1" name="椭圆 50"/>
          <p:cNvSpPr/>
          <p:nvPr userDrawn="1"/>
        </p:nvSpPr>
        <p:spPr>
          <a:xfrm>
            <a:off x="7915765" y="3329959"/>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标题 1"/>
          <p:cNvSpPr txBox="1"/>
          <p:nvPr userDrawn="1"/>
        </p:nvSpPr>
        <p:spPr>
          <a:xfrm>
            <a:off x="8160237" y="4093952"/>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3" name="文本占位符 5"/>
          <p:cNvSpPr>
            <a:spLocks noGrp="1"/>
          </p:cNvSpPr>
          <p:nvPr>
            <p:ph type="body" sz="quarter" idx="30" hasCustomPrompt="1"/>
          </p:nvPr>
        </p:nvSpPr>
        <p:spPr>
          <a:xfrm>
            <a:off x="8160236" y="4026406"/>
            <a:ext cx="2215521"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4" name="椭圆 53"/>
          <p:cNvSpPr/>
          <p:nvPr userDrawn="1"/>
        </p:nvSpPr>
        <p:spPr>
          <a:xfrm>
            <a:off x="7915765" y="4087248"/>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标题 1"/>
          <p:cNvSpPr txBox="1"/>
          <p:nvPr userDrawn="1"/>
        </p:nvSpPr>
        <p:spPr>
          <a:xfrm>
            <a:off x="5255114" y="4783600"/>
            <a:ext cx="1296670" cy="339090"/>
          </a:xfrm>
        </p:spPr>
        <p:txBody>
          <a:bodyPr/>
          <a:lstStyle>
            <a:lvl1pPr algn="l" defTabSz="914400" rtl="0" eaLnBrk="1" latinLnBrk="0" hangingPunct="1">
              <a:lnSpc>
                <a:spcPct val="90000"/>
              </a:lnSpc>
              <a:spcBef>
                <a:spcPct val="0"/>
              </a:spcBef>
              <a:buNone/>
              <a:defRPr sz="1600" b="1" kern="1200">
                <a:solidFill>
                  <a:schemeClr val="tx1"/>
                </a:solidFill>
                <a:latin typeface="+mj-ea"/>
                <a:ea typeface="+mj-ea"/>
                <a:cs typeface="+mj-cs"/>
              </a:defRPr>
            </a:lvl1pPr>
          </a:lstStyle>
          <a:p>
            <a:endParaRPr lang="zh-CN" altLang="en-US" dirty="0"/>
          </a:p>
        </p:txBody>
      </p:sp>
      <p:sp>
        <p:nvSpPr>
          <p:cNvPr id="56" name="文本占位符 5"/>
          <p:cNvSpPr>
            <a:spLocks noGrp="1"/>
          </p:cNvSpPr>
          <p:nvPr>
            <p:ph type="body" sz="quarter" idx="31" hasCustomPrompt="1"/>
          </p:nvPr>
        </p:nvSpPr>
        <p:spPr>
          <a:xfrm>
            <a:off x="5255113" y="4716054"/>
            <a:ext cx="2215521" cy="256966"/>
          </a:xfrm>
          <a:prstGeom prst="rect">
            <a:avLst/>
          </a:prstGeom>
        </p:spPr>
        <p:txBody>
          <a:bodyPr/>
          <a:lstStyle>
            <a:lvl1pPr marL="0" indent="0">
              <a:buNone/>
              <a:defRPr sz="1800" b="1">
                <a:solidFill>
                  <a:schemeClr val="tx1"/>
                </a:solidFill>
                <a:latin typeface="+mj-ea"/>
                <a:ea typeface="+mj-ea"/>
              </a:defRPr>
            </a:lvl1pPr>
          </a:lstStyle>
          <a:p>
            <a:pPr lvl="0"/>
            <a:r>
              <a:rPr lang="zh-CN" altLang="en-US" dirty="0"/>
              <a:t>这是标题</a:t>
            </a:r>
            <a:endParaRPr lang="zh-CN" altLang="en-US" dirty="0"/>
          </a:p>
        </p:txBody>
      </p:sp>
      <p:sp>
        <p:nvSpPr>
          <p:cNvPr id="57" name="椭圆 56"/>
          <p:cNvSpPr/>
          <p:nvPr userDrawn="1"/>
        </p:nvSpPr>
        <p:spPr>
          <a:xfrm>
            <a:off x="5010642" y="4776896"/>
            <a:ext cx="149436" cy="149436"/>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主题-过渡页">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3703"/>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0" y="1411062"/>
            <a:ext cx="1866952" cy="9144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3505200" y="1411062"/>
            <a:ext cx="8686800" cy="914400"/>
          </a:xfrm>
          <a:prstGeom prst="rect">
            <a:avLst/>
          </a:prstGeom>
          <a:solidFill>
            <a:schemeClr val="accent3">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占位符 9"/>
          <p:cNvSpPr>
            <a:spLocks noGrp="1"/>
          </p:cNvSpPr>
          <p:nvPr>
            <p:ph type="body" sz="quarter" idx="10" hasCustomPrompt="1"/>
          </p:nvPr>
        </p:nvSpPr>
        <p:spPr>
          <a:xfrm>
            <a:off x="1866952" y="1254075"/>
            <a:ext cx="1614386" cy="1207006"/>
          </a:xfrm>
          <a:prstGeom prst="rect">
            <a:avLst/>
          </a:prstGeom>
        </p:spPr>
        <p:txBody>
          <a:bodyPr/>
          <a:lstStyle>
            <a:lvl1pPr marL="0" indent="0">
              <a:buNone/>
              <a:defRPr sz="9600">
                <a:latin typeface="+mj-lt"/>
                <a:ea typeface="+mj-ea"/>
              </a:defRPr>
            </a:lvl1pPr>
          </a:lstStyle>
          <a:p>
            <a:pPr lvl="0"/>
            <a:r>
              <a:rPr lang="en-US" altLang="zh-CN" dirty="0"/>
              <a:t>01</a:t>
            </a:r>
            <a:endParaRPr lang="zh-CN" altLang="en-US" dirty="0"/>
          </a:p>
        </p:txBody>
      </p:sp>
      <p:sp>
        <p:nvSpPr>
          <p:cNvPr id="17" name="文本占位符 16"/>
          <p:cNvSpPr>
            <a:spLocks noGrp="1"/>
          </p:cNvSpPr>
          <p:nvPr>
            <p:ph type="body" sz="quarter" idx="11" hasCustomPrompt="1"/>
          </p:nvPr>
        </p:nvSpPr>
        <p:spPr>
          <a:xfrm>
            <a:off x="9005777" y="1532435"/>
            <a:ext cx="3143311" cy="669775"/>
          </a:xfrm>
          <a:prstGeom prst="rect">
            <a:avLst/>
          </a:prstGeom>
        </p:spPr>
        <p:txBody>
          <a:bodyPr/>
          <a:lstStyle>
            <a:lvl1pPr marL="0" indent="0">
              <a:buNone/>
              <a:defRPr sz="4400" b="1">
                <a:solidFill>
                  <a:schemeClr val="bg1"/>
                </a:solidFill>
                <a:latin typeface="+mj-lt"/>
                <a:ea typeface="+mj-ea"/>
              </a:defRPr>
            </a:lvl1pPr>
          </a:lstStyle>
          <a:p>
            <a:pPr lvl="0"/>
            <a:r>
              <a:rPr lang="en-US" altLang="zh-CN" dirty="0"/>
              <a:t>PART ONE</a:t>
            </a:r>
            <a:endParaRPr lang="zh-CN" altLang="en-US" dirty="0"/>
          </a:p>
        </p:txBody>
      </p:sp>
      <p:sp>
        <p:nvSpPr>
          <p:cNvPr id="19" name="文本占位符 16"/>
          <p:cNvSpPr>
            <a:spLocks noGrp="1"/>
          </p:cNvSpPr>
          <p:nvPr>
            <p:ph type="body" sz="quarter" idx="13" hasCustomPrompt="1"/>
          </p:nvPr>
        </p:nvSpPr>
        <p:spPr>
          <a:xfrm>
            <a:off x="1866952" y="2957123"/>
            <a:ext cx="4081451" cy="519838"/>
          </a:xfrm>
          <a:prstGeom prst="rect">
            <a:avLst/>
          </a:prstGeom>
        </p:spPr>
        <p:txBody>
          <a:bodyPr/>
          <a:lstStyle>
            <a:lvl1pPr marL="0" indent="0">
              <a:buNone/>
              <a:defRPr sz="4000" b="1">
                <a:solidFill>
                  <a:schemeClr val="tx1"/>
                </a:solidFill>
                <a:latin typeface="+mj-ea"/>
                <a:ea typeface="+mj-ea"/>
              </a:defRPr>
            </a:lvl1pPr>
          </a:lstStyle>
          <a:p>
            <a:pPr lvl="0"/>
            <a:r>
              <a:rPr lang="zh-CN" altLang="en-US" dirty="0"/>
              <a:t>章节标题</a:t>
            </a:r>
            <a:endParaRPr lang="zh-CN" altLang="en-US" dirty="0"/>
          </a:p>
        </p:txBody>
      </p:sp>
      <p:cxnSp>
        <p:nvCxnSpPr>
          <p:cNvPr id="23" name="直接连接符 22"/>
          <p:cNvCxnSpPr/>
          <p:nvPr userDrawn="1"/>
        </p:nvCxnSpPr>
        <p:spPr>
          <a:xfrm>
            <a:off x="1974121" y="3654462"/>
            <a:ext cx="9238427" cy="0"/>
          </a:xfrm>
          <a:prstGeom prst="line">
            <a:avLst/>
          </a:prstGeom>
        </p:spPr>
        <p:style>
          <a:lnRef idx="3">
            <a:schemeClr val="accent1"/>
          </a:lnRef>
          <a:fillRef idx="0">
            <a:schemeClr val="accent1"/>
          </a:fillRef>
          <a:effectRef idx="2">
            <a:schemeClr val="accent1"/>
          </a:effectRef>
          <a:fontRef idx="minor">
            <a:schemeClr val="tx1"/>
          </a:fontRef>
        </p:style>
      </p:cxnSp>
      <p:sp>
        <p:nvSpPr>
          <p:cNvPr id="24" name="矩形: 圆角 23"/>
          <p:cNvSpPr/>
          <p:nvPr userDrawn="1"/>
        </p:nvSpPr>
        <p:spPr>
          <a:xfrm>
            <a:off x="1928479" y="3620517"/>
            <a:ext cx="534976" cy="67889"/>
          </a:xfrm>
          <a:prstGeom prst="roundRect">
            <a:avLst>
              <a:gd name="adj" fmla="val 5000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无图分段-3项">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55" name="组合 54"/>
          <p:cNvGrpSpPr/>
          <p:nvPr userDrawn="1"/>
        </p:nvGrpSpPr>
        <p:grpSpPr>
          <a:xfrm>
            <a:off x="671288" y="2689396"/>
            <a:ext cx="2848909" cy="844288"/>
            <a:chOff x="1648918" y="2753613"/>
            <a:chExt cx="2743200" cy="500082"/>
          </a:xfrm>
        </p:grpSpPr>
        <p:sp>
          <p:nvSpPr>
            <p:cNvPr id="56" name="流程图: 终止 55"/>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7" name="椭圆 56"/>
            <p:cNvSpPr/>
            <p:nvPr/>
          </p:nvSpPr>
          <p:spPr>
            <a:xfrm>
              <a:off x="1648918" y="2753613"/>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59" name="任意多边形: 形状 58"/>
          <p:cNvSpPr>
            <a:spLocks noChangeAspect="1"/>
          </p:cNvSpPr>
          <p:nvPr userDrawn="1"/>
        </p:nvSpPr>
        <p:spPr bwMode="auto">
          <a:xfrm>
            <a:off x="944599" y="2942384"/>
            <a:ext cx="400110" cy="369332"/>
          </a:xfrm>
          <a:custGeom>
            <a:avLst/>
            <a:gdLst>
              <a:gd name="T0" fmla="*/ 218 w 436"/>
              <a:gd name="T1" fmla="*/ 0 h 436"/>
              <a:gd name="T2" fmla="*/ 0 w 436"/>
              <a:gd name="T3" fmla="*/ 218 h 436"/>
              <a:gd name="T4" fmla="*/ 218 w 436"/>
              <a:gd name="T5" fmla="*/ 436 h 436"/>
              <a:gd name="T6" fmla="*/ 231 w 436"/>
              <a:gd name="T7" fmla="*/ 422 h 436"/>
              <a:gd name="T8" fmla="*/ 218 w 436"/>
              <a:gd name="T9" fmla="*/ 409 h 436"/>
              <a:gd name="T10" fmla="*/ 27 w 436"/>
              <a:gd name="T11" fmla="*/ 218 h 436"/>
              <a:gd name="T12" fmla="*/ 218 w 436"/>
              <a:gd name="T13" fmla="*/ 27 h 436"/>
              <a:gd name="T14" fmla="*/ 409 w 436"/>
              <a:gd name="T15" fmla="*/ 218 h 436"/>
              <a:gd name="T16" fmla="*/ 352 w 436"/>
              <a:gd name="T17" fmla="*/ 324 h 436"/>
              <a:gd name="T18" fmla="*/ 312 w 436"/>
              <a:gd name="T19" fmla="*/ 334 h 436"/>
              <a:gd name="T20" fmla="*/ 334 w 436"/>
              <a:gd name="T21" fmla="*/ 314 h 436"/>
              <a:gd name="T22" fmla="*/ 337 w 436"/>
              <a:gd name="T23" fmla="*/ 309 h 436"/>
              <a:gd name="T24" fmla="*/ 344 w 436"/>
              <a:gd name="T25" fmla="*/ 275 h 436"/>
              <a:gd name="T26" fmla="*/ 276 w 436"/>
              <a:gd name="T27" fmla="*/ 251 h 436"/>
              <a:gd name="T28" fmla="*/ 267 w 436"/>
              <a:gd name="T29" fmla="*/ 284 h 436"/>
              <a:gd name="T30" fmla="*/ 249 w 436"/>
              <a:gd name="T31" fmla="*/ 282 h 436"/>
              <a:gd name="T32" fmla="*/ 203 w 436"/>
              <a:gd name="T33" fmla="*/ 236 h 436"/>
              <a:gd name="T34" fmla="*/ 203 w 436"/>
              <a:gd name="T35" fmla="*/ 235 h 436"/>
              <a:gd name="T36" fmla="*/ 201 w 436"/>
              <a:gd name="T37" fmla="*/ 234 h 436"/>
              <a:gd name="T38" fmla="*/ 200 w 436"/>
              <a:gd name="T39" fmla="*/ 233 h 436"/>
              <a:gd name="T40" fmla="*/ 200 w 436"/>
              <a:gd name="T41" fmla="*/ 233 h 436"/>
              <a:gd name="T42" fmla="*/ 154 w 436"/>
              <a:gd name="T43" fmla="*/ 187 h 436"/>
              <a:gd name="T44" fmla="*/ 152 w 436"/>
              <a:gd name="T45" fmla="*/ 169 h 436"/>
              <a:gd name="T46" fmla="*/ 185 w 436"/>
              <a:gd name="T47" fmla="*/ 159 h 436"/>
              <a:gd name="T48" fmla="*/ 160 w 436"/>
              <a:gd name="T49" fmla="*/ 92 h 436"/>
              <a:gd name="T50" fmla="*/ 127 w 436"/>
              <a:gd name="T51" fmla="*/ 99 h 436"/>
              <a:gd name="T52" fmla="*/ 122 w 436"/>
              <a:gd name="T53" fmla="*/ 102 h 436"/>
              <a:gd name="T54" fmla="*/ 116 w 436"/>
              <a:gd name="T55" fmla="*/ 226 h 436"/>
              <a:gd name="T56" fmla="*/ 160 w 436"/>
              <a:gd name="T57" fmla="*/ 274 h 436"/>
              <a:gd name="T58" fmla="*/ 159 w 436"/>
              <a:gd name="T59" fmla="*/ 274 h 436"/>
              <a:gd name="T60" fmla="*/ 161 w 436"/>
              <a:gd name="T61" fmla="*/ 275 h 436"/>
              <a:gd name="T62" fmla="*/ 162 w 436"/>
              <a:gd name="T63" fmla="*/ 276 h 436"/>
              <a:gd name="T64" fmla="*/ 162 w 436"/>
              <a:gd name="T65" fmla="*/ 276 h 436"/>
              <a:gd name="T66" fmla="*/ 226 w 436"/>
              <a:gd name="T67" fmla="*/ 333 h 436"/>
              <a:gd name="T68" fmla="*/ 365 w 436"/>
              <a:gd name="T69" fmla="*/ 347 h 436"/>
              <a:gd name="T70" fmla="*/ 436 w 436"/>
              <a:gd name="T71" fmla="*/ 218 h 436"/>
              <a:gd name="T72" fmla="*/ 218 w 436"/>
              <a:gd name="T73"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6" h="436">
                <a:moveTo>
                  <a:pt x="218" y="0"/>
                </a:moveTo>
                <a:cubicBezTo>
                  <a:pt x="98" y="0"/>
                  <a:pt x="0" y="98"/>
                  <a:pt x="0" y="218"/>
                </a:cubicBezTo>
                <a:cubicBezTo>
                  <a:pt x="0" y="338"/>
                  <a:pt x="98" y="436"/>
                  <a:pt x="218" y="436"/>
                </a:cubicBezTo>
                <a:cubicBezTo>
                  <a:pt x="225" y="436"/>
                  <a:pt x="231" y="430"/>
                  <a:pt x="231" y="422"/>
                </a:cubicBezTo>
                <a:cubicBezTo>
                  <a:pt x="231" y="415"/>
                  <a:pt x="225" y="409"/>
                  <a:pt x="218" y="409"/>
                </a:cubicBezTo>
                <a:cubicBezTo>
                  <a:pt x="112" y="409"/>
                  <a:pt x="27" y="323"/>
                  <a:pt x="27" y="218"/>
                </a:cubicBezTo>
                <a:cubicBezTo>
                  <a:pt x="27" y="113"/>
                  <a:pt x="112" y="27"/>
                  <a:pt x="218" y="27"/>
                </a:cubicBezTo>
                <a:cubicBezTo>
                  <a:pt x="323" y="27"/>
                  <a:pt x="409" y="113"/>
                  <a:pt x="409" y="218"/>
                </a:cubicBezTo>
                <a:cubicBezTo>
                  <a:pt x="409" y="262"/>
                  <a:pt x="385" y="305"/>
                  <a:pt x="352" y="324"/>
                </a:cubicBezTo>
                <a:cubicBezTo>
                  <a:pt x="340" y="331"/>
                  <a:pt x="326" y="334"/>
                  <a:pt x="312" y="334"/>
                </a:cubicBezTo>
                <a:cubicBezTo>
                  <a:pt x="321" y="329"/>
                  <a:pt x="328" y="322"/>
                  <a:pt x="334" y="314"/>
                </a:cubicBezTo>
                <a:cubicBezTo>
                  <a:pt x="335" y="312"/>
                  <a:pt x="336" y="311"/>
                  <a:pt x="337" y="309"/>
                </a:cubicBezTo>
                <a:cubicBezTo>
                  <a:pt x="341" y="298"/>
                  <a:pt x="341" y="286"/>
                  <a:pt x="344" y="275"/>
                </a:cubicBezTo>
                <a:cubicBezTo>
                  <a:pt x="347" y="261"/>
                  <a:pt x="282" y="233"/>
                  <a:pt x="276" y="251"/>
                </a:cubicBezTo>
                <a:cubicBezTo>
                  <a:pt x="274" y="258"/>
                  <a:pt x="271" y="278"/>
                  <a:pt x="267" y="284"/>
                </a:cubicBezTo>
                <a:cubicBezTo>
                  <a:pt x="263" y="289"/>
                  <a:pt x="254" y="286"/>
                  <a:pt x="249" y="282"/>
                </a:cubicBezTo>
                <a:cubicBezTo>
                  <a:pt x="234" y="269"/>
                  <a:pt x="217" y="250"/>
                  <a:pt x="203" y="236"/>
                </a:cubicBezTo>
                <a:lnTo>
                  <a:pt x="203" y="235"/>
                </a:lnTo>
                <a:cubicBezTo>
                  <a:pt x="202" y="235"/>
                  <a:pt x="202" y="235"/>
                  <a:pt x="201" y="234"/>
                </a:cubicBezTo>
                <a:cubicBezTo>
                  <a:pt x="201" y="234"/>
                  <a:pt x="200" y="233"/>
                  <a:pt x="200" y="233"/>
                </a:cubicBezTo>
                <a:lnTo>
                  <a:pt x="200" y="233"/>
                </a:lnTo>
                <a:cubicBezTo>
                  <a:pt x="185" y="218"/>
                  <a:pt x="167" y="202"/>
                  <a:pt x="154" y="187"/>
                </a:cubicBezTo>
                <a:cubicBezTo>
                  <a:pt x="149" y="181"/>
                  <a:pt x="147" y="172"/>
                  <a:pt x="152" y="169"/>
                </a:cubicBezTo>
                <a:cubicBezTo>
                  <a:pt x="157" y="164"/>
                  <a:pt x="178" y="161"/>
                  <a:pt x="185" y="159"/>
                </a:cubicBezTo>
                <a:cubicBezTo>
                  <a:pt x="202" y="154"/>
                  <a:pt x="175" y="88"/>
                  <a:pt x="160" y="92"/>
                </a:cubicBezTo>
                <a:cubicBezTo>
                  <a:pt x="149" y="94"/>
                  <a:pt x="137" y="95"/>
                  <a:pt x="127" y="99"/>
                </a:cubicBezTo>
                <a:cubicBezTo>
                  <a:pt x="125" y="100"/>
                  <a:pt x="124" y="101"/>
                  <a:pt x="122" y="102"/>
                </a:cubicBezTo>
                <a:cubicBezTo>
                  <a:pt x="85" y="126"/>
                  <a:pt x="80" y="183"/>
                  <a:pt x="116" y="226"/>
                </a:cubicBezTo>
                <a:cubicBezTo>
                  <a:pt x="130" y="242"/>
                  <a:pt x="145" y="258"/>
                  <a:pt x="160" y="274"/>
                </a:cubicBezTo>
                <a:lnTo>
                  <a:pt x="159" y="274"/>
                </a:lnTo>
                <a:cubicBezTo>
                  <a:pt x="160" y="274"/>
                  <a:pt x="160" y="274"/>
                  <a:pt x="161" y="275"/>
                </a:cubicBezTo>
                <a:cubicBezTo>
                  <a:pt x="161" y="275"/>
                  <a:pt x="161" y="276"/>
                  <a:pt x="162" y="276"/>
                </a:cubicBezTo>
                <a:lnTo>
                  <a:pt x="162" y="276"/>
                </a:lnTo>
                <a:cubicBezTo>
                  <a:pt x="177" y="291"/>
                  <a:pt x="196" y="313"/>
                  <a:pt x="226" y="333"/>
                </a:cubicBezTo>
                <a:cubicBezTo>
                  <a:pt x="288" y="375"/>
                  <a:pt x="336" y="363"/>
                  <a:pt x="365" y="347"/>
                </a:cubicBezTo>
                <a:cubicBezTo>
                  <a:pt x="414" y="321"/>
                  <a:pt x="436" y="263"/>
                  <a:pt x="436" y="218"/>
                </a:cubicBezTo>
                <a:cubicBezTo>
                  <a:pt x="436" y="98"/>
                  <a:pt x="338" y="0"/>
                  <a:pt x="218" y="0"/>
                </a:cubicBezTo>
                <a:close/>
              </a:path>
            </a:pathLst>
          </a:custGeom>
          <a:solidFill>
            <a:schemeClr val="bg1"/>
          </a:solid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61" name="组合 60"/>
          <p:cNvGrpSpPr/>
          <p:nvPr userDrawn="1"/>
        </p:nvGrpSpPr>
        <p:grpSpPr>
          <a:xfrm>
            <a:off x="4417449" y="2689396"/>
            <a:ext cx="2848909" cy="844286"/>
            <a:chOff x="1648918" y="2753614"/>
            <a:chExt cx="2743200" cy="500081"/>
          </a:xfrm>
        </p:grpSpPr>
        <p:sp>
          <p:nvSpPr>
            <p:cNvPr id="62" name="流程图: 终止 61"/>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3" name="椭圆 62"/>
            <p:cNvSpPr/>
            <p:nvPr/>
          </p:nvSpPr>
          <p:spPr>
            <a:xfrm>
              <a:off x="1648918" y="2753614"/>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64" name="任意多边形: 形状 63"/>
          <p:cNvSpPr>
            <a:spLocks noChangeAspect="1"/>
          </p:cNvSpPr>
          <p:nvPr userDrawn="1"/>
        </p:nvSpPr>
        <p:spPr bwMode="auto">
          <a:xfrm>
            <a:off x="4670221" y="2894268"/>
            <a:ext cx="400110" cy="369332"/>
          </a:xfrm>
          <a:custGeom>
            <a:avLst/>
            <a:gdLst>
              <a:gd name="connsiteX0" fmla="*/ 284011 w 607883"/>
              <a:gd name="connsiteY0" fmla="*/ 173732 h 607004"/>
              <a:gd name="connsiteX1" fmla="*/ 323619 w 607883"/>
              <a:gd name="connsiteY1" fmla="*/ 179065 h 607004"/>
              <a:gd name="connsiteX2" fmla="*/ 231607 w 607883"/>
              <a:gd name="connsiteY2" fmla="*/ 270946 h 607004"/>
              <a:gd name="connsiteX3" fmla="*/ 231607 w 607883"/>
              <a:gd name="connsiteY3" fmla="*/ 375716 h 607004"/>
              <a:gd name="connsiteX4" fmla="*/ 284011 w 607883"/>
              <a:gd name="connsiteY4" fmla="*/ 397381 h 607004"/>
              <a:gd name="connsiteX5" fmla="*/ 336525 w 607883"/>
              <a:gd name="connsiteY5" fmla="*/ 375716 h 607004"/>
              <a:gd name="connsiteX6" fmla="*/ 428536 w 607883"/>
              <a:gd name="connsiteY6" fmla="*/ 283834 h 607004"/>
              <a:gd name="connsiteX7" fmla="*/ 433765 w 607883"/>
              <a:gd name="connsiteY7" fmla="*/ 323275 h 607004"/>
              <a:gd name="connsiteX8" fmla="*/ 284011 w 607883"/>
              <a:gd name="connsiteY8" fmla="*/ 472930 h 607004"/>
              <a:gd name="connsiteX9" fmla="*/ 134145 w 607883"/>
              <a:gd name="connsiteY9" fmla="*/ 323275 h 607004"/>
              <a:gd name="connsiteX10" fmla="*/ 284011 w 607883"/>
              <a:gd name="connsiteY10" fmla="*/ 173732 h 607004"/>
              <a:gd name="connsiteX11" fmla="*/ 284035 w 607883"/>
              <a:gd name="connsiteY11" fmla="*/ 39658 h 607004"/>
              <a:gd name="connsiteX12" fmla="*/ 402633 w 607883"/>
              <a:gd name="connsiteY12" fmla="*/ 65431 h 607004"/>
              <a:gd name="connsiteX13" fmla="*/ 408307 w 607883"/>
              <a:gd name="connsiteY13" fmla="*/ 94426 h 607004"/>
              <a:gd name="connsiteX14" fmla="*/ 369924 w 607883"/>
              <a:gd name="connsiteY14" fmla="*/ 132864 h 607004"/>
              <a:gd name="connsiteX15" fmla="*/ 284035 w 607883"/>
              <a:gd name="connsiteY15" fmla="*/ 114423 h 607004"/>
              <a:gd name="connsiteX16" fmla="*/ 74875 w 607883"/>
              <a:gd name="connsiteY16" fmla="*/ 323275 h 607004"/>
              <a:gd name="connsiteX17" fmla="*/ 284035 w 607883"/>
              <a:gd name="connsiteY17" fmla="*/ 532128 h 607004"/>
              <a:gd name="connsiteX18" fmla="*/ 493195 w 607883"/>
              <a:gd name="connsiteY18" fmla="*/ 323275 h 607004"/>
              <a:gd name="connsiteX19" fmla="*/ 474726 w 607883"/>
              <a:gd name="connsiteY19" fmla="*/ 237624 h 607004"/>
              <a:gd name="connsiteX20" fmla="*/ 513221 w 607883"/>
              <a:gd name="connsiteY20" fmla="*/ 199186 h 607004"/>
              <a:gd name="connsiteX21" fmla="*/ 542258 w 607883"/>
              <a:gd name="connsiteY21" fmla="*/ 204852 h 607004"/>
              <a:gd name="connsiteX22" fmla="*/ 484962 w 607883"/>
              <a:gd name="connsiteY22" fmla="*/ 523907 h 607004"/>
              <a:gd name="connsiteX23" fmla="*/ 284035 w 607883"/>
              <a:gd name="connsiteY23" fmla="*/ 607004 h 607004"/>
              <a:gd name="connsiteX24" fmla="*/ 0 w 607883"/>
              <a:gd name="connsiteY24" fmla="*/ 323275 h 607004"/>
              <a:gd name="connsiteX25" fmla="*/ 284035 w 607883"/>
              <a:gd name="connsiteY25" fmla="*/ 39658 h 607004"/>
              <a:gd name="connsiteX26" fmla="*/ 506905 w 607883"/>
              <a:gd name="connsiteY26" fmla="*/ 0 h 607004"/>
              <a:gd name="connsiteX27" fmla="*/ 509798 w 607883"/>
              <a:gd name="connsiteY27" fmla="*/ 444 h 607004"/>
              <a:gd name="connsiteX28" fmla="*/ 516919 w 607883"/>
              <a:gd name="connsiteY28" fmla="*/ 8222 h 607004"/>
              <a:gd name="connsiteX29" fmla="*/ 531160 w 607883"/>
              <a:gd name="connsiteY29" fmla="*/ 76661 h 607004"/>
              <a:gd name="connsiteX30" fmla="*/ 599696 w 607883"/>
              <a:gd name="connsiteY30" fmla="*/ 90771 h 607004"/>
              <a:gd name="connsiteX31" fmla="*/ 607484 w 607883"/>
              <a:gd name="connsiteY31" fmla="*/ 97881 h 607004"/>
              <a:gd name="connsiteX32" fmla="*/ 604925 w 607883"/>
              <a:gd name="connsiteY32" fmla="*/ 108103 h 607004"/>
              <a:gd name="connsiteX33" fmla="*/ 555192 w 607883"/>
              <a:gd name="connsiteY33" fmla="*/ 157766 h 607004"/>
              <a:gd name="connsiteX34" fmla="*/ 547849 w 607883"/>
              <a:gd name="connsiteY34" fmla="*/ 160766 h 607004"/>
              <a:gd name="connsiteX35" fmla="*/ 545846 w 607883"/>
              <a:gd name="connsiteY35" fmla="*/ 160543 h 607004"/>
              <a:gd name="connsiteX36" fmla="*/ 498784 w 607883"/>
              <a:gd name="connsiteY36" fmla="*/ 150877 h 607004"/>
              <a:gd name="connsiteX37" fmla="*/ 305081 w 607883"/>
              <a:gd name="connsiteY37" fmla="*/ 344307 h 607004"/>
              <a:gd name="connsiteX38" fmla="*/ 263136 w 607883"/>
              <a:gd name="connsiteY38" fmla="*/ 344307 h 607004"/>
              <a:gd name="connsiteX39" fmla="*/ 263136 w 607883"/>
              <a:gd name="connsiteY39" fmla="*/ 302422 h 607004"/>
              <a:gd name="connsiteX40" fmla="*/ 456839 w 607883"/>
              <a:gd name="connsiteY40" fmla="*/ 108992 h 607004"/>
              <a:gd name="connsiteX41" fmla="*/ 447048 w 607883"/>
              <a:gd name="connsiteY41" fmla="*/ 61995 h 607004"/>
              <a:gd name="connsiteX42" fmla="*/ 449941 w 607883"/>
              <a:gd name="connsiteY42" fmla="*/ 52663 h 607004"/>
              <a:gd name="connsiteX43" fmla="*/ 499674 w 607883"/>
              <a:gd name="connsiteY43" fmla="*/ 3000 h 607004"/>
              <a:gd name="connsiteX44" fmla="*/ 506905 w 607883"/>
              <a:gd name="connsiteY4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883" h="607004">
                <a:moveTo>
                  <a:pt x="284011" y="173732"/>
                </a:moveTo>
                <a:cubicBezTo>
                  <a:pt x="297696" y="173732"/>
                  <a:pt x="311047" y="175510"/>
                  <a:pt x="323619" y="179065"/>
                </a:cubicBezTo>
                <a:lnTo>
                  <a:pt x="231607" y="270946"/>
                </a:lnTo>
                <a:cubicBezTo>
                  <a:pt x="202680" y="299833"/>
                  <a:pt x="202680" y="346829"/>
                  <a:pt x="231607" y="375716"/>
                </a:cubicBezTo>
                <a:cubicBezTo>
                  <a:pt x="245626" y="389715"/>
                  <a:pt x="264207" y="397381"/>
                  <a:pt x="284011" y="397381"/>
                </a:cubicBezTo>
                <a:cubicBezTo>
                  <a:pt x="303815" y="397381"/>
                  <a:pt x="322506" y="389715"/>
                  <a:pt x="336525" y="375716"/>
                </a:cubicBezTo>
                <a:lnTo>
                  <a:pt x="428536" y="283834"/>
                </a:lnTo>
                <a:cubicBezTo>
                  <a:pt x="431985" y="296389"/>
                  <a:pt x="433765" y="309610"/>
                  <a:pt x="433765" y="323275"/>
                </a:cubicBezTo>
                <a:cubicBezTo>
                  <a:pt x="433765" y="405824"/>
                  <a:pt x="366565" y="472930"/>
                  <a:pt x="284011" y="472930"/>
                </a:cubicBezTo>
                <a:cubicBezTo>
                  <a:pt x="201345" y="472930"/>
                  <a:pt x="134145" y="405824"/>
                  <a:pt x="134145" y="323275"/>
                </a:cubicBezTo>
                <a:cubicBezTo>
                  <a:pt x="134145" y="240838"/>
                  <a:pt x="201345" y="173732"/>
                  <a:pt x="284011" y="173732"/>
                </a:cubicBezTo>
                <a:close/>
                <a:moveTo>
                  <a:pt x="284035" y="39658"/>
                </a:moveTo>
                <a:cubicBezTo>
                  <a:pt x="325644" y="39658"/>
                  <a:pt x="365919" y="48545"/>
                  <a:pt x="402633" y="65431"/>
                </a:cubicBezTo>
                <a:cubicBezTo>
                  <a:pt x="403078" y="69431"/>
                  <a:pt x="402967" y="68653"/>
                  <a:pt x="408307" y="94426"/>
                </a:cubicBezTo>
                <a:lnTo>
                  <a:pt x="369924" y="132864"/>
                </a:lnTo>
                <a:cubicBezTo>
                  <a:pt x="343668" y="121088"/>
                  <a:pt x="314630" y="114423"/>
                  <a:pt x="284035" y="114423"/>
                </a:cubicBezTo>
                <a:cubicBezTo>
                  <a:pt x="168663" y="114423"/>
                  <a:pt x="74875" y="208184"/>
                  <a:pt x="74875" y="323275"/>
                </a:cubicBezTo>
                <a:cubicBezTo>
                  <a:pt x="74875" y="438478"/>
                  <a:pt x="168663" y="532128"/>
                  <a:pt x="284035" y="532128"/>
                </a:cubicBezTo>
                <a:cubicBezTo>
                  <a:pt x="399295" y="532128"/>
                  <a:pt x="493195" y="438478"/>
                  <a:pt x="493195" y="323275"/>
                </a:cubicBezTo>
                <a:cubicBezTo>
                  <a:pt x="493195" y="292836"/>
                  <a:pt x="486631" y="263841"/>
                  <a:pt x="474726" y="237624"/>
                </a:cubicBezTo>
                <a:lnTo>
                  <a:pt x="513221" y="199186"/>
                </a:lnTo>
                <a:cubicBezTo>
                  <a:pt x="538921" y="204518"/>
                  <a:pt x="538587" y="204518"/>
                  <a:pt x="542258" y="204852"/>
                </a:cubicBezTo>
                <a:cubicBezTo>
                  <a:pt x="590209" y="309611"/>
                  <a:pt x="571185" y="437811"/>
                  <a:pt x="484962" y="523907"/>
                </a:cubicBezTo>
                <a:cubicBezTo>
                  <a:pt x="431337" y="577454"/>
                  <a:pt x="359911" y="607004"/>
                  <a:pt x="284035" y="607004"/>
                </a:cubicBezTo>
                <a:cubicBezTo>
                  <a:pt x="127053" y="607004"/>
                  <a:pt x="0" y="480026"/>
                  <a:pt x="0" y="323275"/>
                </a:cubicBezTo>
                <a:cubicBezTo>
                  <a:pt x="0" y="166525"/>
                  <a:pt x="127053" y="39658"/>
                  <a:pt x="284035" y="39658"/>
                </a:cubicBezTo>
                <a:close/>
                <a:moveTo>
                  <a:pt x="506905" y="0"/>
                </a:moveTo>
                <a:cubicBezTo>
                  <a:pt x="507907" y="0"/>
                  <a:pt x="508908" y="111"/>
                  <a:pt x="509798" y="444"/>
                </a:cubicBezTo>
                <a:cubicBezTo>
                  <a:pt x="513470" y="1555"/>
                  <a:pt x="516251" y="4444"/>
                  <a:pt x="516919" y="8222"/>
                </a:cubicBezTo>
                <a:lnTo>
                  <a:pt x="531160" y="76661"/>
                </a:lnTo>
                <a:lnTo>
                  <a:pt x="599696" y="90771"/>
                </a:lnTo>
                <a:cubicBezTo>
                  <a:pt x="603367" y="91549"/>
                  <a:pt x="606371" y="94326"/>
                  <a:pt x="607484" y="97881"/>
                </a:cubicBezTo>
                <a:cubicBezTo>
                  <a:pt x="608485" y="101548"/>
                  <a:pt x="607595" y="105436"/>
                  <a:pt x="604925" y="108103"/>
                </a:cubicBezTo>
                <a:lnTo>
                  <a:pt x="555192" y="157766"/>
                </a:lnTo>
                <a:cubicBezTo>
                  <a:pt x="553189" y="159655"/>
                  <a:pt x="550630" y="160766"/>
                  <a:pt x="547849" y="160766"/>
                </a:cubicBezTo>
                <a:cubicBezTo>
                  <a:pt x="547181" y="160766"/>
                  <a:pt x="546514" y="160655"/>
                  <a:pt x="545846" y="160543"/>
                </a:cubicBezTo>
                <a:lnTo>
                  <a:pt x="498784" y="150877"/>
                </a:lnTo>
                <a:lnTo>
                  <a:pt x="305081" y="344307"/>
                </a:lnTo>
                <a:cubicBezTo>
                  <a:pt x="293510" y="355862"/>
                  <a:pt x="274707" y="355862"/>
                  <a:pt x="263136" y="344307"/>
                </a:cubicBezTo>
                <a:cubicBezTo>
                  <a:pt x="251565" y="332753"/>
                  <a:pt x="251565" y="313976"/>
                  <a:pt x="263136" y="302422"/>
                </a:cubicBezTo>
                <a:lnTo>
                  <a:pt x="456839" y="108992"/>
                </a:lnTo>
                <a:lnTo>
                  <a:pt x="447048" y="61995"/>
                </a:lnTo>
                <a:cubicBezTo>
                  <a:pt x="446380" y="58662"/>
                  <a:pt x="447493" y="55107"/>
                  <a:pt x="449941" y="52663"/>
                </a:cubicBezTo>
                <a:lnTo>
                  <a:pt x="499674" y="3000"/>
                </a:lnTo>
                <a:cubicBezTo>
                  <a:pt x="501565" y="1000"/>
                  <a:pt x="504235" y="0"/>
                  <a:pt x="506905" y="0"/>
                </a:cubicBezTo>
                <a:close/>
              </a:path>
            </a:pathLst>
          </a:custGeom>
          <a:solidFill>
            <a:schemeClr val="bg1"/>
          </a:solidFill>
          <a:ln>
            <a:noFill/>
          </a:ln>
        </p:spPr>
        <p:txBody>
          <a:bodyP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nvGrpSpPr>
          <p:cNvPr id="65" name="组合 64"/>
          <p:cNvGrpSpPr/>
          <p:nvPr userDrawn="1"/>
        </p:nvGrpSpPr>
        <p:grpSpPr>
          <a:xfrm>
            <a:off x="8165654" y="2689396"/>
            <a:ext cx="2848909" cy="844286"/>
            <a:chOff x="1648918" y="2753614"/>
            <a:chExt cx="2743200" cy="500081"/>
          </a:xfrm>
        </p:grpSpPr>
        <p:sp>
          <p:nvSpPr>
            <p:cNvPr id="66" name="流程图: 终止 65"/>
            <p:cNvSpPr/>
            <p:nvPr/>
          </p:nvSpPr>
          <p:spPr>
            <a:xfrm>
              <a:off x="1648918" y="2753614"/>
              <a:ext cx="2743200" cy="500081"/>
            </a:xfrm>
            <a:prstGeom prst="flowChartTerminator">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7" name="椭圆 66"/>
            <p:cNvSpPr/>
            <p:nvPr/>
          </p:nvSpPr>
          <p:spPr>
            <a:xfrm>
              <a:off x="1648918" y="2753614"/>
              <a:ext cx="850692" cy="500081"/>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68" name="任意多边形: 形状 67"/>
          <p:cNvSpPr>
            <a:spLocks noChangeAspect="1"/>
          </p:cNvSpPr>
          <p:nvPr userDrawn="1"/>
        </p:nvSpPr>
        <p:spPr bwMode="auto">
          <a:xfrm>
            <a:off x="8418426" y="2936626"/>
            <a:ext cx="400110" cy="369332"/>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6086" h="476881">
                <a:moveTo>
                  <a:pt x="251039" y="152062"/>
                </a:moveTo>
                <a:cubicBezTo>
                  <a:pt x="253940" y="151363"/>
                  <a:pt x="256940" y="152961"/>
                  <a:pt x="258141" y="155559"/>
                </a:cubicBezTo>
                <a:lnTo>
                  <a:pt x="313052" y="277327"/>
                </a:lnTo>
                <a:cubicBezTo>
                  <a:pt x="324855" y="279924"/>
                  <a:pt x="334957" y="288515"/>
                  <a:pt x="339158" y="300701"/>
                </a:cubicBezTo>
                <a:cubicBezTo>
                  <a:pt x="345559" y="319381"/>
                  <a:pt x="335657" y="339759"/>
                  <a:pt x="316853" y="346152"/>
                </a:cubicBezTo>
                <a:cubicBezTo>
                  <a:pt x="298149" y="352545"/>
                  <a:pt x="277845" y="342556"/>
                  <a:pt x="271443" y="323876"/>
                </a:cubicBezTo>
                <a:cubicBezTo>
                  <a:pt x="267243" y="311689"/>
                  <a:pt x="270043" y="298703"/>
                  <a:pt x="277745" y="289414"/>
                </a:cubicBezTo>
                <a:lnTo>
                  <a:pt x="246438" y="159554"/>
                </a:lnTo>
                <a:cubicBezTo>
                  <a:pt x="245638" y="156258"/>
                  <a:pt x="247638" y="152862"/>
                  <a:pt x="251039" y="152062"/>
                </a:cubicBezTo>
                <a:close/>
                <a:moveTo>
                  <a:pt x="285535" y="48647"/>
                </a:moveTo>
                <a:cubicBezTo>
                  <a:pt x="236011" y="51744"/>
                  <a:pt x="190390" y="68126"/>
                  <a:pt x="152572" y="93898"/>
                </a:cubicBezTo>
                <a:lnTo>
                  <a:pt x="192091" y="134454"/>
                </a:lnTo>
                <a:cubicBezTo>
                  <a:pt x="195392" y="137850"/>
                  <a:pt x="197093" y="142245"/>
                  <a:pt x="197093" y="146940"/>
                </a:cubicBezTo>
                <a:cubicBezTo>
                  <a:pt x="196993" y="151635"/>
                  <a:pt x="195092" y="155930"/>
                  <a:pt x="191790" y="159227"/>
                </a:cubicBezTo>
                <a:cubicBezTo>
                  <a:pt x="188489" y="162423"/>
                  <a:pt x="184187" y="164122"/>
                  <a:pt x="179585" y="164122"/>
                </a:cubicBezTo>
                <a:cubicBezTo>
                  <a:pt x="174782" y="164122"/>
                  <a:pt x="170380" y="162323"/>
                  <a:pt x="166979" y="158827"/>
                </a:cubicBezTo>
                <a:lnTo>
                  <a:pt x="124959" y="115674"/>
                </a:lnTo>
                <a:cubicBezTo>
                  <a:pt x="94044" y="143743"/>
                  <a:pt x="70733" y="179005"/>
                  <a:pt x="58328" y="218562"/>
                </a:cubicBezTo>
                <a:lnTo>
                  <a:pt x="116455" y="227453"/>
                </a:lnTo>
                <a:cubicBezTo>
                  <a:pt x="126059" y="228851"/>
                  <a:pt x="132663" y="237841"/>
                  <a:pt x="131162" y="247331"/>
                </a:cubicBezTo>
                <a:cubicBezTo>
                  <a:pt x="129861" y="255822"/>
                  <a:pt x="122458" y="262215"/>
                  <a:pt x="113854" y="262215"/>
                </a:cubicBezTo>
                <a:cubicBezTo>
                  <a:pt x="112953" y="262215"/>
                  <a:pt x="112053" y="262115"/>
                  <a:pt x="111253" y="262015"/>
                </a:cubicBezTo>
                <a:lnTo>
                  <a:pt x="50524" y="252825"/>
                </a:lnTo>
                <a:cubicBezTo>
                  <a:pt x="48923" y="263314"/>
                  <a:pt x="48123" y="274102"/>
                  <a:pt x="48123" y="284990"/>
                </a:cubicBezTo>
                <a:cubicBezTo>
                  <a:pt x="48123" y="314658"/>
                  <a:pt x="54326" y="344226"/>
                  <a:pt x="65931" y="371895"/>
                </a:cubicBezTo>
                <a:lnTo>
                  <a:pt x="128861" y="340530"/>
                </a:lnTo>
                <a:cubicBezTo>
                  <a:pt x="131362" y="339331"/>
                  <a:pt x="133963" y="338731"/>
                  <a:pt x="136664" y="338731"/>
                </a:cubicBezTo>
                <a:cubicBezTo>
                  <a:pt x="143368" y="338731"/>
                  <a:pt x="149370" y="342427"/>
                  <a:pt x="152372" y="348421"/>
                </a:cubicBezTo>
                <a:cubicBezTo>
                  <a:pt x="154473" y="352616"/>
                  <a:pt x="154773" y="357311"/>
                  <a:pt x="153272" y="361806"/>
                </a:cubicBezTo>
                <a:cubicBezTo>
                  <a:pt x="151772" y="366202"/>
                  <a:pt x="148670" y="369798"/>
                  <a:pt x="144468" y="371895"/>
                </a:cubicBezTo>
                <a:lnTo>
                  <a:pt x="82039" y="402962"/>
                </a:lnTo>
                <a:cubicBezTo>
                  <a:pt x="86941" y="410953"/>
                  <a:pt x="91643" y="417745"/>
                  <a:pt x="98046" y="425737"/>
                </a:cubicBezTo>
                <a:lnTo>
                  <a:pt x="100447" y="428833"/>
                </a:lnTo>
                <a:lnTo>
                  <a:pt x="505639" y="428833"/>
                </a:lnTo>
                <a:lnTo>
                  <a:pt x="508040" y="425737"/>
                </a:lnTo>
                <a:cubicBezTo>
                  <a:pt x="513842" y="418445"/>
                  <a:pt x="519245" y="410853"/>
                  <a:pt x="524047" y="402962"/>
                </a:cubicBezTo>
                <a:lnTo>
                  <a:pt x="461618" y="371895"/>
                </a:lnTo>
                <a:cubicBezTo>
                  <a:pt x="457416" y="369798"/>
                  <a:pt x="454314" y="366202"/>
                  <a:pt x="452814" y="361806"/>
                </a:cubicBezTo>
                <a:cubicBezTo>
                  <a:pt x="451313" y="357311"/>
                  <a:pt x="451613" y="352616"/>
                  <a:pt x="453714" y="348421"/>
                </a:cubicBezTo>
                <a:cubicBezTo>
                  <a:pt x="456716" y="342427"/>
                  <a:pt x="462718" y="338731"/>
                  <a:pt x="469422" y="338731"/>
                </a:cubicBezTo>
                <a:cubicBezTo>
                  <a:pt x="472123" y="338731"/>
                  <a:pt x="474724" y="339331"/>
                  <a:pt x="477225" y="340530"/>
                </a:cubicBezTo>
                <a:lnTo>
                  <a:pt x="540055" y="371895"/>
                </a:lnTo>
                <a:cubicBezTo>
                  <a:pt x="551760" y="344325"/>
                  <a:pt x="557963" y="314658"/>
                  <a:pt x="557963" y="284990"/>
                </a:cubicBezTo>
                <a:cubicBezTo>
                  <a:pt x="557963" y="274102"/>
                  <a:pt x="557163" y="263314"/>
                  <a:pt x="555562" y="252825"/>
                </a:cubicBezTo>
                <a:lnTo>
                  <a:pt x="494834" y="262015"/>
                </a:lnTo>
                <a:cubicBezTo>
                  <a:pt x="494033" y="262115"/>
                  <a:pt x="493133" y="262215"/>
                  <a:pt x="492232" y="262215"/>
                </a:cubicBezTo>
                <a:cubicBezTo>
                  <a:pt x="483628" y="262215"/>
                  <a:pt x="476225" y="255822"/>
                  <a:pt x="474924" y="247331"/>
                </a:cubicBezTo>
                <a:cubicBezTo>
                  <a:pt x="473423" y="237841"/>
                  <a:pt x="480027" y="228851"/>
                  <a:pt x="489631" y="227453"/>
                </a:cubicBezTo>
                <a:lnTo>
                  <a:pt x="547759" y="218562"/>
                </a:lnTo>
                <a:cubicBezTo>
                  <a:pt x="535353" y="179005"/>
                  <a:pt x="512042" y="143743"/>
                  <a:pt x="481127" y="115674"/>
                </a:cubicBezTo>
                <a:lnTo>
                  <a:pt x="439107" y="158827"/>
                </a:lnTo>
                <a:cubicBezTo>
                  <a:pt x="435806" y="162323"/>
                  <a:pt x="431304" y="164122"/>
                  <a:pt x="426501" y="164122"/>
                </a:cubicBezTo>
                <a:cubicBezTo>
                  <a:pt x="421899" y="164122"/>
                  <a:pt x="417597" y="162423"/>
                  <a:pt x="414296" y="159227"/>
                </a:cubicBezTo>
                <a:cubicBezTo>
                  <a:pt x="410994" y="155930"/>
                  <a:pt x="409093" y="151635"/>
                  <a:pt x="408993" y="146940"/>
                </a:cubicBezTo>
                <a:cubicBezTo>
                  <a:pt x="408993" y="142245"/>
                  <a:pt x="410694" y="137850"/>
                  <a:pt x="413995" y="134454"/>
                </a:cubicBezTo>
                <a:lnTo>
                  <a:pt x="453514" y="93898"/>
                </a:lnTo>
                <a:cubicBezTo>
                  <a:pt x="415696" y="68126"/>
                  <a:pt x="370075" y="51744"/>
                  <a:pt x="320551" y="48647"/>
                </a:cubicBezTo>
                <a:lnTo>
                  <a:pt x="320551" y="107982"/>
                </a:lnTo>
                <a:cubicBezTo>
                  <a:pt x="320551" y="117572"/>
                  <a:pt x="312748" y="125463"/>
                  <a:pt x="303043" y="125463"/>
                </a:cubicBezTo>
                <a:cubicBezTo>
                  <a:pt x="293438" y="125463"/>
                  <a:pt x="285535" y="117572"/>
                  <a:pt x="285535" y="107982"/>
                </a:cubicBezTo>
                <a:close/>
                <a:moveTo>
                  <a:pt x="303043" y="0"/>
                </a:moveTo>
                <a:cubicBezTo>
                  <a:pt x="470122" y="0"/>
                  <a:pt x="606086" y="127861"/>
                  <a:pt x="606086" y="284990"/>
                </a:cubicBezTo>
                <a:cubicBezTo>
                  <a:pt x="606086" y="352217"/>
                  <a:pt x="580674" y="417546"/>
                  <a:pt x="534552" y="468890"/>
                </a:cubicBezTo>
                <a:cubicBezTo>
                  <a:pt x="529950" y="473984"/>
                  <a:pt x="523447" y="476881"/>
                  <a:pt x="516644" y="476881"/>
                </a:cubicBezTo>
                <a:lnTo>
                  <a:pt x="89442" y="476881"/>
                </a:lnTo>
                <a:cubicBezTo>
                  <a:pt x="82639" y="476881"/>
                  <a:pt x="76136" y="473984"/>
                  <a:pt x="71534" y="468890"/>
                </a:cubicBezTo>
                <a:cubicBezTo>
                  <a:pt x="25412" y="417546"/>
                  <a:pt x="0" y="352217"/>
                  <a:pt x="0" y="284990"/>
                </a:cubicBezTo>
                <a:cubicBezTo>
                  <a:pt x="0" y="127861"/>
                  <a:pt x="135964" y="0"/>
                  <a:pt x="303043" y="0"/>
                </a:cubicBezTo>
                <a:close/>
              </a:path>
            </a:pathLst>
          </a:custGeom>
          <a:solidFill>
            <a:schemeClr val="bg1"/>
          </a:solidFill>
          <a:ln>
            <a:noFill/>
          </a:ln>
        </p:spPr>
        <p:txBody>
          <a:bodyPr>
            <a:sp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3" name="文本占位符 374"/>
          <p:cNvSpPr>
            <a:spLocks noGrp="1"/>
          </p:cNvSpPr>
          <p:nvPr>
            <p:ph type="body" sz="quarter" idx="15" hasCustomPrompt="1"/>
          </p:nvPr>
        </p:nvSpPr>
        <p:spPr>
          <a:xfrm>
            <a:off x="1681692"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4" name="文本占位符 374"/>
          <p:cNvSpPr>
            <a:spLocks noGrp="1"/>
          </p:cNvSpPr>
          <p:nvPr>
            <p:ph type="body" sz="quarter" idx="16" hasCustomPrompt="1"/>
          </p:nvPr>
        </p:nvSpPr>
        <p:spPr>
          <a:xfrm>
            <a:off x="5427853"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5" name="文本占位符 374"/>
          <p:cNvSpPr>
            <a:spLocks noGrp="1"/>
          </p:cNvSpPr>
          <p:nvPr>
            <p:ph type="body" sz="quarter" idx="17" hasCustomPrompt="1"/>
          </p:nvPr>
        </p:nvSpPr>
        <p:spPr>
          <a:xfrm>
            <a:off x="9174014" y="298404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6" name="文本占位符 6"/>
          <p:cNvSpPr>
            <a:spLocks noGrp="1"/>
          </p:cNvSpPr>
          <p:nvPr>
            <p:ph type="body" sz="quarter" idx="18" hasCustomPrompt="1"/>
          </p:nvPr>
        </p:nvSpPr>
        <p:spPr>
          <a:xfrm>
            <a:off x="800193"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78" name="文本占位符 6"/>
          <p:cNvSpPr>
            <a:spLocks noGrp="1"/>
          </p:cNvSpPr>
          <p:nvPr>
            <p:ph type="body" sz="quarter" idx="19" hasCustomPrompt="1"/>
          </p:nvPr>
        </p:nvSpPr>
        <p:spPr>
          <a:xfrm>
            <a:off x="4577347"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80" name="文本占位符 6"/>
          <p:cNvSpPr>
            <a:spLocks noGrp="1"/>
          </p:cNvSpPr>
          <p:nvPr>
            <p:ph type="body" sz="quarter" idx="20" hasCustomPrompt="1"/>
          </p:nvPr>
        </p:nvSpPr>
        <p:spPr>
          <a:xfrm>
            <a:off x="8165654" y="3988204"/>
            <a:ext cx="2529112" cy="179383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无图分段-3项-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22750"/>
            <a:ext cx="12172950" cy="6858000"/>
          </a:xfrm>
          <a:prstGeom prst="rect">
            <a:avLst/>
          </a:prstGeom>
        </p:spPr>
      </p:pic>
      <p:sp>
        <p:nvSpPr>
          <p:cNvPr id="9" name="矩形 8"/>
          <p:cNvSpPr/>
          <p:nvPr userDrawn="1"/>
        </p:nvSpPr>
        <p:spPr>
          <a:xfrm>
            <a:off x="8211618" y="2056960"/>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8" name="矩形 7"/>
          <p:cNvSpPr/>
          <p:nvPr userDrawn="1"/>
        </p:nvSpPr>
        <p:spPr>
          <a:xfrm>
            <a:off x="4461951" y="2071683"/>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768734" y="2084191"/>
            <a:ext cx="10750166" cy="3888592"/>
            <a:chOff x="768734" y="2084191"/>
            <a:chExt cx="10750166" cy="3888592"/>
          </a:xfrm>
        </p:grpSpPr>
        <p:grpSp>
          <p:nvGrpSpPr>
            <p:cNvPr id="3" name="组合 2"/>
            <p:cNvGrpSpPr/>
            <p:nvPr/>
          </p:nvGrpSpPr>
          <p:grpSpPr>
            <a:xfrm>
              <a:off x="768734" y="2084191"/>
              <a:ext cx="3306428" cy="3888592"/>
              <a:chOff x="-222" y="2084191"/>
              <a:chExt cx="3306428" cy="3888592"/>
            </a:xfrm>
          </p:grpSpPr>
          <p:sp>
            <p:nvSpPr>
              <p:cNvPr id="40" name="矩形 39"/>
              <p:cNvSpPr/>
              <p:nvPr/>
            </p:nvSpPr>
            <p:spPr>
              <a:xfrm>
                <a:off x="-222" y="2084191"/>
                <a:ext cx="3046158" cy="3888592"/>
              </a:xfrm>
              <a:prstGeom prst="rect">
                <a:avLst/>
              </a:prstGeom>
              <a:gradFill>
                <a:gsLst>
                  <a:gs pos="68000">
                    <a:schemeClr val="accent1">
                      <a:alpha val="90000"/>
                    </a:schemeClr>
                  </a:gs>
                  <a:gs pos="0">
                    <a:schemeClr val="accent2">
                      <a:lumMod val="40000"/>
                      <a:lumOff val="6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800" b="1" dirty="0">
                  <a:solidFill>
                    <a:schemeClr val="accent1"/>
                  </a:solidFill>
                </a:endParaRPr>
              </a:p>
            </p:txBody>
          </p:sp>
          <p:sp>
            <p:nvSpPr>
              <p:cNvPr id="41" name="任意多边形: 形状 40"/>
              <p:cNvSpPr/>
              <p:nvPr/>
            </p:nvSpPr>
            <p:spPr>
              <a:xfrm rot="719614" flipH="1">
                <a:off x="2785665"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44" name="文本框 43"/>
              <p:cNvSpPr txBox="1"/>
              <p:nvPr/>
            </p:nvSpPr>
            <p:spPr>
              <a:xfrm>
                <a:off x="430055"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01</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nvGrpSpPr>
            <p:cNvPr id="6" name="组合 5"/>
            <p:cNvGrpSpPr/>
            <p:nvPr/>
          </p:nvGrpSpPr>
          <p:grpSpPr>
            <a:xfrm>
              <a:off x="4920880" y="2399669"/>
              <a:ext cx="2876151" cy="1091383"/>
              <a:chOff x="3167620" y="2399669"/>
              <a:chExt cx="2876151" cy="1091383"/>
            </a:xfrm>
          </p:grpSpPr>
          <p:sp>
            <p:nvSpPr>
              <p:cNvPr id="26" name="任意多边形: 形状 25"/>
              <p:cNvSpPr/>
              <p:nvPr/>
            </p:nvSpPr>
            <p:spPr>
              <a:xfrm rot="719614" flipH="1">
                <a:off x="5523230"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29" name="文本框 28"/>
              <p:cNvSpPr txBox="1"/>
              <p:nvPr/>
            </p:nvSpPr>
            <p:spPr>
              <a:xfrm>
                <a:off x="3167620"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02</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nvGrpSpPr>
            <p:cNvPr id="7" name="组合 6"/>
            <p:cNvGrpSpPr/>
            <p:nvPr/>
          </p:nvGrpSpPr>
          <p:grpSpPr>
            <a:xfrm>
              <a:off x="8642749" y="2399669"/>
              <a:ext cx="2876151" cy="1091383"/>
              <a:chOff x="8642749" y="2399669"/>
              <a:chExt cx="2876151" cy="1091383"/>
            </a:xfrm>
          </p:grpSpPr>
          <p:sp>
            <p:nvSpPr>
              <p:cNvPr id="16" name="任意多边形: 形状 15"/>
              <p:cNvSpPr/>
              <p:nvPr/>
            </p:nvSpPr>
            <p:spPr>
              <a:xfrm rot="719614" flipH="1">
                <a:off x="10998359" y="2399669"/>
                <a:ext cx="520541" cy="519751"/>
              </a:xfrm>
              <a:custGeom>
                <a:avLst/>
                <a:gdLst>
                  <a:gd name="T0" fmla="*/ 3845 w 3934"/>
                  <a:gd name="T1" fmla="*/ 89 h 3934"/>
                  <a:gd name="T2" fmla="*/ 2313 w 3934"/>
                  <a:gd name="T3" fmla="*/ 0 h 3934"/>
                  <a:gd name="T4" fmla="*/ 0 w 3934"/>
                  <a:gd name="T5" fmla="*/ 2313 h 3934"/>
                  <a:gd name="T6" fmla="*/ 1621 w 3934"/>
                  <a:gd name="T7" fmla="*/ 3934 h 3934"/>
                  <a:gd name="T8" fmla="*/ 3934 w 3934"/>
                  <a:gd name="T9" fmla="*/ 1621 h 3934"/>
                  <a:gd name="T10" fmla="*/ 3845 w 3934"/>
                  <a:gd name="T11" fmla="*/ 89 h 3934"/>
                  <a:gd name="T12" fmla="*/ 3343 w 3934"/>
                  <a:gd name="T13" fmla="*/ 1001 h 3934"/>
                  <a:gd name="T14" fmla="*/ 2933 w 3934"/>
                  <a:gd name="T15" fmla="*/ 1001 h 3934"/>
                  <a:gd name="T16" fmla="*/ 2933 w 3934"/>
                  <a:gd name="T17" fmla="*/ 591 h 3934"/>
                  <a:gd name="T18" fmla="*/ 3343 w 3934"/>
                  <a:gd name="T19" fmla="*/ 591 h 3934"/>
                  <a:gd name="T20" fmla="*/ 3343 w 3934"/>
                  <a:gd name="T21" fmla="*/ 1001 h 39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34" h="3934">
                    <a:moveTo>
                      <a:pt x="3845" y="89"/>
                    </a:moveTo>
                    <a:lnTo>
                      <a:pt x="2313" y="0"/>
                    </a:lnTo>
                    <a:lnTo>
                      <a:pt x="0" y="2313"/>
                    </a:lnTo>
                    <a:lnTo>
                      <a:pt x="1621" y="3934"/>
                    </a:lnTo>
                    <a:lnTo>
                      <a:pt x="3934" y="1621"/>
                    </a:lnTo>
                    <a:lnTo>
                      <a:pt x="3845" y="89"/>
                    </a:lnTo>
                    <a:close/>
                    <a:moveTo>
                      <a:pt x="3343" y="1001"/>
                    </a:moveTo>
                    <a:cubicBezTo>
                      <a:pt x="3230" y="1115"/>
                      <a:pt x="3046" y="1115"/>
                      <a:pt x="2933" y="1001"/>
                    </a:cubicBezTo>
                    <a:cubicBezTo>
                      <a:pt x="2820" y="888"/>
                      <a:pt x="2820" y="705"/>
                      <a:pt x="2933" y="591"/>
                    </a:cubicBezTo>
                    <a:cubicBezTo>
                      <a:pt x="3046" y="478"/>
                      <a:pt x="3230" y="478"/>
                      <a:pt x="3343" y="591"/>
                    </a:cubicBezTo>
                    <a:cubicBezTo>
                      <a:pt x="3456" y="705"/>
                      <a:pt x="3456" y="888"/>
                      <a:pt x="3343" y="1001"/>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19" name="文本框 18"/>
              <p:cNvSpPr txBox="1"/>
              <p:nvPr/>
            </p:nvSpPr>
            <p:spPr>
              <a:xfrm>
                <a:off x="8642749" y="2967832"/>
                <a:ext cx="2342363" cy="523220"/>
              </a:xfrm>
              <a:prstGeom prst="rect">
                <a:avLst/>
              </a:prstGeom>
              <a:noFill/>
              <a:ln>
                <a:noFill/>
              </a:ln>
            </p:spPr>
            <p:txBody>
              <a:bodyPr wrap="square" lIns="91440" tIns="45720" rIns="91440" bIns="45720" anchor="ctr" anchorCtr="0">
                <a:spAutoFit/>
              </a:bodyPr>
              <a:lstStyle/>
              <a:p>
                <a:pPr>
                  <a:buSzPct val="25000"/>
                </a:pPr>
                <a:r>
                  <a:rPr lang="en-US" altLang="zh-CN" sz="2800" b="1" dirty="0">
                    <a:solidFill>
                      <a:schemeClr val="accent3">
                        <a:lumMod val="100000"/>
                      </a:schemeClr>
                    </a:solidFill>
                    <a:latin typeface="Arial" panose="020B0604020202020204" pitchFamily="34" charset="0"/>
                    <a:ea typeface="微软雅黑" panose="020B0503020204020204" pitchFamily="34" charset="-122"/>
                  </a:rPr>
                  <a:t>03</a:t>
                </a:r>
                <a:endParaRPr lang="en-US" altLang="zh-CN" sz="2800" b="1" dirty="0">
                  <a:solidFill>
                    <a:schemeClr val="accent3">
                      <a:lumMod val="100000"/>
                    </a:schemeClr>
                  </a:solidFill>
                  <a:latin typeface="Arial" panose="020B0604020202020204" pitchFamily="34" charset="0"/>
                  <a:ea typeface="微软雅黑" panose="020B0503020204020204" pitchFamily="34" charset="-122"/>
                </a:endParaRPr>
              </a:p>
            </p:txBody>
          </p:sp>
        </p:grpSp>
      </p:grpSp>
      <p:sp>
        <p:nvSpPr>
          <p:cNvPr id="38" name="文本占位符 374"/>
          <p:cNvSpPr>
            <a:spLocks noGrp="1"/>
          </p:cNvSpPr>
          <p:nvPr>
            <p:ph type="body" sz="quarter" idx="28" hasCustomPrompt="1"/>
          </p:nvPr>
        </p:nvSpPr>
        <p:spPr>
          <a:xfrm>
            <a:off x="1322211" y="3537845"/>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9" name="文本占位符 374"/>
          <p:cNvSpPr>
            <a:spLocks noGrp="1"/>
          </p:cNvSpPr>
          <p:nvPr>
            <p:ph type="body" sz="quarter" idx="29" hasCustomPrompt="1"/>
          </p:nvPr>
        </p:nvSpPr>
        <p:spPr>
          <a:xfrm>
            <a:off x="1315485"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6" name="文本占位符 374"/>
          <p:cNvSpPr>
            <a:spLocks noGrp="1"/>
          </p:cNvSpPr>
          <p:nvPr>
            <p:ph type="body" sz="quarter" idx="31" hasCustomPrompt="1"/>
          </p:nvPr>
        </p:nvSpPr>
        <p:spPr>
          <a:xfrm>
            <a:off x="4920880"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8" name="文本占位符 374"/>
          <p:cNvSpPr>
            <a:spLocks noGrp="1"/>
          </p:cNvSpPr>
          <p:nvPr>
            <p:ph type="body" sz="quarter" idx="33" hasCustomPrompt="1"/>
          </p:nvPr>
        </p:nvSpPr>
        <p:spPr>
          <a:xfrm>
            <a:off x="8650625" y="4098838"/>
            <a:ext cx="2225890" cy="1678309"/>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 name="文本占位符 374"/>
          <p:cNvSpPr>
            <a:spLocks noGrp="1"/>
          </p:cNvSpPr>
          <p:nvPr>
            <p:ph type="body" sz="quarter" idx="34" hasCustomPrompt="1"/>
          </p:nvPr>
        </p:nvSpPr>
        <p:spPr>
          <a:xfrm>
            <a:off x="4920880" y="3491052"/>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 name="文本占位符 374"/>
          <p:cNvSpPr>
            <a:spLocks noGrp="1"/>
          </p:cNvSpPr>
          <p:nvPr>
            <p:ph type="body" sz="quarter" idx="35" hasCustomPrompt="1"/>
          </p:nvPr>
        </p:nvSpPr>
        <p:spPr>
          <a:xfrm>
            <a:off x="8661753" y="3491052"/>
            <a:ext cx="1314971" cy="38965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无图分段-4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4548411" y="2207645"/>
            <a:ext cx="3153328" cy="3153328"/>
            <a:chOff x="4114800" y="1881407"/>
            <a:chExt cx="3962400" cy="3962400"/>
          </a:xfrm>
        </p:grpSpPr>
        <p:sp>
          <p:nvSpPr>
            <p:cNvPr id="3" name="Oval 6++"/>
            <p:cNvSpPr/>
            <p:nvPr/>
          </p:nvSpPr>
          <p:spPr>
            <a:xfrm>
              <a:off x="4114800" y="1881407"/>
              <a:ext cx="3962400" cy="3962400"/>
            </a:xfrm>
            <a:prstGeom prst="ellipse">
              <a:avLst/>
            </a:prstGeom>
            <a:solidFill>
              <a:schemeClr val="accent6">
                <a:lumMod val="75000"/>
                <a:alpha val="2000"/>
              </a:schemeClr>
            </a:solidFill>
            <a:ln w="19050">
              <a:solidFill>
                <a:schemeClr val="accent6">
                  <a:alpha val="56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en-US" dirty="0">
                <a:gradFill>
                  <a:gsLst>
                    <a:gs pos="0">
                      <a:schemeClr val="accent2"/>
                    </a:gs>
                    <a:gs pos="74000">
                      <a:schemeClr val="accent1"/>
                    </a:gs>
                  </a:gsLst>
                  <a:lin ang="2700000" scaled="1"/>
                </a:gradFill>
                <a:effectLst>
                  <a:outerShdw blurRad="50800" dist="88900" dir="5400000" algn="t" rotWithShape="0">
                    <a:prstClr val="black">
                      <a:alpha val="40000"/>
                    </a:prstClr>
                  </a:outerShdw>
                </a:effectLst>
              </a:endParaRPr>
            </a:p>
          </p:txBody>
        </p:sp>
        <p:sp>
          <p:nvSpPr>
            <p:cNvPr id="4" name="Oval 6+"/>
            <p:cNvSpPr/>
            <p:nvPr/>
          </p:nvSpPr>
          <p:spPr>
            <a:xfrm>
              <a:off x="4653182" y="2419789"/>
              <a:ext cx="2885636" cy="2885636"/>
            </a:xfrm>
            <a:prstGeom prst="ellipse">
              <a:avLst/>
            </a:prstGeom>
            <a:solidFill>
              <a:schemeClr val="accent6">
                <a:alpha val="5000"/>
              </a:schemeClr>
            </a:solidFill>
            <a:ln w="19050">
              <a:solidFill>
                <a:schemeClr val="accent6">
                  <a:alpha val="40000"/>
                </a:schemeClr>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en-US">
                <a:gradFill>
                  <a:gsLst>
                    <a:gs pos="0">
                      <a:schemeClr val="accent2"/>
                    </a:gs>
                    <a:gs pos="74000">
                      <a:schemeClr val="accent1"/>
                    </a:gs>
                  </a:gsLst>
                  <a:lin ang="2700000" scaled="1"/>
                </a:gradFill>
                <a:effectLst>
                  <a:outerShdw blurRad="50800" dist="88900" dir="5400000" algn="t" rotWithShape="0">
                    <a:prstClr val="black">
                      <a:alpha val="40000"/>
                    </a:prstClr>
                  </a:outerShdw>
                </a:effectLst>
              </a:endParaRPr>
            </a:p>
          </p:txBody>
        </p:sp>
        <p:sp>
          <p:nvSpPr>
            <p:cNvPr id="5" name="椭圆 4"/>
            <p:cNvSpPr/>
            <p:nvPr/>
          </p:nvSpPr>
          <p:spPr>
            <a:xfrm>
              <a:off x="5086350" y="2852957"/>
              <a:ext cx="2019300" cy="2019300"/>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dirty="0">
                <a:solidFill>
                  <a:srgbClr val="FFFFFF"/>
                </a:solidFill>
              </a:endParaRPr>
            </a:p>
          </p:txBody>
        </p:sp>
      </p:grpSp>
      <p:sp>
        <p:nvSpPr>
          <p:cNvPr id="7" name="右大括号 6"/>
          <p:cNvSpPr/>
          <p:nvPr userDrawn="1"/>
        </p:nvSpPr>
        <p:spPr>
          <a:xfrm>
            <a:off x="3992763" y="2601955"/>
            <a:ext cx="513249" cy="2274056"/>
          </a:xfrm>
          <a:prstGeom prst="rightBrace">
            <a:avLst>
              <a:gd name="adj1" fmla="val 0"/>
              <a:gd name="adj2" fmla="val 51941"/>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2F2F2F"/>
                </a:solidFill>
                <a:latin typeface="Arial" panose="020B0604020202020204"/>
                <a:ea typeface="+mn-ea"/>
                <a:cs typeface="+mn-cs"/>
              </a:defRPr>
            </a:lvl1pPr>
            <a:lvl2pPr marL="457200" algn="l" defTabSz="914400" rtl="0" eaLnBrk="1" latinLnBrk="0" hangingPunct="1">
              <a:defRPr sz="1800" kern="1200">
                <a:solidFill>
                  <a:srgbClr val="2F2F2F"/>
                </a:solidFill>
                <a:latin typeface="Arial" panose="020B0604020202020204"/>
                <a:ea typeface="+mn-ea"/>
                <a:cs typeface="+mn-cs"/>
              </a:defRPr>
            </a:lvl2pPr>
            <a:lvl3pPr marL="914400" algn="l" defTabSz="914400" rtl="0" eaLnBrk="1" latinLnBrk="0" hangingPunct="1">
              <a:defRPr sz="1800" kern="1200">
                <a:solidFill>
                  <a:srgbClr val="2F2F2F"/>
                </a:solidFill>
                <a:latin typeface="Arial" panose="020B0604020202020204"/>
                <a:ea typeface="+mn-ea"/>
                <a:cs typeface="+mn-cs"/>
              </a:defRPr>
            </a:lvl3pPr>
            <a:lvl4pPr marL="1371600" algn="l" defTabSz="914400" rtl="0" eaLnBrk="1" latinLnBrk="0" hangingPunct="1">
              <a:defRPr sz="1800" kern="1200">
                <a:solidFill>
                  <a:srgbClr val="2F2F2F"/>
                </a:solidFill>
                <a:latin typeface="Arial" panose="020B0604020202020204"/>
                <a:ea typeface="+mn-ea"/>
                <a:cs typeface="+mn-cs"/>
              </a:defRPr>
            </a:lvl4pPr>
            <a:lvl5pPr marL="1828800" algn="l" defTabSz="914400" rtl="0" eaLnBrk="1" latinLnBrk="0" hangingPunct="1">
              <a:defRPr sz="1800" kern="1200">
                <a:solidFill>
                  <a:srgbClr val="2F2F2F"/>
                </a:solidFill>
                <a:latin typeface="Arial" panose="020B0604020202020204"/>
                <a:ea typeface="+mn-ea"/>
                <a:cs typeface="+mn-cs"/>
              </a:defRPr>
            </a:lvl5pPr>
            <a:lvl6pPr marL="2286000" algn="l" defTabSz="914400" rtl="0" eaLnBrk="1" latinLnBrk="0" hangingPunct="1">
              <a:defRPr sz="1800" kern="1200">
                <a:solidFill>
                  <a:srgbClr val="2F2F2F"/>
                </a:solidFill>
                <a:latin typeface="Arial" panose="020B0604020202020204"/>
                <a:ea typeface="+mn-ea"/>
                <a:cs typeface="+mn-cs"/>
              </a:defRPr>
            </a:lvl6pPr>
            <a:lvl7pPr marL="2743200" algn="l" defTabSz="914400" rtl="0" eaLnBrk="1" latinLnBrk="0" hangingPunct="1">
              <a:defRPr sz="1800" kern="1200">
                <a:solidFill>
                  <a:srgbClr val="2F2F2F"/>
                </a:solidFill>
                <a:latin typeface="Arial" panose="020B0604020202020204"/>
                <a:ea typeface="+mn-ea"/>
                <a:cs typeface="+mn-cs"/>
              </a:defRPr>
            </a:lvl7pPr>
            <a:lvl8pPr marL="3200400" algn="l" defTabSz="914400" rtl="0" eaLnBrk="1" latinLnBrk="0" hangingPunct="1">
              <a:defRPr sz="1800" kern="1200">
                <a:solidFill>
                  <a:srgbClr val="2F2F2F"/>
                </a:solidFill>
                <a:latin typeface="Arial" panose="020B0604020202020204"/>
                <a:ea typeface="+mn-ea"/>
                <a:cs typeface="+mn-cs"/>
              </a:defRPr>
            </a:lvl8pPr>
            <a:lvl9pPr marL="3657600" algn="l" defTabSz="914400" rtl="0" eaLnBrk="1" latinLnBrk="0" hangingPunct="1">
              <a:defRPr sz="1800" kern="1200">
                <a:solidFill>
                  <a:srgbClr val="2F2F2F"/>
                </a:solidFill>
                <a:latin typeface="Arial" panose="020B0604020202020204"/>
                <a:ea typeface="+mn-ea"/>
                <a:cs typeface="+mn-cs"/>
              </a:defRPr>
            </a:lvl9pPr>
          </a:lstStyle>
          <a:p>
            <a:pPr algn="ctr"/>
            <a:endParaRPr lang="zh-CN" altLang="en-US"/>
          </a:p>
        </p:txBody>
      </p:sp>
      <p:sp>
        <p:nvSpPr>
          <p:cNvPr id="8" name="右大括号 7"/>
          <p:cNvSpPr/>
          <p:nvPr userDrawn="1"/>
        </p:nvSpPr>
        <p:spPr>
          <a:xfrm flipH="1">
            <a:off x="7780252" y="2601954"/>
            <a:ext cx="513249" cy="2274057"/>
          </a:xfrm>
          <a:prstGeom prst="rightBrace">
            <a:avLst>
              <a:gd name="adj1" fmla="val 0"/>
              <a:gd name="adj2" fmla="val 48978"/>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914400" rtl="0" eaLnBrk="1" latinLnBrk="0" hangingPunct="1">
              <a:defRPr sz="1800" kern="1200">
                <a:solidFill>
                  <a:srgbClr val="2F2F2F"/>
                </a:solidFill>
                <a:latin typeface="Arial" panose="020B0604020202020204"/>
                <a:ea typeface="+mn-ea"/>
                <a:cs typeface="+mn-cs"/>
              </a:defRPr>
            </a:lvl1pPr>
            <a:lvl2pPr marL="457200" algn="l" defTabSz="914400" rtl="0" eaLnBrk="1" latinLnBrk="0" hangingPunct="1">
              <a:defRPr sz="1800" kern="1200">
                <a:solidFill>
                  <a:srgbClr val="2F2F2F"/>
                </a:solidFill>
                <a:latin typeface="Arial" panose="020B0604020202020204"/>
                <a:ea typeface="+mn-ea"/>
                <a:cs typeface="+mn-cs"/>
              </a:defRPr>
            </a:lvl2pPr>
            <a:lvl3pPr marL="914400" algn="l" defTabSz="914400" rtl="0" eaLnBrk="1" latinLnBrk="0" hangingPunct="1">
              <a:defRPr sz="1800" kern="1200">
                <a:solidFill>
                  <a:srgbClr val="2F2F2F"/>
                </a:solidFill>
                <a:latin typeface="Arial" panose="020B0604020202020204"/>
                <a:ea typeface="+mn-ea"/>
                <a:cs typeface="+mn-cs"/>
              </a:defRPr>
            </a:lvl3pPr>
            <a:lvl4pPr marL="1371600" algn="l" defTabSz="914400" rtl="0" eaLnBrk="1" latinLnBrk="0" hangingPunct="1">
              <a:defRPr sz="1800" kern="1200">
                <a:solidFill>
                  <a:srgbClr val="2F2F2F"/>
                </a:solidFill>
                <a:latin typeface="Arial" panose="020B0604020202020204"/>
                <a:ea typeface="+mn-ea"/>
                <a:cs typeface="+mn-cs"/>
              </a:defRPr>
            </a:lvl4pPr>
            <a:lvl5pPr marL="1828800" algn="l" defTabSz="914400" rtl="0" eaLnBrk="1" latinLnBrk="0" hangingPunct="1">
              <a:defRPr sz="1800" kern="1200">
                <a:solidFill>
                  <a:srgbClr val="2F2F2F"/>
                </a:solidFill>
                <a:latin typeface="Arial" panose="020B0604020202020204"/>
                <a:ea typeface="+mn-ea"/>
                <a:cs typeface="+mn-cs"/>
              </a:defRPr>
            </a:lvl5pPr>
            <a:lvl6pPr marL="2286000" algn="l" defTabSz="914400" rtl="0" eaLnBrk="1" latinLnBrk="0" hangingPunct="1">
              <a:defRPr sz="1800" kern="1200">
                <a:solidFill>
                  <a:srgbClr val="2F2F2F"/>
                </a:solidFill>
                <a:latin typeface="Arial" panose="020B0604020202020204"/>
                <a:ea typeface="+mn-ea"/>
                <a:cs typeface="+mn-cs"/>
              </a:defRPr>
            </a:lvl6pPr>
            <a:lvl7pPr marL="2743200" algn="l" defTabSz="914400" rtl="0" eaLnBrk="1" latinLnBrk="0" hangingPunct="1">
              <a:defRPr sz="1800" kern="1200">
                <a:solidFill>
                  <a:srgbClr val="2F2F2F"/>
                </a:solidFill>
                <a:latin typeface="Arial" panose="020B0604020202020204"/>
                <a:ea typeface="+mn-ea"/>
                <a:cs typeface="+mn-cs"/>
              </a:defRPr>
            </a:lvl7pPr>
            <a:lvl8pPr marL="3200400" algn="l" defTabSz="914400" rtl="0" eaLnBrk="1" latinLnBrk="0" hangingPunct="1">
              <a:defRPr sz="1800" kern="1200">
                <a:solidFill>
                  <a:srgbClr val="2F2F2F"/>
                </a:solidFill>
                <a:latin typeface="Arial" panose="020B0604020202020204"/>
                <a:ea typeface="+mn-ea"/>
                <a:cs typeface="+mn-cs"/>
              </a:defRPr>
            </a:lvl8pPr>
            <a:lvl9pPr marL="3657600" algn="l" defTabSz="914400" rtl="0" eaLnBrk="1" latinLnBrk="0" hangingPunct="1">
              <a:defRPr sz="1800" kern="1200">
                <a:solidFill>
                  <a:srgbClr val="2F2F2F"/>
                </a:solidFill>
                <a:latin typeface="Arial" panose="020B0604020202020204"/>
                <a:ea typeface="+mn-ea"/>
                <a:cs typeface="+mn-cs"/>
              </a:defRPr>
            </a:lvl9pPr>
          </a:lstStyle>
          <a:p>
            <a:pPr algn="ctr"/>
            <a:endParaRPr lang="zh-CN" altLang="en-US"/>
          </a:p>
        </p:txBody>
      </p:sp>
      <p:grpSp>
        <p:nvGrpSpPr>
          <p:cNvPr id="63" name="组合 62"/>
          <p:cNvGrpSpPr/>
          <p:nvPr userDrawn="1"/>
        </p:nvGrpSpPr>
        <p:grpSpPr>
          <a:xfrm>
            <a:off x="1007011" y="2247517"/>
            <a:ext cx="2882718" cy="1244023"/>
            <a:chOff x="878317" y="1551307"/>
            <a:chExt cx="2660966" cy="1315196"/>
          </a:xfrm>
          <a:solidFill>
            <a:schemeClr val="accent5"/>
          </a:solidFill>
        </p:grpSpPr>
        <p:sp>
          <p:nvSpPr>
            <p:cNvPr id="64" name="矩形: 圆角 63"/>
            <p:cNvSpPr/>
            <p:nvPr/>
          </p:nvSpPr>
          <p:spPr>
            <a:xfrm>
              <a:off x="878317" y="1551307"/>
              <a:ext cx="2660966" cy="1315196"/>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65" name="小标题05"/>
            <p:cNvSpPr txBox="1"/>
            <p:nvPr/>
          </p:nvSpPr>
          <p:spPr>
            <a:xfrm>
              <a:off x="978789" y="1623976"/>
              <a:ext cx="2369620" cy="554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a:endParaRPr>
            </a:p>
          </p:txBody>
        </p:sp>
      </p:grpSp>
      <p:sp>
        <p:nvSpPr>
          <p:cNvPr id="66" name="文本占位符 374"/>
          <p:cNvSpPr>
            <a:spLocks noGrp="1"/>
          </p:cNvSpPr>
          <p:nvPr>
            <p:ph type="body" sz="quarter" idx="27" hasCustomPrompt="1"/>
          </p:nvPr>
        </p:nvSpPr>
        <p:spPr>
          <a:xfrm>
            <a:off x="1116730" y="2382033"/>
            <a:ext cx="1282672" cy="26745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67" name="文本占位符 374"/>
          <p:cNvSpPr>
            <a:spLocks noGrp="1"/>
          </p:cNvSpPr>
          <p:nvPr>
            <p:ph type="body" sz="quarter" idx="28" hasCustomPrompt="1"/>
          </p:nvPr>
        </p:nvSpPr>
        <p:spPr>
          <a:xfrm>
            <a:off x="1115856" y="2716491"/>
            <a:ext cx="2567093" cy="617039"/>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69" name="矩形: 圆角 68"/>
          <p:cNvSpPr/>
          <p:nvPr userDrawn="1"/>
        </p:nvSpPr>
        <p:spPr>
          <a:xfrm>
            <a:off x="996955" y="4071265"/>
            <a:ext cx="2882718" cy="1244023"/>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10" name="文本占位符 374"/>
          <p:cNvSpPr>
            <a:spLocks noGrp="1"/>
          </p:cNvSpPr>
          <p:nvPr>
            <p:ph type="body" sz="quarter" idx="29" hasCustomPrompt="1"/>
          </p:nvPr>
        </p:nvSpPr>
        <p:spPr>
          <a:xfrm>
            <a:off x="1084261" y="4199476"/>
            <a:ext cx="1282672" cy="26745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6" name="文本占位符 374"/>
          <p:cNvSpPr>
            <a:spLocks noGrp="1"/>
          </p:cNvSpPr>
          <p:nvPr>
            <p:ph type="body" sz="quarter" idx="30" hasCustomPrompt="1"/>
          </p:nvPr>
        </p:nvSpPr>
        <p:spPr>
          <a:xfrm>
            <a:off x="1070893" y="4600941"/>
            <a:ext cx="2567093" cy="617039"/>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grpSp>
        <p:nvGrpSpPr>
          <p:cNvPr id="17" name="组合 16"/>
          <p:cNvGrpSpPr/>
          <p:nvPr userDrawn="1"/>
        </p:nvGrpSpPr>
        <p:grpSpPr>
          <a:xfrm>
            <a:off x="8438140" y="2293202"/>
            <a:ext cx="2882718" cy="1244023"/>
            <a:chOff x="878317" y="1551307"/>
            <a:chExt cx="2660966" cy="1315196"/>
          </a:xfrm>
          <a:solidFill>
            <a:schemeClr val="accent5"/>
          </a:solidFill>
        </p:grpSpPr>
        <p:sp>
          <p:nvSpPr>
            <p:cNvPr id="18" name="矩形: 圆角 17"/>
            <p:cNvSpPr/>
            <p:nvPr/>
          </p:nvSpPr>
          <p:spPr>
            <a:xfrm>
              <a:off x="878317" y="1551307"/>
              <a:ext cx="2660966" cy="1315196"/>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19" name="小标题05"/>
            <p:cNvSpPr txBox="1"/>
            <p:nvPr/>
          </p:nvSpPr>
          <p:spPr>
            <a:xfrm>
              <a:off x="978789" y="1623976"/>
              <a:ext cx="2369620" cy="554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a:endParaRPr>
            </a:p>
          </p:txBody>
        </p:sp>
      </p:grpSp>
      <p:sp>
        <p:nvSpPr>
          <p:cNvPr id="20" name="文本占位符 374"/>
          <p:cNvSpPr>
            <a:spLocks noGrp="1"/>
          </p:cNvSpPr>
          <p:nvPr>
            <p:ph type="body" sz="quarter" idx="31" hasCustomPrompt="1"/>
          </p:nvPr>
        </p:nvSpPr>
        <p:spPr>
          <a:xfrm>
            <a:off x="9831406" y="2439917"/>
            <a:ext cx="1282672" cy="26745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32" hasCustomPrompt="1"/>
          </p:nvPr>
        </p:nvSpPr>
        <p:spPr>
          <a:xfrm>
            <a:off x="8546985" y="2762176"/>
            <a:ext cx="2567093" cy="617039"/>
          </a:xfrm>
          <a:prstGeom prst="rect">
            <a:avLst/>
          </a:prstGeom>
        </p:spPr>
        <p:txBody>
          <a:bodyPr/>
          <a:lstStyle>
            <a:lvl1pPr marL="0" indent="0" algn="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22" name="矩形: 圆角 21"/>
          <p:cNvSpPr/>
          <p:nvPr userDrawn="1"/>
        </p:nvSpPr>
        <p:spPr>
          <a:xfrm>
            <a:off x="8428084" y="4116950"/>
            <a:ext cx="2882718" cy="1244023"/>
          </a:xfrm>
          <a:prstGeom prst="roundRect">
            <a:avLst>
              <a:gd name="adj" fmla="val 8229"/>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sz="2000" b="1">
              <a:solidFill>
                <a:srgbClr val="FFFFFF"/>
              </a:solidFill>
            </a:endParaRPr>
          </a:p>
        </p:txBody>
      </p:sp>
      <p:sp>
        <p:nvSpPr>
          <p:cNvPr id="23" name="文本占位符 374"/>
          <p:cNvSpPr>
            <a:spLocks noGrp="1"/>
          </p:cNvSpPr>
          <p:nvPr>
            <p:ph type="body" sz="quarter" idx="33" hasCustomPrompt="1"/>
          </p:nvPr>
        </p:nvSpPr>
        <p:spPr>
          <a:xfrm>
            <a:off x="9785568" y="4269559"/>
            <a:ext cx="1282672" cy="26745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34" hasCustomPrompt="1"/>
          </p:nvPr>
        </p:nvSpPr>
        <p:spPr>
          <a:xfrm>
            <a:off x="8502022" y="4646626"/>
            <a:ext cx="2567093" cy="617039"/>
          </a:xfrm>
          <a:prstGeom prst="rect">
            <a:avLst/>
          </a:prstGeom>
        </p:spPr>
        <p:txBody>
          <a:bodyPr/>
          <a:lstStyle>
            <a:lvl1pPr marL="0" indent="0" algn="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25" name="文本占位符 24"/>
          <p:cNvSpPr>
            <a:spLocks noGrp="1"/>
          </p:cNvSpPr>
          <p:nvPr>
            <p:ph type="body" sz="quarter" idx="35"/>
          </p:nvPr>
        </p:nvSpPr>
        <p:spPr>
          <a:xfrm>
            <a:off x="5649106" y="3333530"/>
            <a:ext cx="951938" cy="976014"/>
          </a:xfrm>
          <a:prstGeom prst="rect">
            <a:avLst/>
          </a:prstGeom>
        </p:spPr>
        <p:txBody>
          <a:bodyPr/>
          <a:lstStyle>
            <a:lvl1pPr marL="0" indent="0" algn="ctr">
              <a:buNone/>
              <a:defRPr sz="2400" b="1">
                <a:solidFill>
                  <a:schemeClr val="accent3"/>
                </a:solidFill>
                <a:latin typeface="+mj-ea"/>
                <a:ea typeface="+mj-ea"/>
              </a:defRPr>
            </a:lvl1pPr>
          </a:lstStyle>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无图分段-4项-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14151"/>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Teardrop 12"/>
          <p:cNvSpPr/>
          <p:nvPr userDrawn="1"/>
        </p:nvSpPr>
        <p:spPr>
          <a:xfrm rot="16200000">
            <a:off x="6259418" y="4068893"/>
            <a:ext cx="1609518" cy="1644833"/>
          </a:xfrm>
          <a:prstGeom prst="teardrop">
            <a:avLst/>
          </a:prstGeom>
          <a:solidFill>
            <a:schemeClr val="accent3">
              <a:lumMod val="10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 name="Teardrop 13"/>
          <p:cNvSpPr/>
          <p:nvPr userDrawn="1"/>
        </p:nvSpPr>
        <p:spPr>
          <a:xfrm rot="10800000">
            <a:off x="6241759" y="2397456"/>
            <a:ext cx="1644833" cy="1609518"/>
          </a:xfrm>
          <a:prstGeom prst="teardrop">
            <a:avLst/>
          </a:prstGeom>
          <a:solidFill>
            <a:schemeClr val="accent2"/>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 name="Teardrop 14"/>
          <p:cNvSpPr/>
          <p:nvPr userDrawn="1"/>
        </p:nvSpPr>
        <p:spPr>
          <a:xfrm>
            <a:off x="4496436" y="4086552"/>
            <a:ext cx="1644833" cy="1609518"/>
          </a:xfrm>
          <a:prstGeom prst="teardrop">
            <a:avLst/>
          </a:prstGeom>
          <a:solidFill>
            <a:schemeClr val="accent2"/>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Teardrop 17"/>
          <p:cNvSpPr/>
          <p:nvPr userDrawn="1"/>
        </p:nvSpPr>
        <p:spPr>
          <a:xfrm rot="5400000">
            <a:off x="4514093" y="2379799"/>
            <a:ext cx="1609518" cy="1644833"/>
          </a:xfrm>
          <a:prstGeom prst="teardrop">
            <a:avLst/>
          </a:prstGeom>
          <a:solidFill>
            <a:schemeClr val="accent3">
              <a:lumMod val="100000"/>
            </a:schemeClr>
          </a:solidFill>
          <a:ln w="190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Isosceles Triangle 20"/>
          <p:cNvSpPr/>
          <p:nvPr userDrawn="1"/>
        </p:nvSpPr>
        <p:spPr>
          <a:xfrm rot="16200000">
            <a:off x="4232213" y="3164076"/>
            <a:ext cx="197163" cy="7627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Isosceles Triangle 21"/>
          <p:cNvSpPr/>
          <p:nvPr userDrawn="1"/>
        </p:nvSpPr>
        <p:spPr>
          <a:xfrm rot="5400000">
            <a:off x="7961893" y="3164077"/>
            <a:ext cx="197163" cy="762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Isosceles Triangle 22"/>
          <p:cNvSpPr/>
          <p:nvPr userDrawn="1"/>
        </p:nvSpPr>
        <p:spPr>
          <a:xfrm rot="16200000">
            <a:off x="4232211" y="4866181"/>
            <a:ext cx="197163" cy="7627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Isosceles Triangle 23"/>
          <p:cNvSpPr/>
          <p:nvPr userDrawn="1"/>
        </p:nvSpPr>
        <p:spPr>
          <a:xfrm rot="5400000">
            <a:off x="7961892" y="4866182"/>
            <a:ext cx="197163" cy="76277"/>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32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文本占位符 374"/>
          <p:cNvSpPr>
            <a:spLocks noGrp="1"/>
          </p:cNvSpPr>
          <p:nvPr>
            <p:ph type="body" sz="quarter" idx="13" hasCustomPrompt="1"/>
          </p:nvPr>
        </p:nvSpPr>
        <p:spPr>
          <a:xfrm>
            <a:off x="800193" y="2506406"/>
            <a:ext cx="1972222" cy="314474"/>
          </a:xfrm>
          <a:prstGeom prst="rect">
            <a:avLst/>
          </a:prstGeom>
          <a:solidFill>
            <a:schemeClr val="accent3">
              <a:lumMod val="100000"/>
            </a:schemeClr>
          </a:solidFill>
        </p:spPr>
        <p:txBody>
          <a:bodyPr/>
          <a:lstStyle>
            <a:lvl1pPr marL="285750" indent="-285750">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14" hasCustomPrompt="1"/>
          </p:nvPr>
        </p:nvSpPr>
        <p:spPr>
          <a:xfrm>
            <a:off x="800193" y="3004636"/>
            <a:ext cx="3117289" cy="84624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29" name="文本占位符 374"/>
          <p:cNvSpPr>
            <a:spLocks noGrp="1"/>
          </p:cNvSpPr>
          <p:nvPr>
            <p:ph type="body" sz="quarter" idx="15" hasCustomPrompt="1"/>
          </p:nvPr>
        </p:nvSpPr>
        <p:spPr>
          <a:xfrm>
            <a:off x="800193" y="4354458"/>
            <a:ext cx="1972222" cy="314474"/>
          </a:xfrm>
          <a:prstGeom prst="rect">
            <a:avLst/>
          </a:prstGeom>
          <a:solidFill>
            <a:schemeClr val="accent3">
              <a:lumMod val="100000"/>
            </a:schemeClr>
          </a:solidFill>
        </p:spPr>
        <p:txBody>
          <a:bodyPr/>
          <a:lstStyle>
            <a:lvl1pPr marL="285750" indent="-285750">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16" hasCustomPrompt="1"/>
          </p:nvPr>
        </p:nvSpPr>
        <p:spPr>
          <a:xfrm>
            <a:off x="800193" y="4852688"/>
            <a:ext cx="3117289" cy="84624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1" name="文本占位符 374"/>
          <p:cNvSpPr>
            <a:spLocks noGrp="1"/>
          </p:cNvSpPr>
          <p:nvPr>
            <p:ph type="body" sz="quarter" idx="17" hasCustomPrompt="1"/>
          </p:nvPr>
        </p:nvSpPr>
        <p:spPr>
          <a:xfrm>
            <a:off x="9589307" y="2440667"/>
            <a:ext cx="1972222" cy="314474"/>
          </a:xfrm>
          <a:prstGeom prst="rect">
            <a:avLst/>
          </a:prstGeom>
          <a:solidFill>
            <a:schemeClr val="accent3">
              <a:lumMod val="100000"/>
            </a:schemeClr>
          </a:solidFill>
        </p:spPr>
        <p:txBody>
          <a:bodyPr/>
          <a:lstStyle>
            <a:lvl1pPr marL="285750" indent="-285750" algn="r">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2" name="文本占位符 374"/>
          <p:cNvSpPr>
            <a:spLocks noGrp="1"/>
          </p:cNvSpPr>
          <p:nvPr>
            <p:ph type="body" sz="quarter" idx="18" hasCustomPrompt="1"/>
          </p:nvPr>
        </p:nvSpPr>
        <p:spPr>
          <a:xfrm>
            <a:off x="8443505" y="3004636"/>
            <a:ext cx="3117289" cy="846246"/>
          </a:xfrm>
          <a:prstGeom prst="rect">
            <a:avLst/>
          </a:prstGeom>
        </p:spPr>
        <p:txBody>
          <a:bodyPr/>
          <a:lstStyle>
            <a:lvl1pPr marL="0" indent="0" algn="r">
              <a:buNone/>
              <a:defRPr sz="1200" b="0">
                <a:solidFill>
                  <a:schemeClr val="accent4"/>
                </a:solidFill>
                <a:latin typeface="+mn-ea"/>
                <a:ea typeface="+mn-ea"/>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5" name="文本占位符 374"/>
          <p:cNvSpPr>
            <a:spLocks noGrp="1"/>
          </p:cNvSpPr>
          <p:nvPr>
            <p:ph type="body" sz="quarter" idx="19" hasCustomPrompt="1"/>
          </p:nvPr>
        </p:nvSpPr>
        <p:spPr>
          <a:xfrm>
            <a:off x="9588570" y="4349873"/>
            <a:ext cx="1972222" cy="314474"/>
          </a:xfrm>
          <a:prstGeom prst="rect">
            <a:avLst/>
          </a:prstGeom>
          <a:solidFill>
            <a:schemeClr val="accent3">
              <a:lumMod val="100000"/>
            </a:schemeClr>
          </a:solidFill>
        </p:spPr>
        <p:txBody>
          <a:bodyPr/>
          <a:lstStyle>
            <a:lvl1pPr marL="285750" indent="-285750" algn="r">
              <a:buFont typeface="Wingdings" panose="05000000000000000000" pitchFamily="2" charset="2"/>
              <a:buChar char="l"/>
              <a:defRPr sz="2000" b="1">
                <a:solidFill>
                  <a:schemeClr val="bg1"/>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0" hasCustomPrompt="1"/>
          </p:nvPr>
        </p:nvSpPr>
        <p:spPr>
          <a:xfrm>
            <a:off x="8443503" y="4849823"/>
            <a:ext cx="3117289" cy="846246"/>
          </a:xfrm>
          <a:prstGeom prst="rect">
            <a:avLst/>
          </a:prstGeom>
        </p:spPr>
        <p:txBody>
          <a:bodyPr/>
          <a:lstStyle>
            <a:lvl1pPr marL="0" indent="0" algn="r">
              <a:buNone/>
              <a:defRPr sz="1200" b="0">
                <a:solidFill>
                  <a:schemeClr val="accent4"/>
                </a:solidFill>
                <a:latin typeface="+mn-ea"/>
                <a:ea typeface="+mn-ea"/>
              </a:defRPr>
            </a:lvl1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10" name="文本框 9"/>
          <p:cNvSpPr txBox="1"/>
          <p:nvPr userDrawn="1"/>
        </p:nvSpPr>
        <p:spPr>
          <a:xfrm>
            <a:off x="5056147" y="2885297"/>
            <a:ext cx="628698" cy="830997"/>
          </a:xfrm>
          <a:prstGeom prst="rect">
            <a:avLst/>
          </a:prstGeom>
          <a:noFill/>
        </p:spPr>
        <p:txBody>
          <a:bodyPr wrap="none" rtlCol="0">
            <a:spAutoFit/>
          </a:bodyPr>
          <a:lstStyle/>
          <a:p>
            <a:r>
              <a:rPr lang="en-US" altLang="zh-CN" sz="4800" b="1" dirty="0">
                <a:solidFill>
                  <a:schemeClr val="accent1"/>
                </a:solidFill>
              </a:rPr>
              <a:t>B</a:t>
            </a:r>
            <a:endParaRPr lang="zh-CN" altLang="en-US" sz="4800" b="1" dirty="0">
              <a:solidFill>
                <a:schemeClr val="accent1"/>
              </a:solidFill>
            </a:endParaRPr>
          </a:p>
        </p:txBody>
      </p:sp>
      <p:sp>
        <p:nvSpPr>
          <p:cNvPr id="16" name="文本框 15"/>
          <p:cNvSpPr txBox="1"/>
          <p:nvPr userDrawn="1"/>
        </p:nvSpPr>
        <p:spPr>
          <a:xfrm>
            <a:off x="6762432" y="2885297"/>
            <a:ext cx="527709" cy="830997"/>
          </a:xfrm>
          <a:prstGeom prst="rect">
            <a:avLst/>
          </a:prstGeom>
          <a:noFill/>
        </p:spPr>
        <p:txBody>
          <a:bodyPr wrap="none" rtlCol="0">
            <a:spAutoFit/>
          </a:bodyPr>
          <a:lstStyle/>
          <a:p>
            <a:r>
              <a:rPr lang="en-US" altLang="zh-CN" sz="4800" b="1" dirty="0">
                <a:solidFill>
                  <a:schemeClr val="accent1"/>
                </a:solidFill>
              </a:rPr>
              <a:t>J</a:t>
            </a:r>
            <a:endParaRPr lang="zh-CN" altLang="en-US" sz="4800" b="1" dirty="0">
              <a:solidFill>
                <a:schemeClr val="accent1"/>
              </a:solidFill>
            </a:endParaRPr>
          </a:p>
        </p:txBody>
      </p:sp>
      <p:sp>
        <p:nvSpPr>
          <p:cNvPr id="17" name="文本框 16"/>
          <p:cNvSpPr txBox="1"/>
          <p:nvPr userDrawn="1"/>
        </p:nvSpPr>
        <p:spPr>
          <a:xfrm>
            <a:off x="5102383" y="4475810"/>
            <a:ext cx="595035" cy="830997"/>
          </a:xfrm>
          <a:prstGeom prst="rect">
            <a:avLst/>
          </a:prstGeom>
          <a:noFill/>
        </p:spPr>
        <p:txBody>
          <a:bodyPr wrap="none" rtlCol="0">
            <a:spAutoFit/>
          </a:bodyPr>
          <a:lstStyle/>
          <a:p>
            <a:r>
              <a:rPr lang="en-US" altLang="zh-CN" sz="4800" b="1" dirty="0">
                <a:solidFill>
                  <a:schemeClr val="accent1"/>
                </a:solidFill>
              </a:rPr>
              <a:t>X</a:t>
            </a:r>
            <a:endParaRPr lang="zh-CN" altLang="en-US" sz="4800" b="1" dirty="0">
              <a:solidFill>
                <a:schemeClr val="accent1"/>
              </a:solidFill>
            </a:endParaRPr>
          </a:p>
        </p:txBody>
      </p:sp>
      <p:sp>
        <p:nvSpPr>
          <p:cNvPr id="18" name="文本框 17"/>
          <p:cNvSpPr txBox="1"/>
          <p:nvPr userDrawn="1"/>
        </p:nvSpPr>
        <p:spPr>
          <a:xfrm>
            <a:off x="6747216" y="4484346"/>
            <a:ext cx="628698" cy="830997"/>
          </a:xfrm>
          <a:prstGeom prst="rect">
            <a:avLst/>
          </a:prstGeom>
          <a:noFill/>
        </p:spPr>
        <p:txBody>
          <a:bodyPr wrap="none" rtlCol="0">
            <a:spAutoFit/>
          </a:bodyPr>
          <a:lstStyle/>
          <a:p>
            <a:r>
              <a:rPr lang="en-US" altLang="zh-CN" sz="4800" b="1" dirty="0">
                <a:solidFill>
                  <a:schemeClr val="accent1"/>
                </a:solidFill>
              </a:rPr>
              <a:t>H</a:t>
            </a:r>
            <a:endParaRPr lang="zh-CN" altLang="en-US" sz="4800" b="1" dirty="0">
              <a:solidFill>
                <a:schemeClr val="accent1"/>
              </a:solidFill>
            </a:endParaRPr>
          </a:p>
        </p:txBody>
      </p:sp>
      <p:cxnSp>
        <p:nvCxnSpPr>
          <p:cNvPr id="23" name="直接连接符 22"/>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无图分段-4项-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5" name="任意多边形: 形状 4"/>
          <p:cNvSpPr/>
          <p:nvPr userDrawn="1"/>
        </p:nvSpPr>
        <p:spPr>
          <a:xfrm>
            <a:off x="1381531"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3">
              <a:lumMod val="10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tx1"/>
              </a:solidFill>
            </a:endParaRPr>
          </a:p>
        </p:txBody>
      </p:sp>
      <p:sp>
        <p:nvSpPr>
          <p:cNvPr id="407" name="文本占位符 374"/>
          <p:cNvSpPr>
            <a:spLocks noGrp="1"/>
          </p:cNvSpPr>
          <p:nvPr>
            <p:ph type="body" sz="quarter" idx="21" hasCustomPrompt="1"/>
          </p:nvPr>
        </p:nvSpPr>
        <p:spPr>
          <a:xfrm>
            <a:off x="1850655" y="4070568"/>
            <a:ext cx="1210599" cy="390118"/>
          </a:xfrm>
          <a:prstGeom prst="rect">
            <a:avLst/>
          </a:prstGeom>
        </p:spPr>
        <p:txBody>
          <a:bodyPr/>
          <a:lstStyle>
            <a:lvl1pPr marL="0" indent="0" algn="ctr">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8" name="文本占位符 374"/>
          <p:cNvSpPr>
            <a:spLocks noGrp="1"/>
          </p:cNvSpPr>
          <p:nvPr>
            <p:ph type="body" sz="quarter" idx="23" hasCustomPrompt="1"/>
          </p:nvPr>
        </p:nvSpPr>
        <p:spPr>
          <a:xfrm>
            <a:off x="1476014" y="4569897"/>
            <a:ext cx="1813941" cy="1232844"/>
          </a:xfrm>
          <a:prstGeom prst="rect">
            <a:avLst/>
          </a:prstGeom>
        </p:spPr>
        <p:txBody>
          <a:bodyPr/>
          <a:lstStyle>
            <a:lvl1pPr marL="0" indent="0" algn="ctr">
              <a:buNone/>
              <a:defRPr sz="1200" b="0">
                <a:solidFill>
                  <a:schemeClr val="accent1"/>
                </a:solidFill>
                <a:latin typeface="+mn-ea"/>
                <a:ea typeface="+mn-ea"/>
              </a:defRPr>
            </a:lvl1pPr>
          </a:lstStyle>
          <a:p>
            <a:pPr lvl="0"/>
            <a:r>
              <a:rPr lang="zh-CN" altLang="en-US" dirty="0"/>
              <a:t>请输入文本</a:t>
            </a:r>
            <a:endParaRPr lang="zh-CN" altLang="en-US" dirty="0"/>
          </a:p>
        </p:txBody>
      </p:sp>
      <p:sp>
        <p:nvSpPr>
          <p:cNvPr id="21" name="任意多边形: 形状 20"/>
          <p:cNvSpPr/>
          <p:nvPr userDrawn="1"/>
        </p:nvSpPr>
        <p:spPr>
          <a:xfrm>
            <a:off x="3816656"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solidFill>
                <a:schemeClr val="tx1"/>
              </a:solidFill>
            </a:endParaRPr>
          </a:p>
        </p:txBody>
      </p:sp>
      <p:sp>
        <p:nvSpPr>
          <p:cNvPr id="24" name="文本占位符 374"/>
          <p:cNvSpPr>
            <a:spLocks noGrp="1"/>
          </p:cNvSpPr>
          <p:nvPr>
            <p:ph type="body" sz="quarter" idx="25" hasCustomPrompt="1"/>
          </p:nvPr>
        </p:nvSpPr>
        <p:spPr>
          <a:xfrm>
            <a:off x="3911139" y="4569897"/>
            <a:ext cx="1813941" cy="1232844"/>
          </a:xfrm>
          <a:prstGeom prst="rect">
            <a:avLst/>
          </a:prstGeom>
        </p:spPr>
        <p:txBody>
          <a:bodyPr/>
          <a:lstStyle>
            <a:lvl1pPr marL="0" indent="0" algn="ctr">
              <a:buNone/>
              <a:defRPr sz="1200" b="0">
                <a:solidFill>
                  <a:schemeClr val="accent4"/>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1" name="任意多边形: 形状 30"/>
          <p:cNvSpPr/>
          <p:nvPr userDrawn="1"/>
        </p:nvSpPr>
        <p:spPr>
          <a:xfrm>
            <a:off x="6372436"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tx1"/>
              </a:solidFill>
            </a:endParaRPr>
          </a:p>
        </p:txBody>
      </p:sp>
      <p:sp>
        <p:nvSpPr>
          <p:cNvPr id="34" name="文本占位符 374"/>
          <p:cNvSpPr>
            <a:spLocks noGrp="1"/>
          </p:cNvSpPr>
          <p:nvPr>
            <p:ph type="body" sz="quarter" idx="27" hasCustomPrompt="1"/>
          </p:nvPr>
        </p:nvSpPr>
        <p:spPr>
          <a:xfrm>
            <a:off x="6466919" y="4569897"/>
            <a:ext cx="1813941" cy="1232844"/>
          </a:xfrm>
          <a:prstGeom prst="rect">
            <a:avLst/>
          </a:prstGeom>
        </p:spPr>
        <p:txBody>
          <a:bodyPr/>
          <a:lstStyle>
            <a:lvl1pPr marL="0" indent="0" algn="ctr">
              <a:buNone/>
              <a:defRPr sz="1200" b="0">
                <a:solidFill>
                  <a:schemeClr val="accent1"/>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6" name="任意多边形: 形状 35"/>
          <p:cNvSpPr/>
          <p:nvPr userDrawn="1"/>
        </p:nvSpPr>
        <p:spPr>
          <a:xfrm>
            <a:off x="8807561" y="2056960"/>
            <a:ext cx="2002908" cy="3896928"/>
          </a:xfrm>
          <a:custGeom>
            <a:avLst/>
            <a:gdLst>
              <a:gd name="connsiteX0" fmla="*/ 1001453 w 2002908"/>
              <a:gd name="connsiteY0" fmla="*/ 142162 h 3896928"/>
              <a:gd name="connsiteX1" fmla="*/ 151087 w 2002908"/>
              <a:gd name="connsiteY1" fmla="*/ 992528 h 3896928"/>
              <a:gd name="connsiteX2" fmla="*/ 1001453 w 2002908"/>
              <a:gd name="connsiteY2" fmla="*/ 1842894 h 3896928"/>
              <a:gd name="connsiteX3" fmla="*/ 1851819 w 2002908"/>
              <a:gd name="connsiteY3" fmla="*/ 992528 h 3896928"/>
              <a:gd name="connsiteX4" fmla="*/ 1001453 w 2002908"/>
              <a:gd name="connsiteY4" fmla="*/ 142162 h 3896928"/>
              <a:gd name="connsiteX5" fmla="*/ 1001454 w 2002908"/>
              <a:gd name="connsiteY5" fmla="*/ 0 h 3896928"/>
              <a:gd name="connsiteX6" fmla="*/ 2002908 w 2002908"/>
              <a:gd name="connsiteY6" fmla="*/ 1001454 h 3896928"/>
              <a:gd name="connsiteX7" fmla="*/ 2002907 w 2002908"/>
              <a:gd name="connsiteY7" fmla="*/ 2895474 h 3896928"/>
              <a:gd name="connsiteX8" fmla="*/ 1001453 w 2002908"/>
              <a:gd name="connsiteY8" fmla="*/ 3896928 h 3896928"/>
              <a:gd name="connsiteX9" fmla="*/ 1001454 w 2002908"/>
              <a:gd name="connsiteY9" fmla="*/ 3896927 h 3896928"/>
              <a:gd name="connsiteX10" fmla="*/ 0 w 2002908"/>
              <a:gd name="connsiteY10" fmla="*/ 2895473 h 3896928"/>
              <a:gd name="connsiteX11" fmla="*/ 0 w 2002908"/>
              <a:gd name="connsiteY11" fmla="*/ 1001454 h 3896928"/>
              <a:gd name="connsiteX12" fmla="*/ 1001454 w 2002908"/>
              <a:gd name="connsiteY12" fmla="*/ 0 h 3896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02908" h="3896928">
                <a:moveTo>
                  <a:pt x="1001453" y="142162"/>
                </a:moveTo>
                <a:cubicBezTo>
                  <a:pt x="531809" y="142162"/>
                  <a:pt x="151087" y="522884"/>
                  <a:pt x="151087" y="992528"/>
                </a:cubicBezTo>
                <a:cubicBezTo>
                  <a:pt x="151087" y="1462172"/>
                  <a:pt x="531809" y="1842894"/>
                  <a:pt x="1001453" y="1842894"/>
                </a:cubicBezTo>
                <a:cubicBezTo>
                  <a:pt x="1471097" y="1842894"/>
                  <a:pt x="1851819" y="1462172"/>
                  <a:pt x="1851819" y="992528"/>
                </a:cubicBezTo>
                <a:cubicBezTo>
                  <a:pt x="1851819" y="522884"/>
                  <a:pt x="1471097" y="142162"/>
                  <a:pt x="1001453" y="142162"/>
                </a:cubicBezTo>
                <a:close/>
                <a:moveTo>
                  <a:pt x="1001454" y="0"/>
                </a:moveTo>
                <a:cubicBezTo>
                  <a:pt x="1554542" y="0"/>
                  <a:pt x="2002908" y="448366"/>
                  <a:pt x="2002908" y="1001454"/>
                </a:cubicBezTo>
                <a:cubicBezTo>
                  <a:pt x="2002908" y="1632794"/>
                  <a:pt x="2002907" y="2264134"/>
                  <a:pt x="2002907" y="2895474"/>
                </a:cubicBezTo>
                <a:cubicBezTo>
                  <a:pt x="2002907" y="3448562"/>
                  <a:pt x="1554541" y="3896928"/>
                  <a:pt x="1001453" y="3896928"/>
                </a:cubicBezTo>
                <a:lnTo>
                  <a:pt x="1001454" y="3896927"/>
                </a:lnTo>
                <a:cubicBezTo>
                  <a:pt x="448366" y="3896927"/>
                  <a:pt x="0" y="3448561"/>
                  <a:pt x="0" y="2895473"/>
                </a:cubicBezTo>
                <a:lnTo>
                  <a:pt x="0" y="1001454"/>
                </a:lnTo>
                <a:cubicBezTo>
                  <a:pt x="0" y="448366"/>
                  <a:pt x="448366" y="0"/>
                  <a:pt x="100145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a:solidFill>
                <a:schemeClr val="tx1"/>
              </a:solidFill>
            </a:endParaRPr>
          </a:p>
        </p:txBody>
      </p:sp>
      <p:sp>
        <p:nvSpPr>
          <p:cNvPr id="39" name="文本占位符 374"/>
          <p:cNvSpPr>
            <a:spLocks noGrp="1"/>
          </p:cNvSpPr>
          <p:nvPr>
            <p:ph type="body" sz="quarter" idx="29" hasCustomPrompt="1"/>
          </p:nvPr>
        </p:nvSpPr>
        <p:spPr>
          <a:xfrm>
            <a:off x="8902044" y="4569897"/>
            <a:ext cx="1813941" cy="1232844"/>
          </a:xfrm>
          <a:prstGeom prst="rect">
            <a:avLst/>
          </a:prstGeom>
        </p:spPr>
        <p:txBody>
          <a:bodyPr/>
          <a:lstStyle>
            <a:lvl1pPr marL="0" indent="0" algn="ctr">
              <a:buNone/>
              <a:defRPr sz="1200" b="0">
                <a:solidFill>
                  <a:schemeClr val="accent4"/>
                </a:solidFill>
                <a:latin typeface="+mn-ea"/>
                <a:ea typeface="+mn-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7" name="图片占位符 6"/>
          <p:cNvSpPr>
            <a:spLocks noGrp="1"/>
          </p:cNvSpPr>
          <p:nvPr>
            <p:ph type="pic" sz="quarter" idx="30"/>
          </p:nvPr>
        </p:nvSpPr>
        <p:spPr>
          <a:xfrm>
            <a:off x="1968646" y="2581056"/>
            <a:ext cx="828675" cy="828675"/>
          </a:xfrm>
          <a:prstGeom prst="rect">
            <a:avLst/>
          </a:prstGeom>
          <a:noFill/>
        </p:spPr>
        <p:txBody>
          <a:bodyPr/>
          <a:lstStyle/>
          <a:p>
            <a:endParaRPr lang="zh-CN" altLang="en-US" dirty="0"/>
          </a:p>
        </p:txBody>
      </p:sp>
      <p:sp>
        <p:nvSpPr>
          <p:cNvPr id="10" name="图片占位符 6"/>
          <p:cNvSpPr>
            <a:spLocks noGrp="1"/>
          </p:cNvSpPr>
          <p:nvPr>
            <p:ph type="pic" sz="quarter" idx="31"/>
          </p:nvPr>
        </p:nvSpPr>
        <p:spPr>
          <a:xfrm>
            <a:off x="4403771" y="2600325"/>
            <a:ext cx="828675" cy="828675"/>
          </a:xfrm>
          <a:prstGeom prst="rect">
            <a:avLst/>
          </a:prstGeom>
          <a:noFill/>
        </p:spPr>
        <p:txBody>
          <a:bodyPr/>
          <a:lstStyle/>
          <a:p>
            <a:endParaRPr lang="zh-CN" altLang="en-US" dirty="0"/>
          </a:p>
        </p:txBody>
      </p:sp>
      <p:sp>
        <p:nvSpPr>
          <p:cNvPr id="16" name="图片占位符 6"/>
          <p:cNvSpPr>
            <a:spLocks noGrp="1"/>
          </p:cNvSpPr>
          <p:nvPr>
            <p:ph type="pic" sz="quarter" idx="32"/>
          </p:nvPr>
        </p:nvSpPr>
        <p:spPr>
          <a:xfrm>
            <a:off x="6959551" y="2600544"/>
            <a:ext cx="828675" cy="828675"/>
          </a:xfrm>
          <a:prstGeom prst="rect">
            <a:avLst/>
          </a:prstGeom>
          <a:noFill/>
        </p:spPr>
        <p:txBody>
          <a:bodyPr/>
          <a:lstStyle/>
          <a:p>
            <a:endParaRPr lang="zh-CN" altLang="en-US" dirty="0"/>
          </a:p>
        </p:txBody>
      </p:sp>
      <p:sp>
        <p:nvSpPr>
          <p:cNvPr id="17" name="图片占位符 6"/>
          <p:cNvSpPr>
            <a:spLocks noGrp="1"/>
          </p:cNvSpPr>
          <p:nvPr>
            <p:ph type="pic" sz="quarter" idx="33"/>
          </p:nvPr>
        </p:nvSpPr>
        <p:spPr>
          <a:xfrm>
            <a:off x="9394676" y="2600325"/>
            <a:ext cx="828675" cy="828675"/>
          </a:xfrm>
          <a:prstGeom prst="rect">
            <a:avLst/>
          </a:prstGeom>
          <a:noFill/>
        </p:spPr>
        <p:txBody>
          <a:bodyPr/>
          <a:lstStyle/>
          <a:p>
            <a:endParaRPr lang="zh-CN" altLang="en-US" dirty="0"/>
          </a:p>
        </p:txBody>
      </p:sp>
      <p:sp>
        <p:nvSpPr>
          <p:cNvPr id="2" name="文本占位符 374"/>
          <p:cNvSpPr>
            <a:spLocks noGrp="1"/>
          </p:cNvSpPr>
          <p:nvPr>
            <p:ph type="body" sz="quarter" idx="34" hasCustomPrompt="1"/>
          </p:nvPr>
        </p:nvSpPr>
        <p:spPr>
          <a:xfrm>
            <a:off x="4212808" y="4070568"/>
            <a:ext cx="1210599" cy="390118"/>
          </a:xfrm>
          <a:prstGeom prst="rect">
            <a:avLst/>
          </a:prstGeom>
        </p:spPr>
        <p:txBody>
          <a:bodyPr/>
          <a:lstStyle>
            <a:lvl1pPr marL="0" indent="0" algn="ct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 name="文本占位符 374"/>
          <p:cNvSpPr>
            <a:spLocks noGrp="1"/>
          </p:cNvSpPr>
          <p:nvPr>
            <p:ph type="body" sz="quarter" idx="35" hasCustomPrompt="1"/>
          </p:nvPr>
        </p:nvSpPr>
        <p:spPr>
          <a:xfrm>
            <a:off x="6775554" y="4070568"/>
            <a:ext cx="1210599" cy="390118"/>
          </a:xfrm>
          <a:prstGeom prst="rect">
            <a:avLst/>
          </a:prstGeom>
        </p:spPr>
        <p:txBody>
          <a:bodyPr/>
          <a:lstStyle>
            <a:lvl1pPr marL="0" indent="0" algn="ctr">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4" name="文本占位符 374"/>
          <p:cNvSpPr>
            <a:spLocks noGrp="1"/>
          </p:cNvSpPr>
          <p:nvPr>
            <p:ph type="body" sz="quarter" idx="36" hasCustomPrompt="1"/>
          </p:nvPr>
        </p:nvSpPr>
        <p:spPr>
          <a:xfrm>
            <a:off x="9203713" y="4070568"/>
            <a:ext cx="1210599" cy="390118"/>
          </a:xfrm>
          <a:prstGeom prst="rect">
            <a:avLst/>
          </a:prstGeom>
        </p:spPr>
        <p:txBody>
          <a:bodyPr/>
          <a:lstStyle>
            <a:lvl1pPr marL="0" indent="0" algn="ctr">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无图分段-4项-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1048"/>
            <a:ext cx="12172950" cy="6858000"/>
          </a:xfrm>
          <a:prstGeom prst="rect">
            <a:avLst/>
          </a:prstGeom>
        </p:spPr>
      </p:pic>
      <p:sp>
        <p:nvSpPr>
          <p:cNvPr id="16" name="矩形: 圆角 15"/>
          <p:cNvSpPr/>
          <p:nvPr userDrawn="1"/>
        </p:nvSpPr>
        <p:spPr>
          <a:xfrm>
            <a:off x="1280183" y="2056960"/>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47" name="矩形: 圆角 46"/>
          <p:cNvSpPr/>
          <p:nvPr userDrawn="1"/>
        </p:nvSpPr>
        <p:spPr>
          <a:xfrm>
            <a:off x="1280183" y="3801081"/>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50" name="矩形: 圆角 49"/>
          <p:cNvSpPr/>
          <p:nvPr userDrawn="1"/>
        </p:nvSpPr>
        <p:spPr>
          <a:xfrm>
            <a:off x="8551468" y="1999453"/>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56" name="矩形: 圆角 55"/>
          <p:cNvSpPr/>
          <p:nvPr userDrawn="1"/>
        </p:nvSpPr>
        <p:spPr>
          <a:xfrm>
            <a:off x="8551468" y="3801081"/>
            <a:ext cx="2538311" cy="1288075"/>
          </a:xfrm>
          <a:prstGeom prst="roundRect">
            <a:avLst>
              <a:gd name="adj" fmla="val 10000"/>
            </a:avLst>
          </a:prstGeom>
          <a:solidFill>
            <a:schemeClr val="tx2">
              <a:alpha val="15000"/>
            </a:schemeClr>
          </a:solidFill>
          <a:ln w="12700" cap="flat">
            <a:noFill/>
            <a:prstDash val="solid"/>
            <a:miter/>
          </a:ln>
          <a:effectLst/>
        </p:spPr>
        <p:txBody>
          <a:bodyPr rtlCol="0" anchor="ctr"/>
          <a:lstStyle/>
          <a:p>
            <a:endParaRPr lang="zh-CN" altLang="en-US" sz="1200"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75" name="文本占位符 374"/>
          <p:cNvSpPr>
            <a:spLocks noGrp="1"/>
          </p:cNvSpPr>
          <p:nvPr>
            <p:ph type="body" sz="quarter" idx="13" hasCustomPrompt="1"/>
          </p:nvPr>
        </p:nvSpPr>
        <p:spPr>
          <a:xfrm>
            <a:off x="1903664" y="2151074"/>
            <a:ext cx="1367569" cy="314736"/>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76" name="文本占位符 374"/>
          <p:cNvSpPr>
            <a:spLocks noGrp="1"/>
          </p:cNvSpPr>
          <p:nvPr>
            <p:ph type="body" sz="quarter" idx="14" hasCustomPrompt="1"/>
          </p:nvPr>
        </p:nvSpPr>
        <p:spPr>
          <a:xfrm>
            <a:off x="1628299" y="2642813"/>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rot="18204882" flipH="1">
            <a:off x="4311991" y="1965077"/>
            <a:ext cx="3585798" cy="3607182"/>
            <a:chOff x="4172168" y="1666394"/>
            <a:chExt cx="3795189" cy="3817821"/>
          </a:xfrm>
        </p:grpSpPr>
        <p:sp>
          <p:nvSpPr>
            <p:cNvPr id="41" name="任意多边形: 形状 40"/>
            <p:cNvSpPr/>
            <p:nvPr/>
          </p:nvSpPr>
          <p:spPr bwMode="auto">
            <a:xfrm>
              <a:off x="4494090" y="1666394"/>
              <a:ext cx="2515036" cy="1219791"/>
            </a:xfrm>
            <a:custGeom>
              <a:avLst/>
              <a:gdLst>
                <a:gd name="T0" fmla="*/ 13 w 241"/>
                <a:gd name="T1" fmla="*/ 117 h 117"/>
                <a:gd name="T2" fmla="*/ 103 w 241"/>
                <a:gd name="T3" fmla="*/ 104 h 117"/>
                <a:gd name="T4" fmla="*/ 76 w 241"/>
                <a:gd name="T5" fmla="*/ 84 h 117"/>
                <a:gd name="T6" fmla="*/ 152 w 241"/>
                <a:gd name="T7" fmla="*/ 58 h 117"/>
                <a:gd name="T8" fmla="*/ 204 w 241"/>
                <a:gd name="T9" fmla="*/ 70 h 117"/>
                <a:gd name="T10" fmla="*/ 205 w 241"/>
                <a:gd name="T11" fmla="*/ 71 h 117"/>
                <a:gd name="T12" fmla="*/ 200 w 241"/>
                <a:gd name="T13" fmla="*/ 32 h 117"/>
                <a:gd name="T14" fmla="*/ 241 w 241"/>
                <a:gd name="T15" fmla="*/ 26 h 117"/>
                <a:gd name="T16" fmla="*/ 228 w 241"/>
                <a:gd name="T17" fmla="*/ 19 h 117"/>
                <a:gd name="T18" fmla="*/ 137 w 241"/>
                <a:gd name="T19" fmla="*/ 2 h 117"/>
                <a:gd name="T20" fmla="*/ 29 w 241"/>
                <a:gd name="T21" fmla="*/ 49 h 117"/>
                <a:gd name="T22" fmla="*/ 0 w 241"/>
                <a:gd name="T23" fmla="*/ 27 h 117"/>
                <a:gd name="T24" fmla="*/ 13 w 241"/>
                <a:gd name="T25"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7">
                  <a:moveTo>
                    <a:pt x="13" y="117"/>
                  </a:moveTo>
                  <a:cubicBezTo>
                    <a:pt x="103" y="104"/>
                    <a:pt x="103" y="104"/>
                    <a:pt x="103" y="104"/>
                  </a:cubicBezTo>
                  <a:cubicBezTo>
                    <a:pt x="76" y="84"/>
                    <a:pt x="76" y="84"/>
                    <a:pt x="76" y="84"/>
                  </a:cubicBezTo>
                  <a:cubicBezTo>
                    <a:pt x="97" y="67"/>
                    <a:pt x="124" y="58"/>
                    <a:pt x="152" y="58"/>
                  </a:cubicBezTo>
                  <a:cubicBezTo>
                    <a:pt x="169" y="58"/>
                    <a:pt x="187" y="62"/>
                    <a:pt x="204" y="70"/>
                  </a:cubicBezTo>
                  <a:cubicBezTo>
                    <a:pt x="205" y="70"/>
                    <a:pt x="205" y="70"/>
                    <a:pt x="205" y="71"/>
                  </a:cubicBezTo>
                  <a:cubicBezTo>
                    <a:pt x="200" y="32"/>
                    <a:pt x="200" y="32"/>
                    <a:pt x="200" y="32"/>
                  </a:cubicBezTo>
                  <a:cubicBezTo>
                    <a:pt x="241" y="26"/>
                    <a:pt x="241" y="26"/>
                    <a:pt x="241" y="26"/>
                  </a:cubicBezTo>
                  <a:cubicBezTo>
                    <a:pt x="237" y="24"/>
                    <a:pt x="233" y="21"/>
                    <a:pt x="228" y="19"/>
                  </a:cubicBezTo>
                  <a:cubicBezTo>
                    <a:pt x="199" y="5"/>
                    <a:pt x="168" y="0"/>
                    <a:pt x="137" y="2"/>
                  </a:cubicBezTo>
                  <a:cubicBezTo>
                    <a:pt x="97" y="6"/>
                    <a:pt x="59" y="22"/>
                    <a:pt x="29" y="49"/>
                  </a:cubicBezTo>
                  <a:cubicBezTo>
                    <a:pt x="0" y="27"/>
                    <a:pt x="0" y="27"/>
                    <a:pt x="0" y="27"/>
                  </a:cubicBezTo>
                  <a:lnTo>
                    <a:pt x="13" y="117"/>
                  </a:lnTo>
                  <a:close/>
                </a:path>
              </a:pathLst>
            </a:custGeom>
            <a:solidFill>
              <a:schemeClr val="accent1"/>
            </a:solidFill>
          </p:spPr>
          <p:txBody>
            <a:bodyPr wrap="none" lIns="108000" tIns="108000" rIns="108000" bIns="108000" rtlCol="0" anchor="ctr" anchorCtr="0">
              <a:noAutofit/>
            </a:bodyPr>
            <a:lstStyle/>
            <a:p>
              <a:pPr algn="ctr"/>
              <a:endParaRPr kumimoji="1" lang="zh-CN" altLang="en-US" sz="1200" b="1" dirty="0">
                <a:solidFill>
                  <a:srgbClr val="FFFFFF"/>
                </a:solidFill>
              </a:endParaRPr>
            </a:p>
          </p:txBody>
        </p:sp>
        <p:sp>
          <p:nvSpPr>
            <p:cNvPr id="42" name="任意多边形: 形状 41"/>
            <p:cNvSpPr/>
            <p:nvPr/>
          </p:nvSpPr>
          <p:spPr bwMode="auto">
            <a:xfrm>
              <a:off x="4172168" y="2624621"/>
              <a:ext cx="1219792" cy="2515034"/>
            </a:xfrm>
            <a:custGeom>
              <a:avLst/>
              <a:gdLst>
                <a:gd name="T0" fmla="*/ 117 w 117"/>
                <a:gd name="T1" fmla="*/ 228 h 241"/>
                <a:gd name="T2" fmla="*/ 104 w 117"/>
                <a:gd name="T3" fmla="*/ 139 h 241"/>
                <a:gd name="T4" fmla="*/ 83 w 117"/>
                <a:gd name="T5" fmla="*/ 166 h 241"/>
                <a:gd name="T6" fmla="*/ 58 w 117"/>
                <a:gd name="T7" fmla="*/ 99 h 241"/>
                <a:gd name="T8" fmla="*/ 70 w 117"/>
                <a:gd name="T9" fmla="*/ 37 h 241"/>
                <a:gd name="T10" fmla="*/ 70 w 117"/>
                <a:gd name="T11" fmla="*/ 36 h 241"/>
                <a:gd name="T12" fmla="*/ 31 w 117"/>
                <a:gd name="T13" fmla="*/ 42 h 241"/>
                <a:gd name="T14" fmla="*/ 26 w 117"/>
                <a:gd name="T15" fmla="*/ 0 h 241"/>
                <a:gd name="T16" fmla="*/ 19 w 117"/>
                <a:gd name="T17" fmla="*/ 13 h 241"/>
                <a:gd name="T18" fmla="*/ 2 w 117"/>
                <a:gd name="T19" fmla="*/ 102 h 241"/>
                <a:gd name="T20" fmla="*/ 49 w 117"/>
                <a:gd name="T21" fmla="*/ 212 h 241"/>
                <a:gd name="T22" fmla="*/ 27 w 117"/>
                <a:gd name="T23" fmla="*/ 241 h 241"/>
                <a:gd name="T24" fmla="*/ 117 w 117"/>
                <a:gd name="T25" fmla="*/ 22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1">
                  <a:moveTo>
                    <a:pt x="117" y="228"/>
                  </a:moveTo>
                  <a:cubicBezTo>
                    <a:pt x="104" y="139"/>
                    <a:pt x="104" y="139"/>
                    <a:pt x="104" y="139"/>
                  </a:cubicBezTo>
                  <a:cubicBezTo>
                    <a:pt x="83" y="166"/>
                    <a:pt x="83" y="166"/>
                    <a:pt x="83" y="166"/>
                  </a:cubicBezTo>
                  <a:cubicBezTo>
                    <a:pt x="69" y="146"/>
                    <a:pt x="60" y="123"/>
                    <a:pt x="58" y="99"/>
                  </a:cubicBezTo>
                  <a:cubicBezTo>
                    <a:pt x="57" y="78"/>
                    <a:pt x="60" y="57"/>
                    <a:pt x="70" y="37"/>
                  </a:cubicBezTo>
                  <a:cubicBezTo>
                    <a:pt x="70" y="37"/>
                    <a:pt x="70" y="37"/>
                    <a:pt x="70" y="36"/>
                  </a:cubicBezTo>
                  <a:cubicBezTo>
                    <a:pt x="31" y="42"/>
                    <a:pt x="31" y="42"/>
                    <a:pt x="31" y="42"/>
                  </a:cubicBezTo>
                  <a:cubicBezTo>
                    <a:pt x="26" y="0"/>
                    <a:pt x="26" y="0"/>
                    <a:pt x="26" y="0"/>
                  </a:cubicBezTo>
                  <a:cubicBezTo>
                    <a:pt x="23" y="5"/>
                    <a:pt x="21" y="9"/>
                    <a:pt x="19" y="13"/>
                  </a:cubicBezTo>
                  <a:cubicBezTo>
                    <a:pt x="5" y="42"/>
                    <a:pt x="0" y="73"/>
                    <a:pt x="2" y="102"/>
                  </a:cubicBezTo>
                  <a:cubicBezTo>
                    <a:pt x="5" y="143"/>
                    <a:pt x="21" y="182"/>
                    <a:pt x="49" y="212"/>
                  </a:cubicBezTo>
                  <a:cubicBezTo>
                    <a:pt x="27" y="241"/>
                    <a:pt x="27" y="241"/>
                    <a:pt x="27" y="241"/>
                  </a:cubicBezTo>
                  <a:lnTo>
                    <a:pt x="117" y="228"/>
                  </a:lnTo>
                  <a:close/>
                </a:path>
              </a:pathLst>
            </a:custGeom>
            <a:solidFill>
              <a:schemeClr val="accent2"/>
            </a:solidFill>
          </p:spPr>
          <p:txBody>
            <a:bodyPr wrap="none" lIns="108000" tIns="108000" rIns="108000" bIns="108000" rtlCol="0" anchor="ctr" anchorCtr="0">
              <a:noAutofit/>
            </a:bodyPr>
            <a:lstStyle/>
            <a:p>
              <a:pPr algn="ctr"/>
              <a:endParaRPr kumimoji="1" lang="zh-CN" altLang="en-US" sz="1200" b="1">
                <a:solidFill>
                  <a:srgbClr val="FFFFFF"/>
                </a:solidFill>
              </a:endParaRPr>
            </a:p>
          </p:txBody>
        </p:sp>
        <p:sp>
          <p:nvSpPr>
            <p:cNvPr id="43" name="任意多边形: 形状 42"/>
            <p:cNvSpPr/>
            <p:nvPr/>
          </p:nvSpPr>
          <p:spPr bwMode="auto">
            <a:xfrm>
              <a:off x="5130398" y="4251849"/>
              <a:ext cx="2515036" cy="1232366"/>
            </a:xfrm>
            <a:custGeom>
              <a:avLst/>
              <a:gdLst>
                <a:gd name="T0" fmla="*/ 241 w 241"/>
                <a:gd name="T1" fmla="*/ 90 h 118"/>
                <a:gd name="T2" fmla="*/ 228 w 241"/>
                <a:gd name="T3" fmla="*/ 0 h 118"/>
                <a:gd name="T4" fmla="*/ 138 w 241"/>
                <a:gd name="T5" fmla="*/ 13 h 118"/>
                <a:gd name="T6" fmla="*/ 165 w 241"/>
                <a:gd name="T7" fmla="*/ 33 h 118"/>
                <a:gd name="T8" fmla="*/ 96 w 241"/>
                <a:gd name="T9" fmla="*/ 59 h 118"/>
                <a:gd name="T10" fmla="*/ 37 w 241"/>
                <a:gd name="T11" fmla="*/ 47 h 118"/>
                <a:gd name="T12" fmla="*/ 36 w 241"/>
                <a:gd name="T13" fmla="*/ 46 h 118"/>
                <a:gd name="T14" fmla="*/ 42 w 241"/>
                <a:gd name="T15" fmla="*/ 85 h 118"/>
                <a:gd name="T16" fmla="*/ 0 w 241"/>
                <a:gd name="T17" fmla="*/ 91 h 118"/>
                <a:gd name="T18" fmla="*/ 13 w 241"/>
                <a:gd name="T19" fmla="*/ 98 h 118"/>
                <a:gd name="T20" fmla="*/ 112 w 241"/>
                <a:gd name="T21" fmla="*/ 114 h 118"/>
                <a:gd name="T22" fmla="*/ 212 w 241"/>
                <a:gd name="T23" fmla="*/ 68 h 118"/>
                <a:gd name="T24" fmla="*/ 241 w 241"/>
                <a:gd name="T25" fmla="*/ 9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18">
                  <a:moveTo>
                    <a:pt x="241" y="90"/>
                  </a:moveTo>
                  <a:cubicBezTo>
                    <a:pt x="228" y="0"/>
                    <a:pt x="228" y="0"/>
                    <a:pt x="228" y="0"/>
                  </a:cubicBezTo>
                  <a:cubicBezTo>
                    <a:pt x="138" y="13"/>
                    <a:pt x="138" y="13"/>
                    <a:pt x="138" y="13"/>
                  </a:cubicBezTo>
                  <a:cubicBezTo>
                    <a:pt x="165" y="33"/>
                    <a:pt x="165" y="33"/>
                    <a:pt x="165" y="33"/>
                  </a:cubicBezTo>
                  <a:cubicBezTo>
                    <a:pt x="145" y="48"/>
                    <a:pt x="121" y="57"/>
                    <a:pt x="96" y="59"/>
                  </a:cubicBezTo>
                  <a:cubicBezTo>
                    <a:pt x="76" y="60"/>
                    <a:pt x="56" y="56"/>
                    <a:pt x="37" y="47"/>
                  </a:cubicBezTo>
                  <a:cubicBezTo>
                    <a:pt x="36" y="47"/>
                    <a:pt x="36" y="47"/>
                    <a:pt x="36" y="46"/>
                  </a:cubicBezTo>
                  <a:cubicBezTo>
                    <a:pt x="42" y="85"/>
                    <a:pt x="42" y="85"/>
                    <a:pt x="42" y="85"/>
                  </a:cubicBezTo>
                  <a:cubicBezTo>
                    <a:pt x="0" y="91"/>
                    <a:pt x="0" y="91"/>
                    <a:pt x="0" y="91"/>
                  </a:cubicBezTo>
                  <a:cubicBezTo>
                    <a:pt x="4" y="93"/>
                    <a:pt x="8" y="96"/>
                    <a:pt x="13" y="98"/>
                  </a:cubicBezTo>
                  <a:cubicBezTo>
                    <a:pt x="45" y="113"/>
                    <a:pt x="79" y="118"/>
                    <a:pt x="112" y="114"/>
                  </a:cubicBezTo>
                  <a:cubicBezTo>
                    <a:pt x="149" y="109"/>
                    <a:pt x="184" y="93"/>
                    <a:pt x="212" y="68"/>
                  </a:cubicBezTo>
                  <a:lnTo>
                    <a:pt x="241" y="90"/>
                  </a:lnTo>
                  <a:close/>
                </a:path>
              </a:pathLst>
            </a:custGeom>
            <a:solidFill>
              <a:schemeClr val="accent3">
                <a:lumMod val="100000"/>
              </a:schemeClr>
            </a:solidFill>
          </p:spPr>
          <p:txBody>
            <a:bodyPr wrap="none" lIns="108000" tIns="108000" rIns="108000" bIns="108000" rtlCol="0" anchor="ctr" anchorCtr="0">
              <a:noAutofit/>
            </a:bodyPr>
            <a:lstStyle/>
            <a:p>
              <a:pPr algn="ctr"/>
              <a:endParaRPr kumimoji="1" lang="zh-CN" altLang="en-US" sz="1200" b="1" dirty="0">
                <a:solidFill>
                  <a:srgbClr val="FFFFFF"/>
                </a:solidFill>
              </a:endParaRPr>
            </a:p>
          </p:txBody>
        </p:sp>
        <p:sp>
          <p:nvSpPr>
            <p:cNvPr id="44" name="任意多边形: 形状 43"/>
            <p:cNvSpPr/>
            <p:nvPr/>
          </p:nvSpPr>
          <p:spPr bwMode="auto">
            <a:xfrm>
              <a:off x="6747565" y="1998378"/>
              <a:ext cx="1219792" cy="2504973"/>
            </a:xfrm>
            <a:custGeom>
              <a:avLst/>
              <a:gdLst>
                <a:gd name="T0" fmla="*/ 0 w 117"/>
                <a:gd name="T1" fmla="*/ 13 h 240"/>
                <a:gd name="T2" fmla="*/ 13 w 117"/>
                <a:gd name="T3" fmla="*/ 102 h 240"/>
                <a:gd name="T4" fmla="*/ 34 w 117"/>
                <a:gd name="T5" fmla="*/ 75 h 240"/>
                <a:gd name="T6" fmla="*/ 59 w 117"/>
                <a:gd name="T7" fmla="*/ 143 h 240"/>
                <a:gd name="T8" fmla="*/ 47 w 117"/>
                <a:gd name="T9" fmla="*/ 204 h 240"/>
                <a:gd name="T10" fmla="*/ 47 w 117"/>
                <a:gd name="T11" fmla="*/ 205 h 240"/>
                <a:gd name="T12" fmla="*/ 86 w 117"/>
                <a:gd name="T13" fmla="*/ 199 h 240"/>
                <a:gd name="T14" fmla="*/ 92 w 117"/>
                <a:gd name="T15" fmla="*/ 240 h 240"/>
                <a:gd name="T16" fmla="*/ 98 w 117"/>
                <a:gd name="T17" fmla="*/ 228 h 240"/>
                <a:gd name="T18" fmla="*/ 115 w 117"/>
                <a:gd name="T19" fmla="*/ 139 h 240"/>
                <a:gd name="T20" fmla="*/ 68 w 117"/>
                <a:gd name="T21" fmla="*/ 29 h 240"/>
                <a:gd name="T22" fmla="*/ 90 w 117"/>
                <a:gd name="T23" fmla="*/ 0 h 240"/>
                <a:gd name="T24" fmla="*/ 0 w 117"/>
                <a:gd name="T25" fmla="*/ 13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240">
                  <a:moveTo>
                    <a:pt x="0" y="13"/>
                  </a:moveTo>
                  <a:cubicBezTo>
                    <a:pt x="13" y="102"/>
                    <a:pt x="13" y="102"/>
                    <a:pt x="13" y="102"/>
                  </a:cubicBezTo>
                  <a:cubicBezTo>
                    <a:pt x="34" y="75"/>
                    <a:pt x="34" y="75"/>
                    <a:pt x="34" y="75"/>
                  </a:cubicBezTo>
                  <a:cubicBezTo>
                    <a:pt x="49" y="95"/>
                    <a:pt x="58" y="118"/>
                    <a:pt x="59" y="143"/>
                  </a:cubicBezTo>
                  <a:cubicBezTo>
                    <a:pt x="60" y="163"/>
                    <a:pt x="57" y="184"/>
                    <a:pt x="47" y="204"/>
                  </a:cubicBezTo>
                  <a:cubicBezTo>
                    <a:pt x="47" y="204"/>
                    <a:pt x="47" y="204"/>
                    <a:pt x="47" y="205"/>
                  </a:cubicBezTo>
                  <a:cubicBezTo>
                    <a:pt x="86" y="199"/>
                    <a:pt x="86" y="199"/>
                    <a:pt x="86" y="199"/>
                  </a:cubicBezTo>
                  <a:cubicBezTo>
                    <a:pt x="92" y="240"/>
                    <a:pt x="92" y="240"/>
                    <a:pt x="92" y="240"/>
                  </a:cubicBezTo>
                  <a:cubicBezTo>
                    <a:pt x="94" y="236"/>
                    <a:pt x="96" y="232"/>
                    <a:pt x="98" y="228"/>
                  </a:cubicBezTo>
                  <a:cubicBezTo>
                    <a:pt x="112" y="199"/>
                    <a:pt x="117" y="168"/>
                    <a:pt x="115" y="139"/>
                  </a:cubicBezTo>
                  <a:cubicBezTo>
                    <a:pt x="112" y="98"/>
                    <a:pt x="96" y="59"/>
                    <a:pt x="68" y="29"/>
                  </a:cubicBezTo>
                  <a:cubicBezTo>
                    <a:pt x="90" y="0"/>
                    <a:pt x="90" y="0"/>
                    <a:pt x="90" y="0"/>
                  </a:cubicBezTo>
                  <a:lnTo>
                    <a:pt x="0" y="13"/>
                  </a:lnTo>
                  <a:close/>
                </a:path>
              </a:pathLst>
            </a:custGeom>
            <a:gradFill>
              <a:gsLst>
                <a:gs pos="0">
                  <a:schemeClr val="accent4">
                    <a:lumMod val="60000"/>
                    <a:lumOff val="40000"/>
                  </a:schemeClr>
                </a:gs>
                <a:gs pos="50000">
                  <a:schemeClr val="accent4"/>
                </a:gs>
              </a:gsLst>
              <a:lin ang="2700000" scaled="0"/>
            </a:gradFill>
            <a:ln>
              <a:noFill/>
            </a:ln>
          </p:spPr>
          <p:txBody>
            <a:bodyPr wrap="none" lIns="108000" tIns="108000" rIns="108000" bIns="108000" rtlCol="0" anchor="ctr" anchorCtr="0">
              <a:noAutofit/>
            </a:bodyPr>
            <a:lstStyle/>
            <a:p>
              <a:pPr algn="ctr"/>
              <a:endParaRPr kumimoji="1" lang="zh-CN" altLang="en-US" sz="1200" b="1">
                <a:solidFill>
                  <a:srgbClr val="FFFFFF"/>
                </a:solidFill>
              </a:endParaRPr>
            </a:p>
          </p:txBody>
        </p:sp>
      </p:grpSp>
      <p:sp>
        <p:nvSpPr>
          <p:cNvPr id="45" name="文本占位符 374"/>
          <p:cNvSpPr>
            <a:spLocks noGrp="1"/>
          </p:cNvSpPr>
          <p:nvPr>
            <p:ph type="body" sz="quarter" idx="23" hasCustomPrompt="1"/>
          </p:nvPr>
        </p:nvSpPr>
        <p:spPr>
          <a:xfrm>
            <a:off x="1914408" y="3909826"/>
            <a:ext cx="1356826" cy="307988"/>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6" name="文本占位符 374"/>
          <p:cNvSpPr>
            <a:spLocks noGrp="1"/>
          </p:cNvSpPr>
          <p:nvPr>
            <p:ph type="body" sz="quarter" idx="24" hasCustomPrompt="1"/>
          </p:nvPr>
        </p:nvSpPr>
        <p:spPr>
          <a:xfrm>
            <a:off x="1639042" y="4394817"/>
            <a:ext cx="1813941" cy="643334"/>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48" name="文本占位符 374"/>
          <p:cNvSpPr>
            <a:spLocks noGrp="1"/>
          </p:cNvSpPr>
          <p:nvPr>
            <p:ph type="body" sz="quarter" idx="25" hasCustomPrompt="1"/>
          </p:nvPr>
        </p:nvSpPr>
        <p:spPr>
          <a:xfrm>
            <a:off x="9185693" y="2079636"/>
            <a:ext cx="1306220" cy="336550"/>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9" name="文本占位符 374"/>
          <p:cNvSpPr>
            <a:spLocks noGrp="1"/>
          </p:cNvSpPr>
          <p:nvPr>
            <p:ph type="body" sz="quarter" idx="26" hasCustomPrompt="1"/>
          </p:nvPr>
        </p:nvSpPr>
        <p:spPr>
          <a:xfrm>
            <a:off x="8910327" y="2593189"/>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sp>
        <p:nvSpPr>
          <p:cNvPr id="54" name="文本占位符 374"/>
          <p:cNvSpPr>
            <a:spLocks noGrp="1"/>
          </p:cNvSpPr>
          <p:nvPr>
            <p:ph type="body" sz="quarter" idx="27" hasCustomPrompt="1"/>
          </p:nvPr>
        </p:nvSpPr>
        <p:spPr>
          <a:xfrm>
            <a:off x="9185692" y="3909826"/>
            <a:ext cx="1306221" cy="307988"/>
          </a:xfrm>
          <a:prstGeom prst="rect">
            <a:avLst/>
          </a:prstGeom>
        </p:spPr>
        <p:txBody>
          <a:bodyPr/>
          <a:lstStyle>
            <a:lvl1pPr marL="0" indent="0" algn="ctr">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55" name="文本占位符 374"/>
          <p:cNvSpPr>
            <a:spLocks noGrp="1"/>
          </p:cNvSpPr>
          <p:nvPr>
            <p:ph type="body" sz="quarter" idx="28" hasCustomPrompt="1"/>
          </p:nvPr>
        </p:nvSpPr>
        <p:spPr>
          <a:xfrm>
            <a:off x="8910327" y="4394817"/>
            <a:ext cx="1813941" cy="643334"/>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3" name="椭圆 2"/>
          <p:cNvSpPr>
            <a:spLocks noChangeAspect="1"/>
          </p:cNvSpPr>
          <p:nvPr userDrawn="1"/>
        </p:nvSpPr>
        <p:spPr>
          <a:xfrm>
            <a:off x="5449646" y="3109103"/>
            <a:ext cx="1383955" cy="1383955"/>
          </a:xfrm>
          <a:prstGeom prst="ellipse">
            <a:avLst/>
          </a:prstGeom>
          <a:blipFill>
            <a:blip r:embed="rId3" cstate="hqprint">
              <a:extLst>
                <a:ext uri="{BEBA8EAE-BF5A-486C-A8C5-ECC9F3942E4B}">
                  <a14:imgProps xmlns:a14="http://schemas.microsoft.com/office/drawing/2010/main">
                    <a14:imgLayer r:embed="rId4">
                      <a14:imgEffect>
                        <a14:brightnessContrast bright="-20000" contrast="40000"/>
                      </a14:imgEffect>
                    </a14:imgLayer>
                  </a14:imgProps>
                </a:ext>
              </a:extLst>
            </a:blip>
            <a:srcRect/>
            <a:stretch>
              <a:fillRect l="-3454" t="-7831" r="-21064" b="96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出自【趣你的PPT】(微信:qunideppt)：最优质的PPT资源库"/>
          <p:cNvSpPr>
            <a:spLocks noChangeAspect="1" noEditPoints="1"/>
          </p:cNvSpPr>
          <p:nvPr userDrawn="1"/>
        </p:nvSpPr>
        <p:spPr bwMode="auto">
          <a:xfrm>
            <a:off x="5304023" y="2958792"/>
            <a:ext cx="1668193" cy="1668193"/>
          </a:xfrm>
          <a:custGeom>
            <a:avLst/>
            <a:gdLst>
              <a:gd name="T0" fmla="*/ 116 w 211"/>
              <a:gd name="T1" fmla="*/ 10 h 211"/>
              <a:gd name="T2" fmla="*/ 116 w 211"/>
              <a:gd name="T3" fmla="*/ 0 h 211"/>
              <a:gd name="T4" fmla="*/ 181 w 211"/>
              <a:gd name="T5" fmla="*/ 30 h 211"/>
              <a:gd name="T6" fmla="*/ 211 w 211"/>
              <a:gd name="T7" fmla="*/ 95 h 211"/>
              <a:gd name="T8" fmla="*/ 201 w 211"/>
              <a:gd name="T9" fmla="*/ 95 h 211"/>
              <a:gd name="T10" fmla="*/ 174 w 211"/>
              <a:gd name="T11" fmla="*/ 37 h 211"/>
              <a:gd name="T12" fmla="*/ 116 w 211"/>
              <a:gd name="T13" fmla="*/ 10 h 211"/>
              <a:gd name="T14" fmla="*/ 10 w 211"/>
              <a:gd name="T15" fmla="*/ 115 h 211"/>
              <a:gd name="T16" fmla="*/ 0 w 211"/>
              <a:gd name="T17" fmla="*/ 115 h 211"/>
              <a:gd name="T18" fmla="*/ 30 w 211"/>
              <a:gd name="T19" fmla="*/ 180 h 211"/>
              <a:gd name="T20" fmla="*/ 96 w 211"/>
              <a:gd name="T21" fmla="*/ 211 h 211"/>
              <a:gd name="T22" fmla="*/ 96 w 211"/>
              <a:gd name="T23" fmla="*/ 201 h 211"/>
              <a:gd name="T24" fmla="*/ 38 w 211"/>
              <a:gd name="T25" fmla="*/ 173 h 211"/>
              <a:gd name="T26" fmla="*/ 10 w 211"/>
              <a:gd name="T27" fmla="*/ 115 h 211"/>
              <a:gd name="T28" fmla="*/ 10 w 211"/>
              <a:gd name="T29" fmla="*/ 95 h 211"/>
              <a:gd name="T30" fmla="*/ 38 w 211"/>
              <a:gd name="T31" fmla="*/ 37 h 211"/>
              <a:gd name="T32" fmla="*/ 96 w 211"/>
              <a:gd name="T33" fmla="*/ 10 h 211"/>
              <a:gd name="T34" fmla="*/ 96 w 211"/>
              <a:gd name="T35" fmla="*/ 0 h 211"/>
              <a:gd name="T36" fmla="*/ 30 w 211"/>
              <a:gd name="T37" fmla="*/ 30 h 211"/>
              <a:gd name="T38" fmla="*/ 0 w 211"/>
              <a:gd name="T39" fmla="*/ 95 h 211"/>
              <a:gd name="T40" fmla="*/ 10 w 211"/>
              <a:gd name="T41" fmla="*/ 95 h 211"/>
              <a:gd name="T42" fmla="*/ 201 w 211"/>
              <a:gd name="T43" fmla="*/ 115 h 211"/>
              <a:gd name="T44" fmla="*/ 174 w 211"/>
              <a:gd name="T45" fmla="*/ 173 h 211"/>
              <a:gd name="T46" fmla="*/ 116 w 211"/>
              <a:gd name="T47" fmla="*/ 201 h 211"/>
              <a:gd name="T48" fmla="*/ 116 w 211"/>
              <a:gd name="T49" fmla="*/ 211 h 211"/>
              <a:gd name="T50" fmla="*/ 181 w 211"/>
              <a:gd name="T51" fmla="*/ 180 h 211"/>
              <a:gd name="T52" fmla="*/ 211 w 211"/>
              <a:gd name="T53" fmla="*/ 115 h 211"/>
              <a:gd name="T54" fmla="*/ 201 w 211"/>
              <a:gd name="T55" fmla="*/ 11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11" h="211">
                <a:moveTo>
                  <a:pt x="116" y="10"/>
                </a:moveTo>
                <a:cubicBezTo>
                  <a:pt x="116" y="0"/>
                  <a:pt x="116" y="0"/>
                  <a:pt x="116" y="0"/>
                </a:cubicBezTo>
                <a:cubicBezTo>
                  <a:pt x="139" y="2"/>
                  <a:pt x="163" y="12"/>
                  <a:pt x="181" y="30"/>
                </a:cubicBezTo>
                <a:cubicBezTo>
                  <a:pt x="199" y="48"/>
                  <a:pt x="209" y="72"/>
                  <a:pt x="211" y="95"/>
                </a:cubicBezTo>
                <a:cubicBezTo>
                  <a:pt x="201" y="95"/>
                  <a:pt x="201" y="95"/>
                  <a:pt x="201" y="95"/>
                </a:cubicBezTo>
                <a:cubicBezTo>
                  <a:pt x="199" y="74"/>
                  <a:pt x="190" y="53"/>
                  <a:pt x="174" y="37"/>
                </a:cubicBezTo>
                <a:cubicBezTo>
                  <a:pt x="157" y="21"/>
                  <a:pt x="137" y="12"/>
                  <a:pt x="116" y="10"/>
                </a:cubicBezTo>
                <a:close/>
                <a:moveTo>
                  <a:pt x="10" y="115"/>
                </a:moveTo>
                <a:cubicBezTo>
                  <a:pt x="0" y="115"/>
                  <a:pt x="0" y="115"/>
                  <a:pt x="0" y="115"/>
                </a:cubicBezTo>
                <a:cubicBezTo>
                  <a:pt x="2" y="139"/>
                  <a:pt x="12" y="162"/>
                  <a:pt x="30" y="180"/>
                </a:cubicBezTo>
                <a:cubicBezTo>
                  <a:pt x="49" y="199"/>
                  <a:pt x="72" y="209"/>
                  <a:pt x="96" y="211"/>
                </a:cubicBezTo>
                <a:cubicBezTo>
                  <a:pt x="96" y="201"/>
                  <a:pt x="96" y="201"/>
                  <a:pt x="96" y="201"/>
                </a:cubicBezTo>
                <a:cubicBezTo>
                  <a:pt x="74" y="199"/>
                  <a:pt x="54" y="189"/>
                  <a:pt x="38" y="173"/>
                </a:cubicBezTo>
                <a:cubicBezTo>
                  <a:pt x="21" y="157"/>
                  <a:pt x="12" y="137"/>
                  <a:pt x="10" y="115"/>
                </a:cubicBezTo>
                <a:close/>
                <a:moveTo>
                  <a:pt x="10" y="95"/>
                </a:moveTo>
                <a:cubicBezTo>
                  <a:pt x="12" y="74"/>
                  <a:pt x="21" y="53"/>
                  <a:pt x="38" y="37"/>
                </a:cubicBezTo>
                <a:cubicBezTo>
                  <a:pt x="54" y="21"/>
                  <a:pt x="74" y="12"/>
                  <a:pt x="96" y="10"/>
                </a:cubicBezTo>
                <a:cubicBezTo>
                  <a:pt x="96" y="0"/>
                  <a:pt x="96" y="0"/>
                  <a:pt x="96" y="0"/>
                </a:cubicBezTo>
                <a:cubicBezTo>
                  <a:pt x="72" y="2"/>
                  <a:pt x="49" y="12"/>
                  <a:pt x="30" y="30"/>
                </a:cubicBezTo>
                <a:cubicBezTo>
                  <a:pt x="12" y="48"/>
                  <a:pt x="2" y="72"/>
                  <a:pt x="0" y="95"/>
                </a:cubicBezTo>
                <a:lnTo>
                  <a:pt x="10" y="95"/>
                </a:lnTo>
                <a:close/>
                <a:moveTo>
                  <a:pt x="201" y="115"/>
                </a:moveTo>
                <a:cubicBezTo>
                  <a:pt x="199" y="137"/>
                  <a:pt x="190" y="157"/>
                  <a:pt x="174" y="173"/>
                </a:cubicBezTo>
                <a:cubicBezTo>
                  <a:pt x="157" y="189"/>
                  <a:pt x="137" y="199"/>
                  <a:pt x="116" y="201"/>
                </a:cubicBezTo>
                <a:cubicBezTo>
                  <a:pt x="116" y="211"/>
                  <a:pt x="116" y="211"/>
                  <a:pt x="116" y="211"/>
                </a:cubicBezTo>
                <a:cubicBezTo>
                  <a:pt x="139" y="209"/>
                  <a:pt x="163" y="199"/>
                  <a:pt x="181" y="180"/>
                </a:cubicBezTo>
                <a:cubicBezTo>
                  <a:pt x="199" y="162"/>
                  <a:pt x="209" y="139"/>
                  <a:pt x="211" y="115"/>
                </a:cubicBezTo>
                <a:lnTo>
                  <a:pt x="201" y="115"/>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无图分段-4项-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19050" y="-2447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 name="Image 2" descr="preencoded.png"/>
          <p:cNvSpPr/>
          <p:nvPr userDrawn="1"/>
        </p:nvSpPr>
        <p:spPr>
          <a:xfrm>
            <a:off x="823819" y="3129458"/>
            <a:ext cx="10538460" cy="1202690"/>
          </a:xfrm>
          <a:custGeom>
            <a:avLst/>
            <a:gdLst>
              <a:gd name="connsiteX0" fmla="*/ 14871479 w 15807328"/>
              <a:gd name="connsiteY0" fmla="*/ 1134109 h 1804152"/>
              <a:gd name="connsiteX1" fmla="*/ 13109105 w 15807328"/>
              <a:gd name="connsiteY1" fmla="*/ 1804153 h 1804152"/>
              <a:gd name="connsiteX2" fmla="*/ 11000578 w 15807328"/>
              <a:gd name="connsiteY2" fmla="*/ 982246 h 1804152"/>
              <a:gd name="connsiteX3" fmla="*/ 10844024 w 15807328"/>
              <a:gd name="connsiteY3" fmla="*/ 871072 h 1804152"/>
              <a:gd name="connsiteX4" fmla="*/ 10165910 w 15807328"/>
              <a:gd name="connsiteY4" fmla="*/ 423283 h 1804152"/>
              <a:gd name="connsiteX5" fmla="*/ 9326784 w 15807328"/>
              <a:gd name="connsiteY5" fmla="*/ 172544 h 1804152"/>
              <a:gd name="connsiteX6" fmla="*/ 8473185 w 15807328"/>
              <a:gd name="connsiteY6" fmla="*/ 423446 h 1804152"/>
              <a:gd name="connsiteX7" fmla="*/ 7707870 w 15807328"/>
              <a:gd name="connsiteY7" fmla="*/ 925865 h 1804152"/>
              <a:gd name="connsiteX8" fmla="*/ 7628936 w 15807328"/>
              <a:gd name="connsiteY8" fmla="*/ 982151 h 1804152"/>
              <a:gd name="connsiteX9" fmla="*/ 5709122 w 15807328"/>
              <a:gd name="connsiteY9" fmla="*/ 1804153 h 1804152"/>
              <a:gd name="connsiteX10" fmla="*/ 3811696 w 15807328"/>
              <a:gd name="connsiteY10" fmla="*/ 981924 h 1804152"/>
              <a:gd name="connsiteX11" fmla="*/ 3718601 w 15807328"/>
              <a:gd name="connsiteY11" fmla="*/ 913789 h 1804152"/>
              <a:gd name="connsiteX12" fmla="*/ 2992549 w 15807328"/>
              <a:gd name="connsiteY12" fmla="*/ 423211 h 1804152"/>
              <a:gd name="connsiteX13" fmla="*/ 2170965 w 15807328"/>
              <a:gd name="connsiteY13" fmla="*/ 172544 h 1804152"/>
              <a:gd name="connsiteX14" fmla="*/ 888400 w 15807328"/>
              <a:gd name="connsiteY14" fmla="*/ 645030 h 1804152"/>
              <a:gd name="connsiteX15" fmla="*/ 59751 w 15807328"/>
              <a:gd name="connsiteY15" fmla="*/ 1409775 h 1804152"/>
              <a:gd name="connsiteX16" fmla="*/ 12861 w 15807328"/>
              <a:gd name="connsiteY16" fmla="*/ 1415342 h 1804152"/>
              <a:gd name="connsiteX17" fmla="*/ 7157 w 15807328"/>
              <a:gd name="connsiteY17" fmla="*/ 1369050 h 1804152"/>
              <a:gd name="connsiteX18" fmla="*/ 850175 w 15807328"/>
              <a:gd name="connsiteY18" fmla="*/ 590742 h 1804152"/>
              <a:gd name="connsiteX19" fmla="*/ 2170965 w 15807328"/>
              <a:gd name="connsiteY19" fmla="*/ 106278 h 1804152"/>
              <a:gd name="connsiteX20" fmla="*/ 3025288 w 15807328"/>
              <a:gd name="connsiteY20" fmla="*/ 365490 h 1804152"/>
              <a:gd name="connsiteX21" fmla="*/ 3758092 w 15807328"/>
              <a:gd name="connsiteY21" fmla="*/ 860399 h 1804152"/>
              <a:gd name="connsiteX22" fmla="*/ 3851158 w 15807328"/>
              <a:gd name="connsiteY22" fmla="*/ 928513 h 1804152"/>
              <a:gd name="connsiteX23" fmla="*/ 5709122 w 15807328"/>
              <a:gd name="connsiteY23" fmla="*/ 1737887 h 1804152"/>
              <a:gd name="connsiteX24" fmla="*/ 7590122 w 15807328"/>
              <a:gd name="connsiteY24" fmla="*/ 928281 h 1804152"/>
              <a:gd name="connsiteX25" fmla="*/ 7669398 w 15807328"/>
              <a:gd name="connsiteY25" fmla="*/ 871740 h 1804152"/>
              <a:gd name="connsiteX26" fmla="*/ 8441302 w 15807328"/>
              <a:gd name="connsiteY26" fmla="*/ 365255 h 1804152"/>
              <a:gd name="connsiteX27" fmla="*/ 9326784 w 15807328"/>
              <a:gd name="connsiteY27" fmla="*/ 106278 h 1804152"/>
              <a:gd name="connsiteX28" fmla="*/ 10198382 w 15807328"/>
              <a:gd name="connsiteY28" fmla="*/ 365419 h 1804152"/>
              <a:gd name="connsiteX29" fmla="*/ 10884020 w 15807328"/>
              <a:gd name="connsiteY29" fmla="*/ 818037 h 1804152"/>
              <a:gd name="connsiteX30" fmla="*/ 11039145 w 15807328"/>
              <a:gd name="connsiteY30" fmla="*/ 928191 h 1804152"/>
              <a:gd name="connsiteX31" fmla="*/ 13109105 w 15807328"/>
              <a:gd name="connsiteY31" fmla="*/ 1737887 h 1804152"/>
              <a:gd name="connsiteX32" fmla="*/ 14829579 w 15807328"/>
              <a:gd name="connsiteY32" fmla="*/ 1082611 h 1804152"/>
              <a:gd name="connsiteX33" fmla="*/ 15744429 w 15807328"/>
              <a:gd name="connsiteY33" fmla="*/ 17409 h 1804152"/>
              <a:gd name="connsiteX34" fmla="*/ 15789758 w 15807328"/>
              <a:gd name="connsiteY34" fmla="*/ 3914 h 1804152"/>
              <a:gd name="connsiteX35" fmla="*/ 15803280 w 15807328"/>
              <a:gd name="connsiteY35" fmla="*/ 48617 h 1804152"/>
              <a:gd name="connsiteX36" fmla="*/ 14871479 w 15807328"/>
              <a:gd name="connsiteY36" fmla="*/ 1134109 h 180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807328" h="1804152">
                <a:moveTo>
                  <a:pt x="14871479" y="1134109"/>
                </a:moveTo>
                <a:cubicBezTo>
                  <a:pt x="14410197" y="1505416"/>
                  <a:pt x="13811884" y="1804153"/>
                  <a:pt x="13109105" y="1804153"/>
                </a:cubicBezTo>
                <a:cubicBezTo>
                  <a:pt x="12231774" y="1804153"/>
                  <a:pt x="11579657" y="1390501"/>
                  <a:pt x="11000578" y="982246"/>
                </a:cubicBezTo>
                <a:cubicBezTo>
                  <a:pt x="10947823" y="945005"/>
                  <a:pt x="10895637" y="907855"/>
                  <a:pt x="10844024" y="871072"/>
                </a:cubicBezTo>
                <a:cubicBezTo>
                  <a:pt x="10611669" y="705541"/>
                  <a:pt x="10389789" y="547504"/>
                  <a:pt x="10165910" y="423283"/>
                </a:cubicBezTo>
                <a:cubicBezTo>
                  <a:pt x="9892893" y="271799"/>
                  <a:pt x="9619970" y="172544"/>
                  <a:pt x="9326784" y="172544"/>
                </a:cubicBezTo>
                <a:cubicBezTo>
                  <a:pt x="9033493" y="172544"/>
                  <a:pt x="8753048" y="271887"/>
                  <a:pt x="8473185" y="423446"/>
                </a:cubicBezTo>
                <a:cubicBezTo>
                  <a:pt x="8218727" y="561252"/>
                  <a:pt x="7967051" y="740882"/>
                  <a:pt x="7707870" y="925865"/>
                </a:cubicBezTo>
                <a:cubicBezTo>
                  <a:pt x="7681635" y="944588"/>
                  <a:pt x="7655333" y="963360"/>
                  <a:pt x="7628936" y="982151"/>
                </a:cubicBezTo>
                <a:cubicBezTo>
                  <a:pt x="7057172" y="1389252"/>
                  <a:pt x="6445431" y="1804153"/>
                  <a:pt x="5709122" y="1804153"/>
                </a:cubicBezTo>
                <a:cubicBezTo>
                  <a:pt x="4972662" y="1804153"/>
                  <a:pt x="4369453" y="1389138"/>
                  <a:pt x="3811696" y="981924"/>
                </a:cubicBezTo>
                <a:cubicBezTo>
                  <a:pt x="3780528" y="959167"/>
                  <a:pt x="3749503" y="936428"/>
                  <a:pt x="3718601" y="913789"/>
                </a:cubicBezTo>
                <a:cubicBezTo>
                  <a:pt x="3471781" y="732946"/>
                  <a:pt x="3233103" y="558062"/>
                  <a:pt x="2992549" y="423211"/>
                </a:cubicBezTo>
                <a:cubicBezTo>
                  <a:pt x="2722236" y="271680"/>
                  <a:pt x="2452600" y="172544"/>
                  <a:pt x="2170965" y="172544"/>
                </a:cubicBezTo>
                <a:cubicBezTo>
                  <a:pt x="1717320" y="172544"/>
                  <a:pt x="1267847" y="381003"/>
                  <a:pt x="888400" y="645030"/>
                </a:cubicBezTo>
                <a:cubicBezTo>
                  <a:pt x="524637" y="898143"/>
                  <a:pt x="228649" y="1199958"/>
                  <a:pt x="59751" y="1409775"/>
                </a:cubicBezTo>
                <a:cubicBezTo>
                  <a:pt x="48250" y="1424060"/>
                  <a:pt x="27384" y="1426588"/>
                  <a:pt x="12861" y="1415342"/>
                </a:cubicBezTo>
                <a:cubicBezTo>
                  <a:pt x="-1662" y="1404105"/>
                  <a:pt x="-4339" y="1383345"/>
                  <a:pt x="7157" y="1369050"/>
                </a:cubicBezTo>
                <a:cubicBezTo>
                  <a:pt x="179577" y="1154718"/>
                  <a:pt x="480354" y="848072"/>
                  <a:pt x="850175" y="590742"/>
                </a:cubicBezTo>
                <a:cubicBezTo>
                  <a:pt x="1234774" y="323129"/>
                  <a:pt x="1697760" y="106278"/>
                  <a:pt x="2170965" y="106278"/>
                </a:cubicBezTo>
                <a:cubicBezTo>
                  <a:pt x="2468608" y="106278"/>
                  <a:pt x="2749862" y="211094"/>
                  <a:pt x="3025288" y="365490"/>
                </a:cubicBezTo>
                <a:cubicBezTo>
                  <a:pt x="3269642" y="502469"/>
                  <a:pt x="3511805" y="679926"/>
                  <a:pt x="3758092" y="860399"/>
                </a:cubicBezTo>
                <a:cubicBezTo>
                  <a:pt x="3789041" y="883081"/>
                  <a:pt x="3820066" y="905810"/>
                  <a:pt x="3851158" y="928513"/>
                </a:cubicBezTo>
                <a:cubicBezTo>
                  <a:pt x="4410791" y="1337100"/>
                  <a:pt x="4997383" y="1737887"/>
                  <a:pt x="5709122" y="1737887"/>
                </a:cubicBezTo>
                <a:cubicBezTo>
                  <a:pt x="6421014" y="1737887"/>
                  <a:pt x="7016109" y="1336987"/>
                  <a:pt x="7590122" y="928281"/>
                </a:cubicBezTo>
                <a:cubicBezTo>
                  <a:pt x="7616585" y="909437"/>
                  <a:pt x="7643011" y="890577"/>
                  <a:pt x="7669398" y="871740"/>
                </a:cubicBezTo>
                <a:cubicBezTo>
                  <a:pt x="7927874" y="687243"/>
                  <a:pt x="8182979" y="505149"/>
                  <a:pt x="8441302" y="365255"/>
                </a:cubicBezTo>
                <a:cubicBezTo>
                  <a:pt x="8726346" y="210886"/>
                  <a:pt x="9018086" y="106278"/>
                  <a:pt x="9326784" y="106278"/>
                </a:cubicBezTo>
                <a:cubicBezTo>
                  <a:pt x="9635588" y="106278"/>
                  <a:pt x="9920032" y="210974"/>
                  <a:pt x="10198382" y="365419"/>
                </a:cubicBezTo>
                <a:cubicBezTo>
                  <a:pt x="10425880" y="491641"/>
                  <a:pt x="10651475" y="652391"/>
                  <a:pt x="10884020" y="818037"/>
                </a:cubicBezTo>
                <a:cubicBezTo>
                  <a:pt x="10935347" y="854623"/>
                  <a:pt x="10987056" y="891447"/>
                  <a:pt x="11039145" y="928191"/>
                </a:cubicBezTo>
                <a:cubicBezTo>
                  <a:pt x="11617271" y="1335747"/>
                  <a:pt x="12254343" y="1737887"/>
                  <a:pt x="13109105" y="1737887"/>
                </a:cubicBezTo>
                <a:cubicBezTo>
                  <a:pt x="13792171" y="1737887"/>
                  <a:pt x="14376106" y="1447594"/>
                  <a:pt x="14829579" y="1082611"/>
                </a:cubicBezTo>
                <a:cubicBezTo>
                  <a:pt x="15268387" y="729450"/>
                  <a:pt x="15583019" y="307921"/>
                  <a:pt x="15744429" y="17409"/>
                </a:cubicBezTo>
                <a:cubicBezTo>
                  <a:pt x="15753381" y="1392"/>
                  <a:pt x="15773474" y="-4700"/>
                  <a:pt x="15789758" y="3914"/>
                </a:cubicBezTo>
                <a:cubicBezTo>
                  <a:pt x="15805946" y="12528"/>
                  <a:pt x="15812136" y="32596"/>
                  <a:pt x="15803280" y="48617"/>
                </a:cubicBezTo>
                <a:cubicBezTo>
                  <a:pt x="15638060" y="346076"/>
                  <a:pt x="15317905" y="774838"/>
                  <a:pt x="14871479" y="1134109"/>
                </a:cubicBezTo>
                <a:close/>
              </a:path>
            </a:pathLst>
          </a:custGeom>
          <a:solidFill>
            <a:schemeClr val="accent4"/>
          </a:solidFill>
          <a:ln w="9519" cap="flat">
            <a:noFill/>
            <a:prstDash val="solid"/>
            <a:miter/>
          </a:ln>
          <a:effectLst>
            <a:reflection blurRad="330200" endPos="65000" dist="279400" dir="5400000" sy="-100000" algn="bl" rotWithShape="0"/>
            <a:softEdge rad="0"/>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dirty="0"/>
          </a:p>
        </p:txBody>
      </p:sp>
      <p:sp>
        <p:nvSpPr>
          <p:cNvPr id="5" name="Image 3" descr="preencoded.png"/>
          <p:cNvSpPr/>
          <p:nvPr userDrawn="1"/>
        </p:nvSpPr>
        <p:spPr>
          <a:xfrm>
            <a:off x="11246709" y="3036748"/>
            <a:ext cx="154940" cy="174625"/>
          </a:xfrm>
          <a:custGeom>
            <a:avLst/>
            <a:gdLst>
              <a:gd name="connsiteX0" fmla="*/ 220470 w 232462"/>
              <a:gd name="connsiteY0" fmla="*/ 0 h 261502"/>
              <a:gd name="connsiteX1" fmla="*/ 232463 w 232462"/>
              <a:gd name="connsiteY1" fmla="*/ 261502 h 261502"/>
              <a:gd name="connsiteX2" fmla="*/ 0 w 232462"/>
              <a:gd name="connsiteY2" fmla="*/ 141137 h 261502"/>
              <a:gd name="connsiteX3" fmla="*/ 220470 w 232462"/>
              <a:gd name="connsiteY3" fmla="*/ 0 h 261502"/>
            </a:gdLst>
            <a:ahLst/>
            <a:cxnLst>
              <a:cxn ang="0">
                <a:pos x="connsiteX0" y="connsiteY0"/>
              </a:cxn>
              <a:cxn ang="0">
                <a:pos x="connsiteX1" y="connsiteY1"/>
              </a:cxn>
              <a:cxn ang="0">
                <a:pos x="connsiteX2" y="connsiteY2"/>
              </a:cxn>
              <a:cxn ang="0">
                <a:pos x="connsiteX3" y="connsiteY3"/>
              </a:cxn>
            </a:cxnLst>
            <a:rect l="l" t="t" r="r" b="b"/>
            <a:pathLst>
              <a:path w="232462" h="261502">
                <a:moveTo>
                  <a:pt x="220470" y="0"/>
                </a:moveTo>
                <a:lnTo>
                  <a:pt x="232463" y="261502"/>
                </a:lnTo>
                <a:lnTo>
                  <a:pt x="0" y="141137"/>
                </a:lnTo>
                <a:lnTo>
                  <a:pt x="220470" y="0"/>
                </a:lnTo>
                <a:close/>
              </a:path>
            </a:pathLst>
          </a:custGeom>
          <a:solidFill>
            <a:schemeClr val="accent3">
              <a:lumMod val="100000"/>
            </a:schemeClr>
          </a:solidFill>
          <a:ln w="9309"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p>
        </p:txBody>
      </p:sp>
      <p:sp>
        <p:nvSpPr>
          <p:cNvPr id="6" name="Text 3"/>
          <p:cNvSpPr/>
          <p:nvPr userDrawn="1"/>
        </p:nvSpPr>
        <p:spPr>
          <a:xfrm>
            <a:off x="950184" y="2056943"/>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7" name="Text 4"/>
          <p:cNvSpPr/>
          <p:nvPr userDrawn="1"/>
        </p:nvSpPr>
        <p:spPr>
          <a:xfrm>
            <a:off x="3458434" y="4679493"/>
            <a:ext cx="381000" cy="3556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chemeClr val="accent5"/>
              </a:solidFill>
            </a:endParaRPr>
          </a:p>
        </p:txBody>
      </p:sp>
      <p:sp>
        <p:nvSpPr>
          <p:cNvPr id="9" name="Text 6"/>
          <p:cNvSpPr/>
          <p:nvPr userDrawn="1"/>
        </p:nvSpPr>
        <p:spPr>
          <a:xfrm>
            <a:off x="8455884" y="4603293"/>
            <a:ext cx="381000" cy="3556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chemeClr val="accent5"/>
              </a:solidFill>
            </a:endParaRPr>
          </a:p>
        </p:txBody>
      </p:sp>
      <p:sp>
        <p:nvSpPr>
          <p:cNvPr id="10" name="Text 7"/>
          <p:cNvSpPr/>
          <p:nvPr userDrawn="1"/>
        </p:nvSpPr>
        <p:spPr>
          <a:xfrm>
            <a:off x="1430244" y="2061388"/>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16" name="Text 8"/>
          <p:cNvSpPr/>
          <p:nvPr userDrawn="1"/>
        </p:nvSpPr>
        <p:spPr>
          <a:xfrm>
            <a:off x="3896584" y="4679493"/>
            <a:ext cx="1202055" cy="2794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7" name="Text 9"/>
          <p:cNvSpPr/>
          <p:nvPr userDrawn="1"/>
        </p:nvSpPr>
        <p:spPr>
          <a:xfrm>
            <a:off x="6366734" y="2056943"/>
            <a:ext cx="1170305"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8" name="Text 10"/>
          <p:cNvSpPr/>
          <p:nvPr userDrawn="1"/>
        </p:nvSpPr>
        <p:spPr>
          <a:xfrm>
            <a:off x="8894034" y="4603293"/>
            <a:ext cx="1247775" cy="3155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altLang="zh-CN" sz="2115" b="1" dirty="0"/>
          </a:p>
        </p:txBody>
      </p:sp>
      <p:sp>
        <p:nvSpPr>
          <p:cNvPr id="19" name="Text 11"/>
          <p:cNvSpPr/>
          <p:nvPr userDrawn="1"/>
        </p:nvSpPr>
        <p:spPr>
          <a:xfrm>
            <a:off x="1430244" y="2482393"/>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21" name="Text 13"/>
          <p:cNvSpPr/>
          <p:nvPr userDrawn="1"/>
        </p:nvSpPr>
        <p:spPr>
          <a:xfrm>
            <a:off x="6366734" y="2482393"/>
            <a:ext cx="290830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a:p>
            <a:pPr>
              <a:lnSpc>
                <a:spcPts val="2050"/>
              </a:lnSpc>
            </a:pPr>
            <a:endParaRPr lang="en-US" sz="1200" dirty="0"/>
          </a:p>
        </p:txBody>
      </p:sp>
      <p:sp>
        <p:nvSpPr>
          <p:cNvPr id="23" name="椭圆 22"/>
          <p:cNvSpPr/>
          <p:nvPr userDrawn="1"/>
        </p:nvSpPr>
        <p:spPr>
          <a:xfrm>
            <a:off x="2161764" y="3154858"/>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dirty="0"/>
          </a:p>
        </p:txBody>
      </p:sp>
      <p:sp>
        <p:nvSpPr>
          <p:cNvPr id="24" name="椭圆 23"/>
          <p:cNvSpPr/>
          <p:nvPr userDrawn="1"/>
        </p:nvSpPr>
        <p:spPr>
          <a:xfrm>
            <a:off x="4489039" y="4229913"/>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dirty="0"/>
          </a:p>
        </p:txBody>
      </p:sp>
      <p:sp>
        <p:nvSpPr>
          <p:cNvPr id="25" name="椭圆 24"/>
          <p:cNvSpPr/>
          <p:nvPr userDrawn="1"/>
        </p:nvSpPr>
        <p:spPr>
          <a:xfrm>
            <a:off x="6994114" y="3154858"/>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a:p>
        </p:txBody>
      </p:sp>
      <p:sp>
        <p:nvSpPr>
          <p:cNvPr id="26" name="椭圆 25"/>
          <p:cNvSpPr/>
          <p:nvPr userDrawn="1"/>
        </p:nvSpPr>
        <p:spPr>
          <a:xfrm>
            <a:off x="9399494" y="4229913"/>
            <a:ext cx="142240" cy="142240"/>
          </a:xfrm>
          <a:prstGeom prst="ellipse">
            <a:avLst/>
          </a:prstGeom>
          <a:solidFill>
            <a:schemeClr val="accent3">
              <a:lumMod val="100000"/>
            </a:schemeClr>
          </a:solidFill>
          <a:ln w="38100">
            <a:solidFill>
              <a:schemeClr val="bg1"/>
            </a:solidFill>
          </a:ln>
          <a:effectLst>
            <a:outerShdw blurRad="341758" dist="50800" dir="5400000" algn="ctr" rotWithShape="0">
              <a:schemeClr val="accent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200"/>
          </a:p>
        </p:txBody>
      </p:sp>
      <p:sp>
        <p:nvSpPr>
          <p:cNvPr id="29" name="文本占位符 6"/>
          <p:cNvSpPr>
            <a:spLocks noGrp="1"/>
          </p:cNvSpPr>
          <p:nvPr>
            <p:ph type="body" sz="quarter" idx="13" hasCustomPrompt="1"/>
          </p:nvPr>
        </p:nvSpPr>
        <p:spPr>
          <a:xfrm>
            <a:off x="1501317" y="2058990"/>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30" name="文本占位符 6"/>
          <p:cNvSpPr>
            <a:spLocks noGrp="1"/>
          </p:cNvSpPr>
          <p:nvPr>
            <p:ph type="body" sz="quarter" idx="14" hasCustomPrompt="1"/>
          </p:nvPr>
        </p:nvSpPr>
        <p:spPr>
          <a:xfrm>
            <a:off x="1501316" y="2487335"/>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1" name="文本占位符 6"/>
          <p:cNvSpPr>
            <a:spLocks noGrp="1"/>
          </p:cNvSpPr>
          <p:nvPr>
            <p:ph type="body" sz="quarter" idx="15" hasCustomPrompt="1"/>
          </p:nvPr>
        </p:nvSpPr>
        <p:spPr>
          <a:xfrm>
            <a:off x="746302" y="2056943"/>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01</a:t>
            </a:r>
            <a:endParaRPr lang="zh-CN" altLang="en-US" dirty="0"/>
          </a:p>
        </p:txBody>
      </p:sp>
      <p:sp>
        <p:nvSpPr>
          <p:cNvPr id="32" name="Text 3"/>
          <p:cNvSpPr/>
          <p:nvPr userDrawn="1"/>
        </p:nvSpPr>
        <p:spPr>
          <a:xfrm>
            <a:off x="3514362" y="4809282"/>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33" name="Text 7"/>
          <p:cNvSpPr/>
          <p:nvPr userDrawn="1"/>
        </p:nvSpPr>
        <p:spPr>
          <a:xfrm>
            <a:off x="3994422" y="4813727"/>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34" name="Text 11"/>
          <p:cNvSpPr/>
          <p:nvPr userDrawn="1"/>
        </p:nvSpPr>
        <p:spPr>
          <a:xfrm>
            <a:off x="3994422" y="5234732"/>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35" name="文本占位符 6"/>
          <p:cNvSpPr>
            <a:spLocks noGrp="1"/>
          </p:cNvSpPr>
          <p:nvPr>
            <p:ph type="body" sz="quarter" idx="16" hasCustomPrompt="1"/>
          </p:nvPr>
        </p:nvSpPr>
        <p:spPr>
          <a:xfrm>
            <a:off x="4065495" y="4811329"/>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36" name="文本占位符 6"/>
          <p:cNvSpPr>
            <a:spLocks noGrp="1"/>
          </p:cNvSpPr>
          <p:nvPr>
            <p:ph type="body" sz="quarter" idx="17" hasCustomPrompt="1"/>
          </p:nvPr>
        </p:nvSpPr>
        <p:spPr>
          <a:xfrm>
            <a:off x="4065494" y="5239674"/>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7" name="文本占位符 6"/>
          <p:cNvSpPr>
            <a:spLocks noGrp="1"/>
          </p:cNvSpPr>
          <p:nvPr>
            <p:ph type="body" sz="quarter" idx="18" hasCustomPrompt="1"/>
          </p:nvPr>
        </p:nvSpPr>
        <p:spPr>
          <a:xfrm>
            <a:off x="3310480" y="4809282"/>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02</a:t>
            </a:r>
            <a:endParaRPr lang="zh-CN" altLang="en-US" dirty="0"/>
          </a:p>
        </p:txBody>
      </p:sp>
      <p:sp>
        <p:nvSpPr>
          <p:cNvPr id="38" name="Text 3"/>
          <p:cNvSpPr/>
          <p:nvPr userDrawn="1"/>
        </p:nvSpPr>
        <p:spPr>
          <a:xfrm>
            <a:off x="5702571" y="2067241"/>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39" name="Text 7"/>
          <p:cNvSpPr/>
          <p:nvPr userDrawn="1"/>
        </p:nvSpPr>
        <p:spPr>
          <a:xfrm>
            <a:off x="6182631" y="2071686"/>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40" name="Text 11"/>
          <p:cNvSpPr/>
          <p:nvPr userDrawn="1"/>
        </p:nvSpPr>
        <p:spPr>
          <a:xfrm>
            <a:off x="6182631" y="2492691"/>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41" name="文本占位符 6"/>
          <p:cNvSpPr>
            <a:spLocks noGrp="1"/>
          </p:cNvSpPr>
          <p:nvPr>
            <p:ph type="body" sz="quarter" idx="19" hasCustomPrompt="1"/>
          </p:nvPr>
        </p:nvSpPr>
        <p:spPr>
          <a:xfrm>
            <a:off x="6497786" y="2065037"/>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42" name="文本占位符 6"/>
          <p:cNvSpPr>
            <a:spLocks noGrp="1"/>
          </p:cNvSpPr>
          <p:nvPr>
            <p:ph type="body" sz="quarter" idx="20" hasCustomPrompt="1"/>
          </p:nvPr>
        </p:nvSpPr>
        <p:spPr>
          <a:xfrm>
            <a:off x="6497785" y="2493382"/>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3" name="文本占位符 6"/>
          <p:cNvSpPr>
            <a:spLocks noGrp="1"/>
          </p:cNvSpPr>
          <p:nvPr>
            <p:ph type="body" sz="quarter" idx="21" hasCustomPrompt="1"/>
          </p:nvPr>
        </p:nvSpPr>
        <p:spPr>
          <a:xfrm>
            <a:off x="5742771" y="2062990"/>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03</a:t>
            </a:r>
            <a:endParaRPr lang="zh-CN" altLang="en-US" dirty="0"/>
          </a:p>
        </p:txBody>
      </p:sp>
      <p:sp>
        <p:nvSpPr>
          <p:cNvPr id="44" name="Text 3"/>
          <p:cNvSpPr/>
          <p:nvPr userDrawn="1"/>
        </p:nvSpPr>
        <p:spPr>
          <a:xfrm>
            <a:off x="8131399" y="4809282"/>
            <a:ext cx="438150" cy="31432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dirty="0">
              <a:solidFill>
                <a:srgbClr val="C81428"/>
              </a:solidFill>
            </a:endParaRPr>
          </a:p>
        </p:txBody>
      </p:sp>
      <p:sp>
        <p:nvSpPr>
          <p:cNvPr id="45" name="Text 7"/>
          <p:cNvSpPr/>
          <p:nvPr userDrawn="1"/>
        </p:nvSpPr>
        <p:spPr>
          <a:xfrm>
            <a:off x="8611459" y="4813727"/>
            <a:ext cx="1188085" cy="277495"/>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450"/>
              </a:lnSpc>
            </a:pPr>
            <a:endParaRPr lang="en-US" sz="2115" b="1" dirty="0"/>
          </a:p>
        </p:txBody>
      </p:sp>
      <p:sp>
        <p:nvSpPr>
          <p:cNvPr id="46" name="Text 11"/>
          <p:cNvSpPr/>
          <p:nvPr userDrawn="1"/>
        </p:nvSpPr>
        <p:spPr>
          <a:xfrm>
            <a:off x="8611459" y="5234732"/>
            <a:ext cx="2635250" cy="520700"/>
          </a:xfrm>
          <a:prstGeom prst="rect">
            <a:avLst/>
          </a:prstGeom>
          <a:noFill/>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2050"/>
              </a:lnSpc>
            </a:pPr>
            <a:endParaRPr lang="en-US" sz="1200" dirty="0"/>
          </a:p>
        </p:txBody>
      </p:sp>
      <p:sp>
        <p:nvSpPr>
          <p:cNvPr id="47" name="文本占位符 6"/>
          <p:cNvSpPr>
            <a:spLocks noGrp="1"/>
          </p:cNvSpPr>
          <p:nvPr>
            <p:ph type="body" sz="quarter" idx="22" hasCustomPrompt="1"/>
          </p:nvPr>
        </p:nvSpPr>
        <p:spPr>
          <a:xfrm>
            <a:off x="8682532" y="4811329"/>
            <a:ext cx="1320894" cy="304515"/>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sp>
        <p:nvSpPr>
          <p:cNvPr id="48" name="文本占位符 6"/>
          <p:cNvSpPr>
            <a:spLocks noGrp="1"/>
          </p:cNvSpPr>
          <p:nvPr>
            <p:ph type="body" sz="quarter" idx="23" hasCustomPrompt="1"/>
          </p:nvPr>
        </p:nvSpPr>
        <p:spPr>
          <a:xfrm>
            <a:off x="8682531" y="5239674"/>
            <a:ext cx="2338117" cy="370978"/>
          </a:xfrm>
          <a:prstGeom prst="rect">
            <a:avLst/>
          </a:prstGeom>
        </p:spPr>
        <p:txBody>
          <a:bodyPr/>
          <a:lstStyle>
            <a:lvl1pPr marL="0" indent="0">
              <a:buNone/>
              <a:defRPr sz="1200" b="0">
                <a:latin typeface="+mn-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9" name="文本占位符 6"/>
          <p:cNvSpPr>
            <a:spLocks noGrp="1"/>
          </p:cNvSpPr>
          <p:nvPr>
            <p:ph type="body" sz="quarter" idx="24" hasCustomPrompt="1"/>
          </p:nvPr>
        </p:nvSpPr>
        <p:spPr>
          <a:xfrm>
            <a:off x="7927517" y="4809282"/>
            <a:ext cx="565240" cy="388571"/>
          </a:xfrm>
          <a:prstGeom prst="rect">
            <a:avLst/>
          </a:prstGeom>
        </p:spPr>
        <p:txBody>
          <a:bodyPr/>
          <a:lstStyle>
            <a:lvl1pPr marL="0" indent="0">
              <a:buNone/>
              <a:defRPr sz="2200" b="1">
                <a:solidFill>
                  <a:schemeClr val="accent3">
                    <a:lumMod val="100000"/>
                  </a:schemeClr>
                </a:solidFill>
                <a:latin typeface="Arial Black" panose="020B0A04020102020204" pitchFamily="34" charset="0"/>
              </a:defRPr>
            </a:lvl1pPr>
          </a:lstStyle>
          <a:p>
            <a:pPr lvl="0"/>
            <a:r>
              <a:rPr lang="en-US" altLang="zh-CN" dirty="0"/>
              <a:t>04</a:t>
            </a:r>
            <a:endParaRPr lang="zh-CN" altLang="en-US" dirty="0"/>
          </a:p>
        </p:txBody>
      </p:sp>
      <p:cxnSp>
        <p:nvCxnSpPr>
          <p:cNvPr id="22" name="直接连接符 2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无图分段-5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1342577" y="789782"/>
            <a:ext cx="9417028" cy="5560755"/>
            <a:chOff x="49776" y="468"/>
            <a:chExt cx="18166" cy="10727"/>
          </a:xfrm>
        </p:grpSpPr>
        <p:sp>
          <p:nvSpPr>
            <p:cNvPr id="3" name="文本框 1"/>
            <p:cNvSpPr txBox="1"/>
            <p:nvPr userDrawn="1"/>
          </p:nvSpPr>
          <p:spPr>
            <a:xfrm>
              <a:off x="50234" y="468"/>
              <a:ext cx="13562" cy="45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3000" dirty="0">
                <a:latin typeface="+mj-lt"/>
                <a:ea typeface="+mj-ea"/>
              </a:endParaRPr>
            </a:p>
          </p:txBody>
        </p:sp>
        <p:sp>
          <p:nvSpPr>
            <p:cNvPr id="4" name="六边形 3"/>
            <p:cNvSpPr/>
            <p:nvPr userDrawn="1"/>
          </p:nvSpPr>
          <p:spPr>
            <a:xfrm>
              <a:off x="49776" y="7423"/>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旁门左道出品"/>
            <p:cNvSpPr/>
            <p:nvPr userDrawn="1"/>
          </p:nvSpPr>
          <p:spPr>
            <a:xfrm>
              <a:off x="50501" y="7795"/>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cxnSp>
          <p:nvCxnSpPr>
            <p:cNvPr id="6" name="直接连接符 5"/>
            <p:cNvCxnSpPr/>
            <p:nvPr userDrawn="1"/>
          </p:nvCxnSpPr>
          <p:spPr>
            <a:xfrm>
              <a:off x="53667" y="5236"/>
              <a:ext cx="1445" cy="147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六边形 6"/>
            <p:cNvSpPr/>
            <p:nvPr userDrawn="1"/>
          </p:nvSpPr>
          <p:spPr>
            <a:xfrm>
              <a:off x="53276" y="2150"/>
              <a:ext cx="4992" cy="4303"/>
            </a:xfrm>
            <a:prstGeom prst="hexagon">
              <a:avLst>
                <a:gd name="adj" fmla="val 48940"/>
                <a:gd name="vf" fmla="val 115470"/>
              </a:avLst>
            </a:prstGeom>
            <a:solidFill>
              <a:schemeClr val="accent2"/>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8" name="六边形 7"/>
            <p:cNvSpPr/>
            <p:nvPr userDrawn="1"/>
          </p:nvSpPr>
          <p:spPr>
            <a:xfrm>
              <a:off x="50148" y="4561"/>
              <a:ext cx="4992" cy="4303"/>
            </a:xfrm>
            <a:prstGeom prst="hexagon">
              <a:avLst>
                <a:gd name="adj" fmla="val 48940"/>
                <a:gd name="vf" fmla="val 115470"/>
              </a:avLst>
            </a:prstGeom>
            <a:solidFill>
              <a:schemeClr val="accent3">
                <a:lumMod val="100000"/>
              </a:schemeClr>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六边形 8"/>
            <p:cNvSpPr/>
            <p:nvPr userDrawn="1"/>
          </p:nvSpPr>
          <p:spPr>
            <a:xfrm>
              <a:off x="56404" y="4561"/>
              <a:ext cx="4992" cy="4303"/>
            </a:xfrm>
            <a:prstGeom prst="hexagon">
              <a:avLst>
                <a:gd name="adj" fmla="val 48940"/>
                <a:gd name="vf" fmla="val 115470"/>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六边形 9"/>
            <p:cNvSpPr/>
            <p:nvPr userDrawn="1"/>
          </p:nvSpPr>
          <p:spPr>
            <a:xfrm>
              <a:off x="59532" y="2150"/>
              <a:ext cx="4992" cy="4303"/>
            </a:xfrm>
            <a:prstGeom prst="hexagon">
              <a:avLst>
                <a:gd name="adj" fmla="val 48940"/>
                <a:gd name="vf" fmla="val 115470"/>
              </a:avLst>
            </a:prstGeom>
            <a:solidFill>
              <a:schemeClr val="accent2"/>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6" name="六边形 15"/>
            <p:cNvSpPr/>
            <p:nvPr userDrawn="1"/>
          </p:nvSpPr>
          <p:spPr>
            <a:xfrm>
              <a:off x="62660" y="4561"/>
              <a:ext cx="4992" cy="4303"/>
            </a:xfrm>
            <a:prstGeom prst="hexagon">
              <a:avLst>
                <a:gd name="adj" fmla="val 48940"/>
                <a:gd name="vf" fmla="val 115470"/>
              </a:avLst>
            </a:prstGeom>
            <a:solidFill>
              <a:schemeClr val="accent3">
                <a:lumMod val="100000"/>
              </a:schemeClr>
            </a:solidFill>
            <a:ln>
              <a:noFill/>
            </a:ln>
            <a:effectLst>
              <a:outerShdw blurRad="444500" dist="317500" dir="5400000" sx="92000" sy="92000" algn="t"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7" name="六边形 16"/>
            <p:cNvSpPr/>
            <p:nvPr userDrawn="1"/>
          </p:nvSpPr>
          <p:spPr>
            <a:xfrm>
              <a:off x="58510" y="3432"/>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8" name="旁门左道出品"/>
            <p:cNvSpPr/>
            <p:nvPr userDrawn="1"/>
          </p:nvSpPr>
          <p:spPr>
            <a:xfrm>
              <a:off x="59235" y="3804"/>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sp>
          <p:nvSpPr>
            <p:cNvPr id="19" name="六边形 18"/>
            <p:cNvSpPr/>
            <p:nvPr userDrawn="1"/>
          </p:nvSpPr>
          <p:spPr>
            <a:xfrm>
              <a:off x="66920" y="7446"/>
              <a:ext cx="768" cy="662"/>
            </a:xfrm>
            <a:prstGeom prst="hexagon">
              <a:avLst>
                <a:gd name="adj" fmla="val 45267"/>
                <a:gd name="vf" fmla="val 115470"/>
              </a:avLst>
            </a:prstGeom>
            <a:gradFill>
              <a:gsLst>
                <a:gs pos="84000">
                  <a:schemeClr val="accent1"/>
                </a:gs>
                <a:gs pos="0">
                  <a:schemeClr val="accent2">
                    <a:lumMod val="40000"/>
                    <a:lumOff val="60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0" name="旁门左道出品"/>
            <p:cNvSpPr/>
            <p:nvPr userDrawn="1"/>
          </p:nvSpPr>
          <p:spPr>
            <a:xfrm>
              <a:off x="67645" y="7819"/>
              <a:ext cx="297" cy="256"/>
            </a:xfrm>
            <a:prstGeom prst="hexagon">
              <a:avLst>
                <a:gd name="adj" fmla="val 45267"/>
                <a:gd name="vf" fmla="val 115470"/>
              </a:avLst>
            </a:prstGeom>
            <a:gradFill flip="none" rotWithShape="1">
              <a:gsLst>
                <a:gs pos="0">
                  <a:schemeClr val="accent1">
                    <a:alpha val="77000"/>
                  </a:schemeClr>
                </a:gs>
                <a:gs pos="100000">
                  <a:schemeClr val="accent1">
                    <a:alpha val="0"/>
                  </a:schemeClr>
                </a:gs>
              </a:gsLst>
              <a:lin ang="16200000" scaled="1"/>
              <a:tileRect/>
            </a:gradFill>
            <a:ln w="12700">
              <a:gradFill flip="none" rotWithShape="1">
                <a:gsLst>
                  <a:gs pos="0">
                    <a:schemeClr val="accent1">
                      <a:alpha val="49000"/>
                    </a:schemeClr>
                  </a:gs>
                  <a:gs pos="100000">
                    <a:schemeClr val="accent1">
                      <a:alpha val="0"/>
                    </a:schemeClr>
                  </a:gs>
                </a:gsLst>
                <a:lin ang="189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57427" tIns="28713" rIns="57427" bIns="28713"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87020"/>
              <a:endParaRPr lang="zh-CN" altLang="en-US" sz="1130">
                <a:solidFill>
                  <a:prstClr val="white"/>
                </a:solidFill>
                <a:latin typeface="Gotham Rounded Book"/>
                <a:ea typeface="思源黑体 CN Regular" panose="020B0500000000000000" charset="-122"/>
              </a:endParaRPr>
            </a:p>
          </p:txBody>
        </p:sp>
        <p:sp>
          <p:nvSpPr>
            <p:cNvPr id="21" name="六边形 20"/>
            <p:cNvSpPr/>
            <p:nvPr userDrawn="1"/>
          </p:nvSpPr>
          <p:spPr>
            <a:xfrm>
              <a:off x="53276" y="6892"/>
              <a:ext cx="4992" cy="4303"/>
            </a:xfrm>
            <a:prstGeom prst="hexagon">
              <a:avLst>
                <a:gd name="adj" fmla="val 48940"/>
                <a:gd name="vf" fmla="val 115470"/>
              </a:avLst>
            </a:prstGeom>
            <a:gradFill>
              <a:gsLst>
                <a:gs pos="78000">
                  <a:schemeClr val="accent1">
                    <a:alpha val="90000"/>
                  </a:schemeClr>
                </a:gs>
                <a:gs pos="0">
                  <a:schemeClr val="accent2">
                    <a:lumMod val="40000"/>
                    <a:lumOff val="60000"/>
                    <a:alpha val="21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2" name="六边形 21"/>
            <p:cNvSpPr/>
            <p:nvPr userDrawn="1"/>
          </p:nvSpPr>
          <p:spPr>
            <a:xfrm>
              <a:off x="59532" y="6892"/>
              <a:ext cx="4992" cy="4303"/>
            </a:xfrm>
            <a:prstGeom prst="hexagon">
              <a:avLst>
                <a:gd name="adj" fmla="val 48940"/>
                <a:gd name="vf" fmla="val 115470"/>
              </a:avLst>
            </a:prstGeom>
            <a:gradFill>
              <a:gsLst>
                <a:gs pos="78000">
                  <a:schemeClr val="accent1">
                    <a:alpha val="90000"/>
                  </a:schemeClr>
                </a:gs>
                <a:gs pos="0">
                  <a:schemeClr val="accent2">
                    <a:lumMod val="40000"/>
                    <a:lumOff val="60000"/>
                    <a:alpha val="21000"/>
                  </a:schemeClr>
                </a:gs>
              </a:gsLst>
              <a:path path="circle">
                <a:fillToRect r="100000" b="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407" name="文本占位符 374"/>
          <p:cNvSpPr>
            <a:spLocks noGrp="1"/>
          </p:cNvSpPr>
          <p:nvPr>
            <p:ph type="body" sz="quarter" idx="21" hasCustomPrompt="1"/>
          </p:nvPr>
        </p:nvSpPr>
        <p:spPr>
          <a:xfrm>
            <a:off x="2179263" y="3425333"/>
            <a:ext cx="1312806" cy="270845"/>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1968746" y="3826799"/>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25" name="文本占位符 374"/>
          <p:cNvSpPr>
            <a:spLocks noGrp="1"/>
          </p:cNvSpPr>
          <p:nvPr>
            <p:ph type="body" sz="quarter" idx="23" hasCustomPrompt="1"/>
          </p:nvPr>
        </p:nvSpPr>
        <p:spPr>
          <a:xfrm>
            <a:off x="3829966" y="2182320"/>
            <a:ext cx="1260570" cy="363081"/>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24"/>
          </p:nvPr>
        </p:nvSpPr>
        <p:spPr>
          <a:xfrm>
            <a:off x="3482939" y="2608542"/>
            <a:ext cx="1813941" cy="1119214"/>
          </a:xfrm>
          <a:prstGeom prst="rect">
            <a:avLst/>
          </a:prstGeom>
        </p:spPr>
        <p:txBody>
          <a:bodyPr/>
          <a:lstStyle>
            <a:lvl1pPr marL="0" indent="0" algn="ctr">
              <a:buNone/>
              <a:defRPr sz="1200" b="0">
                <a:solidFill>
                  <a:schemeClr val="accent1"/>
                </a:solidFill>
                <a:latin typeface="+mj-ea"/>
                <a:ea typeface="+mj-ea"/>
              </a:defRPr>
            </a:lvl1pPr>
          </a:lstStyle>
          <a:p>
            <a:pPr lvl="0"/>
            <a:endParaRPr lang="zh-CN" altLang="en-US" dirty="0"/>
          </a:p>
        </p:txBody>
      </p:sp>
      <p:sp>
        <p:nvSpPr>
          <p:cNvPr id="27" name="文本占位符 374"/>
          <p:cNvSpPr>
            <a:spLocks noGrp="1"/>
          </p:cNvSpPr>
          <p:nvPr>
            <p:ph type="body" sz="quarter" idx="25" hasCustomPrompt="1"/>
          </p:nvPr>
        </p:nvSpPr>
        <p:spPr>
          <a:xfrm>
            <a:off x="7092160" y="2175439"/>
            <a:ext cx="1222478" cy="376842"/>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6"/>
          </p:nvPr>
        </p:nvSpPr>
        <p:spPr>
          <a:xfrm>
            <a:off x="6796429" y="2639602"/>
            <a:ext cx="1813941" cy="1119214"/>
          </a:xfrm>
          <a:prstGeom prst="rect">
            <a:avLst/>
          </a:prstGeom>
        </p:spPr>
        <p:txBody>
          <a:bodyPr/>
          <a:lstStyle>
            <a:lvl1pPr marL="0" indent="0" algn="ctr">
              <a:buNone/>
              <a:defRPr sz="1200" b="0">
                <a:solidFill>
                  <a:schemeClr val="accent1"/>
                </a:solidFill>
                <a:latin typeface="+mj-ea"/>
                <a:ea typeface="+mj-ea"/>
              </a:defRPr>
            </a:lvl1pPr>
          </a:lstStyle>
          <a:p>
            <a:pPr lvl="0"/>
            <a:endParaRPr lang="zh-CN" altLang="en-US" dirty="0"/>
          </a:p>
        </p:txBody>
      </p:sp>
      <p:sp>
        <p:nvSpPr>
          <p:cNvPr id="29" name="文本占位符 374"/>
          <p:cNvSpPr>
            <a:spLocks noGrp="1"/>
          </p:cNvSpPr>
          <p:nvPr>
            <p:ph type="body" sz="quarter" idx="27" hasCustomPrompt="1"/>
          </p:nvPr>
        </p:nvSpPr>
        <p:spPr>
          <a:xfrm>
            <a:off x="5395572" y="3425333"/>
            <a:ext cx="1266723" cy="168160"/>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28" hasCustomPrompt="1"/>
          </p:nvPr>
        </p:nvSpPr>
        <p:spPr>
          <a:xfrm>
            <a:off x="5200668" y="3821066"/>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sp>
        <p:nvSpPr>
          <p:cNvPr id="31" name="文本占位符 374"/>
          <p:cNvSpPr>
            <a:spLocks noGrp="1"/>
          </p:cNvSpPr>
          <p:nvPr>
            <p:ph type="body" sz="quarter" idx="29" hasCustomPrompt="1"/>
          </p:nvPr>
        </p:nvSpPr>
        <p:spPr>
          <a:xfrm>
            <a:off x="8812836" y="3425332"/>
            <a:ext cx="1199901" cy="333483"/>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2" name="文本占位符 374"/>
          <p:cNvSpPr>
            <a:spLocks noGrp="1"/>
          </p:cNvSpPr>
          <p:nvPr>
            <p:ph type="body" sz="quarter" idx="30" hasCustomPrompt="1"/>
          </p:nvPr>
        </p:nvSpPr>
        <p:spPr>
          <a:xfrm>
            <a:off x="8415872" y="3821066"/>
            <a:ext cx="1813941" cy="1119214"/>
          </a:xfrm>
          <a:prstGeom prst="rect">
            <a:avLst/>
          </a:prstGeom>
        </p:spPr>
        <p:txBody>
          <a:bodyPr/>
          <a:lstStyle>
            <a:lvl1pPr marL="0" indent="0" algn="ctr">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latin typeface="+mn-ea"/>
                <a:ea typeface="+mn-ea"/>
              </a:rPr>
              <a:t>请输入文本内容请输入文本内容</a:t>
            </a:r>
            <a:endParaRPr lang="zh-CN" altLang="en-US" dirty="0"/>
          </a:p>
          <a:p>
            <a:pPr lvl="0"/>
            <a:endParaRPr lang="zh-CN" altLang="en-US" dirty="0"/>
          </a:p>
        </p:txBody>
      </p:sp>
      <p:cxnSp>
        <p:nvCxnSpPr>
          <p:cNvPr id="35" name="直接连接符 3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无图分段-多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48299"/>
            <a:ext cx="12172950" cy="6858000"/>
          </a:xfrm>
          <a:prstGeom prst="rect">
            <a:avLst/>
          </a:prstGeom>
        </p:spPr>
      </p:pic>
      <p:sp>
        <p:nvSpPr>
          <p:cNvPr id="33" name="任意多边形: 形状 32"/>
          <p:cNvSpPr/>
          <p:nvPr userDrawn="1"/>
        </p:nvSpPr>
        <p:spPr>
          <a:xfrm>
            <a:off x="0" y="5703973"/>
            <a:ext cx="12192000" cy="1202326"/>
          </a:xfrm>
          <a:custGeom>
            <a:avLst/>
            <a:gdLst>
              <a:gd name="connsiteX0" fmla="*/ 0 w 12192000"/>
              <a:gd name="connsiteY0" fmla="*/ 0 h 1202326"/>
              <a:gd name="connsiteX1" fmla="*/ 148488 w 12192000"/>
              <a:gd name="connsiteY1" fmla="*/ 67024 h 1202326"/>
              <a:gd name="connsiteX2" fmla="*/ 6096001 w 12192000"/>
              <a:gd name="connsiteY2" fmla="*/ 1096263 h 1202326"/>
              <a:gd name="connsiteX3" fmla="*/ 12043514 w 12192000"/>
              <a:gd name="connsiteY3" fmla="*/ 67024 h 1202326"/>
              <a:gd name="connsiteX4" fmla="*/ 12192000 w 12192000"/>
              <a:gd name="connsiteY4" fmla="*/ 1 h 1202326"/>
              <a:gd name="connsiteX5" fmla="*/ 12192000 w 12192000"/>
              <a:gd name="connsiteY5" fmla="*/ 1202326 h 1202326"/>
              <a:gd name="connsiteX6" fmla="*/ 0 w 12192000"/>
              <a:gd name="connsiteY6" fmla="*/ 1202326 h 120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202326">
                <a:moveTo>
                  <a:pt x="0" y="0"/>
                </a:moveTo>
                <a:lnTo>
                  <a:pt x="148488" y="67024"/>
                </a:lnTo>
                <a:cubicBezTo>
                  <a:pt x="1618279" y="699307"/>
                  <a:pt x="3738577" y="1096263"/>
                  <a:pt x="6096001" y="1096263"/>
                </a:cubicBezTo>
                <a:cubicBezTo>
                  <a:pt x="8453424" y="1096263"/>
                  <a:pt x="10573722" y="699307"/>
                  <a:pt x="12043514" y="67024"/>
                </a:cubicBezTo>
                <a:lnTo>
                  <a:pt x="12192000" y="1"/>
                </a:lnTo>
                <a:lnTo>
                  <a:pt x="12192000" y="1202326"/>
                </a:lnTo>
                <a:lnTo>
                  <a:pt x="0" y="1202326"/>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p>
        </p:txBody>
      </p:sp>
      <p:sp>
        <p:nvSpPr>
          <p:cNvPr id="34" name="任意多边形: 形状 33"/>
          <p:cNvSpPr/>
          <p:nvPr userDrawn="1"/>
        </p:nvSpPr>
        <p:spPr>
          <a:xfrm>
            <a:off x="0" y="6008754"/>
            <a:ext cx="12192000" cy="897545"/>
          </a:xfrm>
          <a:custGeom>
            <a:avLst/>
            <a:gdLst>
              <a:gd name="connsiteX0" fmla="*/ 12192000 w 12192000"/>
              <a:gd name="connsiteY0" fmla="*/ 0 h 897545"/>
              <a:gd name="connsiteX1" fmla="*/ 12192000 w 12192000"/>
              <a:gd name="connsiteY1" fmla="*/ 897545 h 897545"/>
              <a:gd name="connsiteX2" fmla="*/ 0 w 12192000"/>
              <a:gd name="connsiteY2" fmla="*/ 897545 h 897545"/>
              <a:gd name="connsiteX3" fmla="*/ 0 w 12192000"/>
              <a:gd name="connsiteY3" fmla="*/ 0 h 897545"/>
              <a:gd name="connsiteX4" fmla="*/ 157768 w 12192000"/>
              <a:gd name="connsiteY4" fmla="*/ 48659 h 897545"/>
              <a:gd name="connsiteX5" fmla="*/ 6096000 w 12192000"/>
              <a:gd name="connsiteY5" fmla="*/ 835355 h 897545"/>
              <a:gd name="connsiteX6" fmla="*/ 12034232 w 12192000"/>
              <a:gd name="connsiteY6" fmla="*/ 48659 h 89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97545">
                <a:moveTo>
                  <a:pt x="12192000" y="0"/>
                </a:moveTo>
                <a:lnTo>
                  <a:pt x="12192000" y="897545"/>
                </a:lnTo>
                <a:lnTo>
                  <a:pt x="0" y="897545"/>
                </a:lnTo>
                <a:lnTo>
                  <a:pt x="0" y="0"/>
                </a:lnTo>
                <a:lnTo>
                  <a:pt x="157768" y="48659"/>
                </a:lnTo>
                <a:cubicBezTo>
                  <a:pt x="1852871" y="545338"/>
                  <a:pt x="3896345" y="835355"/>
                  <a:pt x="6096000" y="835355"/>
                </a:cubicBezTo>
                <a:cubicBezTo>
                  <a:pt x="8295655" y="835355"/>
                  <a:pt x="10339129" y="545338"/>
                  <a:pt x="12034232" y="48659"/>
                </a:cubicBezTo>
                <a:close/>
              </a:path>
            </a:pathLst>
          </a:custGeom>
          <a:solidFill>
            <a:schemeClr val="bg1"/>
          </a:solidFill>
          <a:ln>
            <a:noFill/>
          </a:ln>
          <a:effectLst>
            <a:outerShdw blurRad="304800" dist="38100" dir="10800000" sx="102000" sy="102000" algn="r" rotWithShape="0">
              <a:schemeClr val="accent3">
                <a:lumMod val="100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椭圆 2"/>
          <p:cNvSpPr/>
          <p:nvPr userDrawn="1"/>
        </p:nvSpPr>
        <p:spPr>
          <a:xfrm>
            <a:off x="6075365" y="2012212"/>
            <a:ext cx="447656" cy="447656"/>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4" name="椭圆 3"/>
          <p:cNvSpPr/>
          <p:nvPr userDrawn="1"/>
        </p:nvSpPr>
        <p:spPr>
          <a:xfrm rot="19057744">
            <a:off x="2633563" y="3988567"/>
            <a:ext cx="566547" cy="566547"/>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5" name="椭圆 4"/>
          <p:cNvSpPr/>
          <p:nvPr userDrawn="1"/>
        </p:nvSpPr>
        <p:spPr>
          <a:xfrm rot="1948428">
            <a:off x="10509602" y="4498874"/>
            <a:ext cx="624691" cy="624691"/>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sp>
        <p:nvSpPr>
          <p:cNvPr id="6" name="椭圆 5"/>
          <p:cNvSpPr/>
          <p:nvPr userDrawn="1"/>
        </p:nvSpPr>
        <p:spPr>
          <a:xfrm rot="2508581">
            <a:off x="6835104" y="5268611"/>
            <a:ext cx="1043654" cy="1043654"/>
          </a:xfrm>
          <a:prstGeom prst="ellipse">
            <a:avLst/>
          </a:prstGeom>
          <a:no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nvGrpSpPr>
          <p:cNvPr id="7" name="组合 6"/>
          <p:cNvGrpSpPr/>
          <p:nvPr userDrawn="1"/>
        </p:nvGrpSpPr>
        <p:grpSpPr>
          <a:xfrm>
            <a:off x="700140" y="3162625"/>
            <a:ext cx="1550579" cy="1550579"/>
            <a:chOff x="700140" y="3114327"/>
            <a:chExt cx="1550579" cy="1550579"/>
          </a:xfrm>
        </p:grpSpPr>
        <p:sp>
          <p:nvSpPr>
            <p:cNvPr id="8" name="椭圆 7"/>
            <p:cNvSpPr/>
            <p:nvPr/>
          </p:nvSpPr>
          <p:spPr>
            <a:xfrm rot="10800000" flipH="1" flipV="1">
              <a:off x="863496" y="3277683"/>
              <a:ext cx="1223866" cy="1223866"/>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1600" b="1" dirty="0">
                <a:solidFill>
                  <a:srgbClr val="FFFFFF"/>
                </a:solidFill>
                <a:latin typeface="Arial" panose="020B0604020202020204" pitchFamily="34" charset="0"/>
                <a:ea typeface="微软雅黑" panose="020B0503020204020204" pitchFamily="34" charset="-122"/>
              </a:endParaRPr>
            </a:p>
          </p:txBody>
        </p:sp>
        <p:sp>
          <p:nvSpPr>
            <p:cNvPr id="9" name="椭圆 8"/>
            <p:cNvSpPr/>
            <p:nvPr/>
          </p:nvSpPr>
          <p:spPr>
            <a:xfrm rot="13214053">
              <a:off x="700140" y="3114327"/>
              <a:ext cx="1550579" cy="155057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10" name="组合 9"/>
          <p:cNvGrpSpPr/>
          <p:nvPr userDrawn="1"/>
        </p:nvGrpSpPr>
        <p:grpSpPr>
          <a:xfrm>
            <a:off x="3070070" y="4549847"/>
            <a:ext cx="1887759" cy="1887759"/>
            <a:chOff x="3070070" y="4501549"/>
            <a:chExt cx="1887759" cy="1887759"/>
          </a:xfrm>
        </p:grpSpPr>
        <p:sp>
          <p:nvSpPr>
            <p:cNvPr id="16" name="椭圆 15"/>
            <p:cNvSpPr/>
            <p:nvPr/>
          </p:nvSpPr>
          <p:spPr>
            <a:xfrm rot="10800000" flipH="1" flipV="1">
              <a:off x="3268948" y="4700427"/>
              <a:ext cx="1490001" cy="1490001"/>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17" name="椭圆 16"/>
            <p:cNvSpPr/>
            <p:nvPr/>
          </p:nvSpPr>
          <p:spPr>
            <a:xfrm rot="15298865">
              <a:off x="3070070" y="4501549"/>
              <a:ext cx="1887759" cy="188775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18" name="组合 17"/>
          <p:cNvGrpSpPr/>
          <p:nvPr userDrawn="1"/>
        </p:nvGrpSpPr>
        <p:grpSpPr>
          <a:xfrm>
            <a:off x="2783645" y="1523113"/>
            <a:ext cx="2169944" cy="2169944"/>
            <a:chOff x="2783645" y="1474815"/>
            <a:chExt cx="2169944" cy="2169944"/>
          </a:xfrm>
        </p:grpSpPr>
        <p:sp>
          <p:nvSpPr>
            <p:cNvPr id="19" name="椭圆 18"/>
            <p:cNvSpPr/>
            <p:nvPr/>
          </p:nvSpPr>
          <p:spPr>
            <a:xfrm rot="10800000" flipH="1" flipV="1">
              <a:off x="3012252" y="1703422"/>
              <a:ext cx="1712728" cy="1712728"/>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400" b="1" dirty="0">
                <a:solidFill>
                  <a:srgbClr val="FFFFFF"/>
                </a:solidFill>
                <a:latin typeface="Arial" panose="020B0604020202020204" pitchFamily="34" charset="0"/>
                <a:ea typeface="微软雅黑" panose="020B0503020204020204" pitchFamily="34" charset="-122"/>
              </a:endParaRPr>
            </a:p>
          </p:txBody>
        </p:sp>
        <p:sp>
          <p:nvSpPr>
            <p:cNvPr id="20" name="椭圆 19"/>
            <p:cNvSpPr/>
            <p:nvPr/>
          </p:nvSpPr>
          <p:spPr>
            <a:xfrm rot="15298865">
              <a:off x="2783645" y="1474815"/>
              <a:ext cx="2169944" cy="2169944"/>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1" name="组合 20"/>
          <p:cNvGrpSpPr/>
          <p:nvPr userDrawn="1"/>
        </p:nvGrpSpPr>
        <p:grpSpPr>
          <a:xfrm>
            <a:off x="4758949" y="2785414"/>
            <a:ext cx="2679694" cy="2679694"/>
            <a:chOff x="4758949" y="2737116"/>
            <a:chExt cx="2679694" cy="2679694"/>
          </a:xfrm>
        </p:grpSpPr>
        <p:sp>
          <p:nvSpPr>
            <p:cNvPr id="22" name="椭圆 21"/>
            <p:cNvSpPr/>
            <p:nvPr/>
          </p:nvSpPr>
          <p:spPr>
            <a:xfrm rot="10800000" flipH="1" flipV="1">
              <a:off x="5041259" y="3019426"/>
              <a:ext cx="2115072" cy="2115072"/>
            </a:xfrm>
            <a:prstGeom prst="ellipse">
              <a:avLst/>
            </a:prstGeom>
            <a:solidFill>
              <a:schemeClr val="accent3">
                <a:lumMod val="100000"/>
              </a:schemeClr>
            </a:solidFill>
            <a:ln w="57150" cap="rnd">
              <a:solidFill>
                <a:schemeClr val="accent3">
                  <a:lumMod val="100000"/>
                </a:schemeClr>
              </a:solid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3200" b="1" dirty="0">
                <a:solidFill>
                  <a:srgbClr val="FFFFFF"/>
                </a:solidFill>
                <a:latin typeface="Arial" panose="020B0604020202020204" pitchFamily="34" charset="0"/>
                <a:ea typeface="微软雅黑" panose="020B0503020204020204" pitchFamily="34" charset="-122"/>
              </a:endParaRPr>
            </a:p>
          </p:txBody>
        </p:sp>
        <p:sp>
          <p:nvSpPr>
            <p:cNvPr id="23" name="椭圆 22"/>
            <p:cNvSpPr/>
            <p:nvPr/>
          </p:nvSpPr>
          <p:spPr>
            <a:xfrm rot="16200000">
              <a:off x="4758949" y="2737116"/>
              <a:ext cx="2679694" cy="2679694"/>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4" name="组合 23"/>
          <p:cNvGrpSpPr/>
          <p:nvPr userDrawn="1"/>
        </p:nvGrpSpPr>
        <p:grpSpPr>
          <a:xfrm>
            <a:off x="7092492" y="1351718"/>
            <a:ext cx="1887759" cy="1887759"/>
            <a:chOff x="7092492" y="1303420"/>
            <a:chExt cx="1887759" cy="1887759"/>
          </a:xfrm>
        </p:grpSpPr>
        <p:sp>
          <p:nvSpPr>
            <p:cNvPr id="25" name="椭圆 24"/>
            <p:cNvSpPr/>
            <p:nvPr/>
          </p:nvSpPr>
          <p:spPr>
            <a:xfrm rot="10800000" flipH="1" flipV="1">
              <a:off x="7291370" y="1502298"/>
              <a:ext cx="1490001" cy="1490001"/>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26" name="椭圆 25"/>
            <p:cNvSpPr/>
            <p:nvPr/>
          </p:nvSpPr>
          <p:spPr>
            <a:xfrm rot="15298865">
              <a:off x="7092492" y="1303420"/>
              <a:ext cx="1887759" cy="1887759"/>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27" name="组合 26"/>
          <p:cNvGrpSpPr/>
          <p:nvPr userDrawn="1"/>
        </p:nvGrpSpPr>
        <p:grpSpPr>
          <a:xfrm>
            <a:off x="10039848" y="1960802"/>
            <a:ext cx="1689102" cy="1689102"/>
            <a:chOff x="10039848" y="1912504"/>
            <a:chExt cx="1689102" cy="1689102"/>
          </a:xfrm>
        </p:grpSpPr>
        <p:sp>
          <p:nvSpPr>
            <p:cNvPr id="28" name="椭圆 27"/>
            <p:cNvSpPr/>
            <p:nvPr/>
          </p:nvSpPr>
          <p:spPr>
            <a:xfrm rot="10800000" flipH="1" flipV="1">
              <a:off x="10217798" y="2090454"/>
              <a:ext cx="1333202" cy="1333202"/>
            </a:xfrm>
            <a:prstGeom prst="ellipse">
              <a:avLst/>
            </a:prstGeom>
            <a:solidFill>
              <a:schemeClr val="accent3"/>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b="1" dirty="0">
                <a:solidFill>
                  <a:srgbClr val="FFFFFF"/>
                </a:solidFill>
                <a:latin typeface="Arial" panose="020B0604020202020204" pitchFamily="34" charset="0"/>
                <a:ea typeface="微软雅黑" panose="020B0503020204020204" pitchFamily="34" charset="-122"/>
              </a:endParaRPr>
            </a:p>
          </p:txBody>
        </p:sp>
        <p:sp>
          <p:nvSpPr>
            <p:cNvPr id="29" name="椭圆 28"/>
            <p:cNvSpPr/>
            <p:nvPr/>
          </p:nvSpPr>
          <p:spPr>
            <a:xfrm rot="15298865">
              <a:off x="10039848" y="1912504"/>
              <a:ext cx="1689102" cy="1689102"/>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grpSp>
        <p:nvGrpSpPr>
          <p:cNvPr id="30" name="组合 29"/>
          <p:cNvGrpSpPr/>
          <p:nvPr userDrawn="1"/>
        </p:nvGrpSpPr>
        <p:grpSpPr>
          <a:xfrm>
            <a:off x="8059194" y="3380645"/>
            <a:ext cx="2100323" cy="2100323"/>
            <a:chOff x="8059194" y="3332347"/>
            <a:chExt cx="2100323" cy="2100323"/>
          </a:xfrm>
        </p:grpSpPr>
        <p:sp>
          <p:nvSpPr>
            <p:cNvPr id="31" name="椭圆 30"/>
            <p:cNvSpPr/>
            <p:nvPr/>
          </p:nvSpPr>
          <p:spPr>
            <a:xfrm rot="10800000" flipH="1" flipV="1">
              <a:off x="8280466" y="3553619"/>
              <a:ext cx="1657777" cy="1657777"/>
            </a:xfrm>
            <a:prstGeom prst="ellipse">
              <a:avLst/>
            </a:prstGeom>
            <a:solidFill>
              <a:schemeClr val="accent1"/>
            </a:solidFill>
            <a:ln w="57150" cap="rnd">
              <a:noFill/>
              <a:prstDash val="solid"/>
              <a:round/>
            </a:ln>
            <a:effectLst>
              <a:outerShdw blurRad="76200" dist="50800" dir="5400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defTabSz="913765"/>
              <a:endParaRPr lang="en-US" altLang="zh-CN" sz="2000" b="1" dirty="0">
                <a:solidFill>
                  <a:srgbClr val="FFFFFF"/>
                </a:solidFill>
                <a:latin typeface="Arial" panose="020B0604020202020204" pitchFamily="34" charset="0"/>
                <a:ea typeface="微软雅黑" panose="020B0503020204020204" pitchFamily="34" charset="-122"/>
              </a:endParaRPr>
            </a:p>
          </p:txBody>
        </p:sp>
        <p:sp>
          <p:nvSpPr>
            <p:cNvPr id="32" name="椭圆 31"/>
            <p:cNvSpPr/>
            <p:nvPr/>
          </p:nvSpPr>
          <p:spPr>
            <a:xfrm rot="16200000">
              <a:off x="8059194" y="3332347"/>
              <a:ext cx="2100323" cy="2100323"/>
            </a:xfrm>
            <a:prstGeom prst="ellipse">
              <a:avLst/>
            </a:prstGeom>
            <a:noFill/>
            <a:ln w="12700">
              <a:solidFill>
                <a:schemeClr val="accent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algn="ctr"/>
              <a:endParaRPr lang="zh-CN" altLang="en-US">
                <a:solidFill>
                  <a:schemeClr val="tx1">
                    <a:lumMod val="90000"/>
                    <a:lumOff val="10000"/>
                  </a:schemeClr>
                </a:solidFill>
              </a:endParaRPr>
            </a:p>
          </p:txBody>
        </p:sp>
      </p:grpSp>
      <p:sp>
        <p:nvSpPr>
          <p:cNvPr id="35" name="文本占位符 34"/>
          <p:cNvSpPr>
            <a:spLocks noGrp="1"/>
          </p:cNvSpPr>
          <p:nvPr>
            <p:ph type="body" sz="quarter" idx="13" hasCustomPrompt="1"/>
          </p:nvPr>
        </p:nvSpPr>
        <p:spPr>
          <a:xfrm>
            <a:off x="5353111" y="3694685"/>
            <a:ext cx="1485778" cy="945508"/>
          </a:xfrm>
          <a:prstGeom prst="rect">
            <a:avLst/>
          </a:prstGeom>
        </p:spPr>
        <p:txBody>
          <a:bodyPr/>
          <a:lstStyle>
            <a:lvl1pPr marL="0" indent="0" algn="ctr">
              <a:buNone/>
              <a:defRPr>
                <a:solidFill>
                  <a:schemeClr val="accent1"/>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6" name="文本占位符 34"/>
          <p:cNvSpPr>
            <a:spLocks noGrp="1"/>
          </p:cNvSpPr>
          <p:nvPr>
            <p:ph type="body" sz="quarter" idx="14" hasCustomPrompt="1"/>
          </p:nvPr>
        </p:nvSpPr>
        <p:spPr>
          <a:xfrm>
            <a:off x="3097278" y="2153255"/>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7" name="文本占位符 34"/>
          <p:cNvSpPr>
            <a:spLocks noGrp="1"/>
          </p:cNvSpPr>
          <p:nvPr>
            <p:ph type="body" sz="quarter" idx="15" hasCustomPrompt="1"/>
          </p:nvPr>
        </p:nvSpPr>
        <p:spPr>
          <a:xfrm>
            <a:off x="7291370" y="1875729"/>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8" name="文本占位符 34"/>
          <p:cNvSpPr>
            <a:spLocks noGrp="1"/>
          </p:cNvSpPr>
          <p:nvPr>
            <p:ph type="body" sz="quarter" idx="16" hasCustomPrompt="1"/>
          </p:nvPr>
        </p:nvSpPr>
        <p:spPr>
          <a:xfrm>
            <a:off x="8399258" y="4011020"/>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39" name="文本占位符 34"/>
          <p:cNvSpPr>
            <a:spLocks noGrp="1"/>
          </p:cNvSpPr>
          <p:nvPr>
            <p:ph type="body" sz="quarter" idx="17" hasCustomPrompt="1"/>
          </p:nvPr>
        </p:nvSpPr>
        <p:spPr>
          <a:xfrm>
            <a:off x="3263646" y="5053606"/>
            <a:ext cx="1485778" cy="945508"/>
          </a:xfrm>
          <a:prstGeom prst="rect">
            <a:avLst/>
          </a:prstGeom>
        </p:spPr>
        <p:txBody>
          <a:bodyPr/>
          <a:lstStyle>
            <a:lvl1pPr marL="0" indent="0" algn="ctr">
              <a:buNone/>
              <a:defRPr sz="24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40" name="文本占位符 34"/>
          <p:cNvSpPr>
            <a:spLocks noGrp="1"/>
          </p:cNvSpPr>
          <p:nvPr>
            <p:ph type="body" sz="quarter" idx="18" hasCustomPrompt="1"/>
          </p:nvPr>
        </p:nvSpPr>
        <p:spPr>
          <a:xfrm>
            <a:off x="713428" y="3561552"/>
            <a:ext cx="1485778" cy="945508"/>
          </a:xfrm>
          <a:prstGeom prst="rect">
            <a:avLst/>
          </a:prstGeom>
        </p:spPr>
        <p:txBody>
          <a:bodyPr/>
          <a:lstStyle>
            <a:lvl1pPr marL="0" indent="0" algn="ctr">
              <a:buNone/>
              <a:defRPr sz="20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sp>
        <p:nvSpPr>
          <p:cNvPr id="41" name="文本占位符 34"/>
          <p:cNvSpPr>
            <a:spLocks noGrp="1"/>
          </p:cNvSpPr>
          <p:nvPr>
            <p:ph type="body" sz="quarter" idx="19" hasCustomPrompt="1"/>
          </p:nvPr>
        </p:nvSpPr>
        <p:spPr>
          <a:xfrm>
            <a:off x="10159517" y="2436133"/>
            <a:ext cx="1485778" cy="945508"/>
          </a:xfrm>
          <a:prstGeom prst="rect">
            <a:avLst/>
          </a:prstGeom>
        </p:spPr>
        <p:txBody>
          <a:bodyPr/>
          <a:lstStyle>
            <a:lvl1pPr marL="0" indent="0" algn="ctr">
              <a:buNone/>
              <a:defRPr sz="2000">
                <a:solidFill>
                  <a:schemeClr val="accent4"/>
                </a:solidFill>
                <a:latin typeface="+mj-ea"/>
                <a:ea typeface="+mj-ea"/>
              </a:defRPr>
            </a:lvl1pPr>
          </a:lstStyle>
          <a:p>
            <a:pPr lvl="0"/>
            <a:r>
              <a:rPr lang="zh-CN" altLang="en-US" dirty="0"/>
              <a:t>核心</a:t>
            </a:r>
            <a:endParaRPr lang="en-US" altLang="zh-CN" dirty="0"/>
          </a:p>
          <a:p>
            <a:pPr lvl="0"/>
            <a:r>
              <a:rPr lang="zh-CN" altLang="en-US" dirty="0"/>
              <a:t>关键词</a:t>
            </a:r>
            <a:endParaRPr lang="zh-CN" altLang="en-US" dirty="0"/>
          </a:p>
        </p:txBody>
      </p:sp>
      <p:cxnSp>
        <p:nvCxnSpPr>
          <p:cNvPr id="45" name="直接连接符 4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有图分段式-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49" y="-236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0" y="2251304"/>
            <a:ext cx="12192000" cy="3810961"/>
            <a:chOff x="0" y="2332664"/>
            <a:chExt cx="12192000" cy="3810961"/>
          </a:xfrm>
        </p:grpSpPr>
        <p:sp>
          <p:nvSpPr>
            <p:cNvPr id="3" name="矩形 2"/>
            <p:cNvSpPr/>
            <p:nvPr/>
          </p:nvSpPr>
          <p:spPr>
            <a:xfrm>
              <a:off x="0" y="3426636"/>
              <a:ext cx="12192000" cy="531628"/>
            </a:xfrm>
            <a:prstGeom prst="rect">
              <a:avLst/>
            </a:prstGeom>
            <a:solidFill>
              <a:schemeClr val="tx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cxnSp>
          <p:nvCxnSpPr>
            <p:cNvPr id="4" name="直接连接符 3"/>
            <p:cNvCxnSpPr/>
            <p:nvPr/>
          </p:nvCxnSpPr>
          <p:spPr>
            <a:xfrm>
              <a:off x="4235450" y="4181654"/>
              <a:ext cx="0" cy="1961971"/>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952613" y="4181654"/>
              <a:ext cx="0" cy="1961971"/>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0" y="2332664"/>
              <a:ext cx="12192000" cy="2759163"/>
              <a:chOff x="0" y="2332664"/>
              <a:chExt cx="12192000" cy="2759163"/>
            </a:xfrm>
          </p:grpSpPr>
          <p:sp>
            <p:nvSpPr>
              <p:cNvPr id="23" name="矩形 22"/>
              <p:cNvSpPr/>
              <p:nvPr/>
            </p:nvSpPr>
            <p:spPr>
              <a:xfrm>
                <a:off x="0" y="2332664"/>
                <a:ext cx="12192000" cy="1625600"/>
              </a:xfrm>
              <a:prstGeom prst="rect">
                <a:avLst/>
              </a:prstGeom>
              <a:blipFill>
                <a:blip r:embed="rId3"/>
                <a:stretch>
                  <a:fillRect t="-192979" b="-192211"/>
                </a:stretch>
              </a:blipFill>
              <a:ln w="381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lang="zh-CN" altLang="en-US" dirty="0"/>
              </a:p>
            </p:txBody>
          </p:sp>
          <p:sp>
            <p:nvSpPr>
              <p:cNvPr id="24" name="椭圆 23"/>
              <p:cNvSpPr/>
              <p:nvPr/>
            </p:nvSpPr>
            <p:spPr>
              <a:xfrm>
                <a:off x="1892298" y="3216452"/>
                <a:ext cx="965202" cy="965202"/>
              </a:xfrm>
              <a:prstGeom prst="ellipse">
                <a:avLst/>
              </a:prstGeom>
              <a:solidFill>
                <a:schemeClr val="accent6"/>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6" name="文本框 25"/>
              <p:cNvSpPr txBox="1"/>
              <p:nvPr userDrawn="1"/>
            </p:nvSpPr>
            <p:spPr>
              <a:xfrm>
                <a:off x="1074165"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effectLst/>
                  <a:uLnTx/>
                  <a:uFillTx/>
                </a:endParaRPr>
              </a:p>
            </p:txBody>
          </p:sp>
        </p:grpSp>
        <p:grpSp>
          <p:nvGrpSpPr>
            <p:cNvPr id="8" name="组合 7"/>
            <p:cNvGrpSpPr/>
            <p:nvPr/>
          </p:nvGrpSpPr>
          <p:grpSpPr>
            <a:xfrm>
              <a:off x="4795266" y="2779443"/>
              <a:ext cx="2601470" cy="2312384"/>
              <a:chOff x="4795266" y="2779443"/>
              <a:chExt cx="2601470" cy="2312384"/>
            </a:xfrm>
          </p:grpSpPr>
          <p:sp>
            <p:nvSpPr>
              <p:cNvPr id="19" name="椭圆 18"/>
              <p:cNvSpPr/>
              <p:nvPr/>
            </p:nvSpPr>
            <p:spPr>
              <a:xfrm>
                <a:off x="5283200" y="2779443"/>
                <a:ext cx="1625600" cy="1625600"/>
              </a:xfrm>
              <a:prstGeom prst="ellipse">
                <a:avLst/>
              </a:prstGeom>
              <a:solidFill>
                <a:schemeClr val="accent3">
                  <a:lumMod val="100000"/>
                </a:schemeClr>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21" name="文本框 20"/>
              <p:cNvSpPr txBox="1"/>
              <p:nvPr/>
            </p:nvSpPr>
            <p:spPr>
              <a:xfrm>
                <a:off x="4795266"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solidFill>
                    <a:schemeClr val="accent4"/>
                  </a:solidFill>
                  <a:effectLst/>
                  <a:uLnTx/>
                  <a:uFillTx/>
                </a:endParaRPr>
              </a:p>
            </p:txBody>
          </p:sp>
        </p:grpSp>
        <p:grpSp>
          <p:nvGrpSpPr>
            <p:cNvPr id="9" name="组合 8"/>
            <p:cNvGrpSpPr/>
            <p:nvPr/>
          </p:nvGrpSpPr>
          <p:grpSpPr>
            <a:xfrm>
              <a:off x="8508490" y="3216452"/>
              <a:ext cx="2601470" cy="1875375"/>
              <a:chOff x="8508490" y="3216452"/>
              <a:chExt cx="2601470" cy="1875375"/>
            </a:xfrm>
          </p:grpSpPr>
          <p:sp>
            <p:nvSpPr>
              <p:cNvPr id="10" name="椭圆 9"/>
              <p:cNvSpPr/>
              <p:nvPr/>
            </p:nvSpPr>
            <p:spPr>
              <a:xfrm>
                <a:off x="9326623" y="3216452"/>
                <a:ext cx="965202" cy="965202"/>
              </a:xfrm>
              <a:prstGeom prst="ellipse">
                <a:avLst/>
              </a:prstGeom>
              <a:solidFill>
                <a:schemeClr val="accent6"/>
              </a:solidFill>
              <a:ln w="222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dirty="0"/>
              </a:p>
            </p:txBody>
          </p:sp>
          <p:sp>
            <p:nvSpPr>
              <p:cNvPr id="17" name="文本框 16"/>
              <p:cNvSpPr txBox="1"/>
              <p:nvPr/>
            </p:nvSpPr>
            <p:spPr>
              <a:xfrm>
                <a:off x="8508490" y="4521790"/>
                <a:ext cx="2601470" cy="570037"/>
              </a:xfrm>
              <a:prstGeom prst="roundRect">
                <a:avLst>
                  <a:gd name="adj" fmla="val 50000"/>
                </a:avLst>
              </a:prstGeom>
              <a:solidFill>
                <a:schemeClr val="bg1">
                  <a:lumMod val="95000"/>
                </a:schemeClr>
              </a:solidFill>
              <a:ln>
                <a:noFill/>
              </a:ln>
            </p:spPr>
            <p:txBody>
              <a:bodyPr wrap="square" lIns="91440" tIns="45720" rIns="91440" bIns="45720" anchor="b" anchorCtr="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3765" rtl="0" eaLnBrk="1" fontAlgn="auto" latinLnBrk="0" hangingPunct="1">
                  <a:spcBef>
                    <a:spcPts val="0"/>
                  </a:spcBef>
                  <a:spcAft>
                    <a:spcPts val="0"/>
                  </a:spcAft>
                  <a:buClrTx/>
                  <a:buSzPct val="25000"/>
                  <a:buFontTx/>
                  <a:buNone/>
                  <a:defRPr/>
                </a:pPr>
                <a:endParaRPr kumimoji="0" lang="de-DE" b="1" u="none" strike="noStrike" kern="1200" cap="none" spc="0" normalizeH="0" baseline="0" noProof="0" dirty="0">
                  <a:ln>
                    <a:noFill/>
                  </a:ln>
                  <a:effectLst/>
                  <a:uLnTx/>
                  <a:uFillTx/>
                </a:endParaRPr>
              </a:p>
            </p:txBody>
          </p:sp>
        </p:grpSp>
      </p:grpSp>
      <p:sp>
        <p:nvSpPr>
          <p:cNvPr id="407" name="文本占位符 374"/>
          <p:cNvSpPr>
            <a:spLocks noGrp="1"/>
          </p:cNvSpPr>
          <p:nvPr>
            <p:ph type="body" sz="quarter" idx="21" hasCustomPrompt="1"/>
          </p:nvPr>
        </p:nvSpPr>
        <p:spPr>
          <a:xfrm>
            <a:off x="1816469" y="4588503"/>
            <a:ext cx="1336941" cy="28478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1431799" y="5155197"/>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29" name="文本占位符 374"/>
          <p:cNvSpPr>
            <a:spLocks noGrp="1"/>
          </p:cNvSpPr>
          <p:nvPr>
            <p:ph type="body" sz="quarter" idx="24" hasCustomPrompt="1"/>
          </p:nvPr>
        </p:nvSpPr>
        <p:spPr>
          <a:xfrm>
            <a:off x="5196650" y="5174871"/>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1" name="文本占位符 374"/>
          <p:cNvSpPr>
            <a:spLocks noGrp="1"/>
          </p:cNvSpPr>
          <p:nvPr>
            <p:ph type="body" sz="quarter" idx="26" hasCustomPrompt="1"/>
          </p:nvPr>
        </p:nvSpPr>
        <p:spPr>
          <a:xfrm>
            <a:off x="8961501" y="5194545"/>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18" name="文本占位符 374"/>
          <p:cNvSpPr>
            <a:spLocks noGrp="1"/>
          </p:cNvSpPr>
          <p:nvPr>
            <p:ph type="body" sz="quarter" idx="27" hasCustomPrompt="1"/>
          </p:nvPr>
        </p:nvSpPr>
        <p:spPr>
          <a:xfrm>
            <a:off x="5513254" y="4588503"/>
            <a:ext cx="1357319" cy="284786"/>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28" hasCustomPrompt="1"/>
          </p:nvPr>
        </p:nvSpPr>
        <p:spPr>
          <a:xfrm>
            <a:off x="9218858" y="4588503"/>
            <a:ext cx="1296742" cy="29864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7" name="图片占位符 26"/>
          <p:cNvSpPr>
            <a:spLocks noGrp="1"/>
          </p:cNvSpPr>
          <p:nvPr>
            <p:ph type="pic" sz="quarter" idx="29"/>
          </p:nvPr>
        </p:nvSpPr>
        <p:spPr>
          <a:xfrm>
            <a:off x="2108992" y="3359020"/>
            <a:ext cx="531813" cy="531812"/>
          </a:xfrm>
          <a:prstGeom prst="rect">
            <a:avLst/>
          </a:prstGeom>
          <a:pattFill prst="wdUpDiag">
            <a:fgClr>
              <a:schemeClr val="accent1"/>
            </a:fgClr>
            <a:bgClr>
              <a:schemeClr val="bg1"/>
            </a:bgClr>
          </a:pattFill>
        </p:spPr>
        <p:txBody>
          <a:bodyPr/>
          <a:lstStyle>
            <a:lvl1pPr>
              <a:defRPr sz="1600"/>
            </a:lvl1pPr>
          </a:lstStyle>
          <a:p>
            <a:endParaRPr lang="zh-CN" altLang="en-US" dirty="0"/>
          </a:p>
        </p:txBody>
      </p:sp>
      <p:sp>
        <p:nvSpPr>
          <p:cNvPr id="28" name="图片占位符 26"/>
          <p:cNvSpPr>
            <a:spLocks noGrp="1"/>
          </p:cNvSpPr>
          <p:nvPr>
            <p:ph type="pic" sz="quarter" idx="30"/>
          </p:nvPr>
        </p:nvSpPr>
        <p:spPr>
          <a:xfrm>
            <a:off x="9551195" y="3389493"/>
            <a:ext cx="531813" cy="531812"/>
          </a:xfrm>
          <a:prstGeom prst="rect">
            <a:avLst/>
          </a:prstGeom>
          <a:pattFill prst="wdUpDiag">
            <a:fgClr>
              <a:schemeClr val="accent1"/>
            </a:fgClr>
            <a:bgClr>
              <a:schemeClr val="bg1"/>
            </a:bgClr>
          </a:pattFill>
        </p:spPr>
        <p:txBody>
          <a:bodyPr/>
          <a:lstStyle>
            <a:lvl1pPr>
              <a:defRPr sz="1600"/>
            </a:lvl1pPr>
          </a:lstStyle>
          <a:p>
            <a:endParaRPr lang="zh-CN" altLang="en-US" dirty="0"/>
          </a:p>
        </p:txBody>
      </p:sp>
      <p:sp>
        <p:nvSpPr>
          <p:cNvPr id="30" name="图片占位符 26"/>
          <p:cNvSpPr>
            <a:spLocks noGrp="1"/>
          </p:cNvSpPr>
          <p:nvPr>
            <p:ph type="pic" sz="quarter" idx="31"/>
          </p:nvPr>
        </p:nvSpPr>
        <p:spPr>
          <a:xfrm>
            <a:off x="5625637" y="3073020"/>
            <a:ext cx="940725" cy="861883"/>
          </a:xfrm>
          <a:prstGeom prst="rect">
            <a:avLst/>
          </a:prstGeom>
          <a:pattFill prst="wdUpDiag">
            <a:fgClr>
              <a:schemeClr val="accent1"/>
            </a:fgClr>
            <a:bgClr>
              <a:schemeClr val="bg1"/>
            </a:bgClr>
          </a:pattFill>
        </p:spPr>
        <p:txBody>
          <a:bodyPr/>
          <a:lstStyle>
            <a:lvl1pPr>
              <a:defRPr sz="1600"/>
            </a:lvl1pPr>
          </a:lstStyle>
          <a:p>
            <a:endParaRPr lang="zh-CN" altLang="en-US" dirty="0"/>
          </a:p>
        </p:txBody>
      </p:sp>
      <p:cxnSp>
        <p:nvCxnSpPr>
          <p:cNvPr id="32" name="直接连接符 3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有图分段式-2">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6718920" y="1949790"/>
            <a:ext cx="4780026" cy="4046693"/>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p>
        </p:txBody>
      </p:sp>
      <p:cxnSp>
        <p:nvCxnSpPr>
          <p:cNvPr id="5" name="直接连接符 4"/>
          <p:cNvCxnSpPr/>
          <p:nvPr userDrawn="1"/>
        </p:nvCxnSpPr>
        <p:spPr>
          <a:xfrm>
            <a:off x="7112029" y="2845310"/>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pic>
        <p:nvPicPr>
          <p:cNvPr id="7" name="图片占位符 6"/>
          <p:cNvPicPr>
            <a:picLocks noChangeAspect="1"/>
          </p:cNvPicPr>
          <p:nvPr userDrawn="1"/>
        </p:nvPicPr>
        <p:blipFill>
          <a:blip r:embed="rId3">
            <a:extLst>
              <a:ext uri="{28A0092B-C50C-407E-A947-70E740481C1C}">
                <a14:useLocalDpi xmlns:a14="http://schemas.microsoft.com/office/drawing/2010/main" val="0"/>
              </a:ext>
            </a:extLst>
          </a:blip>
          <a:srcRect t="13507" b="13507"/>
          <a:stretch>
            <a:fillRect/>
          </a:stretch>
        </p:blipFill>
        <p:spPr>
          <a:xfrm>
            <a:off x="671288" y="1949790"/>
            <a:ext cx="6047631" cy="4046693"/>
          </a:xfrm>
          <a:prstGeom prst="rect">
            <a:avLst/>
          </a:prstGeom>
        </p:spPr>
      </p:pic>
      <p:sp>
        <p:nvSpPr>
          <p:cNvPr id="8" name="文本占位符 6"/>
          <p:cNvSpPr>
            <a:spLocks noGrp="1"/>
          </p:cNvSpPr>
          <p:nvPr>
            <p:ph type="body" sz="quarter" idx="17" hasCustomPrompt="1"/>
          </p:nvPr>
        </p:nvSpPr>
        <p:spPr>
          <a:xfrm>
            <a:off x="7112028" y="3099843"/>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9" name="文本占位符 6"/>
          <p:cNvSpPr>
            <a:spLocks noGrp="1"/>
          </p:cNvSpPr>
          <p:nvPr>
            <p:ph type="body" sz="quarter" idx="15" hasCustomPrompt="1"/>
          </p:nvPr>
        </p:nvSpPr>
        <p:spPr>
          <a:xfrm>
            <a:off x="7112028" y="2326719"/>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2" name="图片占位符 21"/>
          <p:cNvSpPr>
            <a:spLocks noGrp="1"/>
          </p:cNvSpPr>
          <p:nvPr>
            <p:ph type="pic" sz="quarter" idx="18"/>
          </p:nvPr>
        </p:nvSpPr>
        <p:spPr>
          <a:xfrm>
            <a:off x="678558" y="1949790"/>
            <a:ext cx="6047630" cy="4046693"/>
          </a:xfrm>
          <a:prstGeom prst="rect">
            <a:avLst/>
          </a:prstGeom>
          <a:pattFill prst="wdUpDiag">
            <a:fgClr>
              <a:schemeClr val="accent1"/>
            </a:fgClr>
            <a:bgClr>
              <a:schemeClr val="bg1"/>
            </a:bgClr>
          </a:pattFill>
        </p:spPr>
        <p:txBody>
          <a:bodyPr/>
          <a:lstStyle/>
          <a:p>
            <a:endParaRPr lang="zh-CN" altLang="en-US"/>
          </a:p>
        </p:txBody>
      </p:sp>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有图分段式-3">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4164373" y="2343481"/>
            <a:ext cx="3824399" cy="26353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id-ID" sz="2400">
              <a:solidFill>
                <a:srgbClr val="F4F4F4"/>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671288" y="4946157"/>
            <a:ext cx="10831239" cy="14328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id-ID" sz="2400">
              <a:solidFill>
                <a:srgbClr val="F4F4F4"/>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5642421" y="2021955"/>
            <a:ext cx="888974"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pic>
        <p:nvPicPr>
          <p:cNvPr id="9" name="图片占位符 5"/>
          <p:cNvPicPr>
            <a:picLocks noChangeAspect="1"/>
          </p:cNvPicPr>
          <p:nvPr userDrawn="1"/>
        </p:nvPicPr>
        <p:blipFill>
          <a:blip r:embed="rId3" cstate="print">
            <a:extLst>
              <a:ext uri="{28A0092B-C50C-407E-A947-70E740481C1C}">
                <a14:useLocalDpi xmlns:a14="http://schemas.microsoft.com/office/drawing/2010/main" val="0"/>
              </a:ext>
            </a:extLst>
          </a:blip>
          <a:srcRect l="1520" r="1520"/>
          <a:stretch>
            <a:fillRect/>
          </a:stretch>
        </p:blipFill>
        <p:spPr>
          <a:xfrm>
            <a:off x="671288" y="2343480"/>
            <a:ext cx="3493085" cy="2602674"/>
          </a:xfrm>
          <a:prstGeom prst="rect">
            <a:avLst/>
          </a:prstGeom>
        </p:spPr>
      </p:pic>
      <p:pic>
        <p:nvPicPr>
          <p:cNvPr id="10" name="图片占位符 12"/>
          <p:cNvPicPr>
            <a:picLocks noChangeAspect="1"/>
          </p:cNvPicPr>
          <p:nvPr userDrawn="1"/>
        </p:nvPicPr>
        <p:blipFill>
          <a:blip r:embed="rId4">
            <a:extLst>
              <a:ext uri="{28A0092B-C50C-407E-A947-70E740481C1C}">
                <a14:useLocalDpi xmlns:a14="http://schemas.microsoft.com/office/drawing/2010/main" val="0"/>
              </a:ext>
            </a:extLst>
          </a:blip>
          <a:srcRect l="4936" r="4936"/>
          <a:stretch>
            <a:fillRect/>
          </a:stretch>
        </p:blipFill>
        <p:spPr>
          <a:xfrm>
            <a:off x="7988772" y="2343480"/>
            <a:ext cx="3513066" cy="2602674"/>
          </a:xfrm>
          <a:prstGeom prst="rect">
            <a:avLst/>
          </a:prstGeom>
        </p:spPr>
      </p:pic>
      <p:sp>
        <p:nvSpPr>
          <p:cNvPr id="17" name="图片占位符 16"/>
          <p:cNvSpPr>
            <a:spLocks noGrp="1"/>
          </p:cNvSpPr>
          <p:nvPr>
            <p:ph type="pic" sz="quarter" idx="13"/>
          </p:nvPr>
        </p:nvSpPr>
        <p:spPr>
          <a:xfrm>
            <a:off x="650618" y="2343150"/>
            <a:ext cx="3513395" cy="2603500"/>
          </a:xfrm>
          <a:prstGeom prst="rect">
            <a:avLst/>
          </a:prstGeom>
          <a:pattFill prst="wdUpDiag">
            <a:fgClr>
              <a:schemeClr val="accent1"/>
            </a:fgClr>
            <a:bgClr>
              <a:schemeClr val="bg1"/>
            </a:bgClr>
          </a:pattFill>
        </p:spPr>
        <p:txBody>
          <a:bodyPr/>
          <a:lstStyle/>
          <a:p>
            <a:endParaRPr lang="zh-CN" altLang="en-US" dirty="0"/>
          </a:p>
        </p:txBody>
      </p:sp>
      <p:sp>
        <p:nvSpPr>
          <p:cNvPr id="18" name="图片占位符 16"/>
          <p:cNvSpPr>
            <a:spLocks noGrp="1"/>
          </p:cNvSpPr>
          <p:nvPr>
            <p:ph type="pic" sz="quarter" idx="14"/>
          </p:nvPr>
        </p:nvSpPr>
        <p:spPr>
          <a:xfrm>
            <a:off x="7988607" y="2342654"/>
            <a:ext cx="3513395" cy="2603500"/>
          </a:xfrm>
          <a:prstGeom prst="rect">
            <a:avLst/>
          </a:prstGeom>
          <a:pattFill prst="wdUpDiag">
            <a:fgClr>
              <a:schemeClr val="accent1"/>
            </a:fgClr>
            <a:bgClr>
              <a:schemeClr val="bg1"/>
            </a:bgClr>
          </a:pattFill>
        </p:spPr>
        <p:txBody>
          <a:bodyPr/>
          <a:lstStyle/>
          <a:p>
            <a:endParaRPr lang="zh-CN" altLang="en-US"/>
          </a:p>
        </p:txBody>
      </p:sp>
      <p:sp>
        <p:nvSpPr>
          <p:cNvPr id="20" name="图片占位符 19"/>
          <p:cNvSpPr>
            <a:spLocks noGrp="1"/>
          </p:cNvSpPr>
          <p:nvPr>
            <p:ph type="pic" sz="quarter" idx="15"/>
          </p:nvPr>
        </p:nvSpPr>
        <p:spPr>
          <a:xfrm>
            <a:off x="5745162" y="2790778"/>
            <a:ext cx="858838" cy="858838"/>
          </a:xfrm>
          <a:prstGeom prst="rect">
            <a:avLst/>
          </a:prstGeom>
        </p:spPr>
        <p:txBody>
          <a:bodyPr/>
          <a:lstStyle/>
          <a:p>
            <a:endParaRPr lang="zh-CN" altLang="en-US"/>
          </a:p>
        </p:txBody>
      </p:sp>
      <p:sp>
        <p:nvSpPr>
          <p:cNvPr id="21" name="文本占位符 6"/>
          <p:cNvSpPr>
            <a:spLocks noGrp="1"/>
          </p:cNvSpPr>
          <p:nvPr>
            <p:ph type="body" sz="quarter" idx="17" hasCustomPrompt="1"/>
          </p:nvPr>
        </p:nvSpPr>
        <p:spPr>
          <a:xfrm>
            <a:off x="3917156" y="5351779"/>
            <a:ext cx="4357687" cy="1048974"/>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2" name="文本占位符 6"/>
          <p:cNvSpPr>
            <a:spLocks noGrp="1"/>
          </p:cNvSpPr>
          <p:nvPr>
            <p:ph type="body" sz="quarter" idx="18" hasCustomPrompt="1"/>
          </p:nvPr>
        </p:nvSpPr>
        <p:spPr>
          <a:xfrm>
            <a:off x="4595928" y="3634683"/>
            <a:ext cx="3061170" cy="1169243"/>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3" name="文本占位符 6"/>
          <p:cNvSpPr>
            <a:spLocks noGrp="1"/>
          </p:cNvSpPr>
          <p:nvPr>
            <p:ph type="body" sz="quarter" idx="19" hasCustomPrompt="1"/>
          </p:nvPr>
        </p:nvSpPr>
        <p:spPr>
          <a:xfrm>
            <a:off x="5374897" y="1475937"/>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有图分段式-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1348267" y="1923318"/>
            <a:ext cx="3223733" cy="2124665"/>
          </a:xfrm>
          <a:prstGeom prst="rect">
            <a:avLst/>
          </a:prstGeom>
          <a:solidFill>
            <a:schemeClr val="accent1"/>
          </a:solidFill>
          <a:ln w="12700">
            <a:miter lim="400000"/>
          </a:ln>
        </p:spPr>
        <p:txBody>
          <a:bodyPr wrap="square" lIns="45718" tIns="45718" rIns="45718" bIns="45718" anchor="ctr">
            <a:spAutoFit/>
          </a:bodyPr>
          <a:lstStyle/>
          <a:p>
            <a:pPr marL="0" marR="0" lvl="0" indent="0" algn="ctr" defTabSz="914400" eaLnBrk="1" fontAlgn="auto" latinLnBrk="0" hangingPunct="1">
              <a:lnSpc>
                <a:spcPct val="100000"/>
              </a:lnSpc>
              <a:spcBef>
                <a:spcPts val="0"/>
              </a:spcBef>
              <a:spcAft>
                <a:spcPts val="0"/>
              </a:spcAft>
              <a:buClrTx/>
              <a:buSzTx/>
              <a:buFontTx/>
              <a:buNone/>
              <a:defRPr>
                <a:solidFill>
                  <a:srgbClr val="FFFFFF"/>
                </a:solidFill>
              </a:defRPr>
            </a:pPr>
            <a:endParaRPr kumimoji="0" sz="1800" b="0" i="0" u="none" strike="noStrike" kern="0" cap="none" spc="0" normalizeH="0" baseline="0" noProof="0" dirty="0">
              <a:ln>
                <a:noFill/>
              </a:ln>
              <a:solidFill>
                <a:srgbClr val="FFFFFF"/>
              </a:solidFill>
              <a:effectLst/>
              <a:uLnTx/>
              <a:uFillTx/>
              <a:cs typeface="+mn-ea"/>
              <a:sym typeface="+mn-lt"/>
            </a:endParaRPr>
          </a:p>
        </p:txBody>
      </p:sp>
      <p:grpSp>
        <p:nvGrpSpPr>
          <p:cNvPr id="16" name="组合 15"/>
          <p:cNvGrpSpPr/>
          <p:nvPr userDrawn="1"/>
        </p:nvGrpSpPr>
        <p:grpSpPr>
          <a:xfrm>
            <a:off x="1765462" y="2125092"/>
            <a:ext cx="637554" cy="638817"/>
            <a:chOff x="658813" y="2122487"/>
            <a:chExt cx="801687" cy="803276"/>
          </a:xfrm>
          <a:solidFill>
            <a:schemeClr val="accent4"/>
          </a:solidFill>
        </p:grpSpPr>
        <p:sp>
          <p:nvSpPr>
            <p:cNvPr id="17" name="任意多边形: 形状 16"/>
            <p:cNvSpPr>
              <a:spLocks noEditPoints="1"/>
            </p:cNvSpPr>
            <p:nvPr/>
          </p:nvSpPr>
          <p:spPr bwMode="auto">
            <a:xfrm>
              <a:off x="1089025" y="2122487"/>
              <a:ext cx="371475" cy="373063"/>
            </a:xfrm>
            <a:custGeom>
              <a:avLst/>
              <a:gdLst>
                <a:gd name="T0" fmla="*/ 1376 w 1508"/>
                <a:gd name="T1" fmla="*/ 798 h 1508"/>
                <a:gd name="T2" fmla="*/ 1376 w 1508"/>
                <a:gd name="T3" fmla="*/ 716 h 1508"/>
                <a:gd name="T4" fmla="*/ 1502 w 1508"/>
                <a:gd name="T5" fmla="*/ 562 h 1508"/>
                <a:gd name="T6" fmla="*/ 1370 w 1508"/>
                <a:gd name="T7" fmla="*/ 336 h 1508"/>
                <a:gd name="T8" fmla="*/ 1223 w 1508"/>
                <a:gd name="T9" fmla="*/ 342 h 1508"/>
                <a:gd name="T10" fmla="*/ 1178 w 1508"/>
                <a:gd name="T11" fmla="*/ 138 h 1508"/>
                <a:gd name="T12" fmla="*/ 954 w 1508"/>
                <a:gd name="T13" fmla="*/ 6 h 1508"/>
                <a:gd name="T14" fmla="*/ 800 w 1508"/>
                <a:gd name="T15" fmla="*/ 132 h 1508"/>
                <a:gd name="T16" fmla="*/ 718 w 1508"/>
                <a:gd name="T17" fmla="*/ 132 h 1508"/>
                <a:gd name="T18" fmla="*/ 564 w 1508"/>
                <a:gd name="T19" fmla="*/ 6 h 1508"/>
                <a:gd name="T20" fmla="*/ 334 w 1508"/>
                <a:gd name="T21" fmla="*/ 138 h 1508"/>
                <a:gd name="T22" fmla="*/ 339 w 1508"/>
                <a:gd name="T23" fmla="*/ 286 h 1508"/>
                <a:gd name="T24" fmla="*/ 137 w 1508"/>
                <a:gd name="T25" fmla="*/ 330 h 1508"/>
                <a:gd name="T26" fmla="*/ 5 w 1508"/>
                <a:gd name="T27" fmla="*/ 556 h 1508"/>
                <a:gd name="T28" fmla="*/ 131 w 1508"/>
                <a:gd name="T29" fmla="*/ 710 h 1508"/>
                <a:gd name="T30" fmla="*/ 131 w 1508"/>
                <a:gd name="T31" fmla="*/ 792 h 1508"/>
                <a:gd name="T32" fmla="*/ 5 w 1508"/>
                <a:gd name="T33" fmla="*/ 946 h 1508"/>
                <a:gd name="T34" fmla="*/ 137 w 1508"/>
                <a:gd name="T35" fmla="*/ 1172 h 1508"/>
                <a:gd name="T36" fmla="*/ 285 w 1508"/>
                <a:gd name="T37" fmla="*/ 1167 h 1508"/>
                <a:gd name="T38" fmla="*/ 329 w 1508"/>
                <a:gd name="T39" fmla="*/ 1370 h 1508"/>
                <a:gd name="T40" fmla="*/ 559 w 1508"/>
                <a:gd name="T41" fmla="*/ 1502 h 1508"/>
                <a:gd name="T42" fmla="*/ 713 w 1508"/>
                <a:gd name="T43" fmla="*/ 1376 h 1508"/>
                <a:gd name="T44" fmla="*/ 795 w 1508"/>
                <a:gd name="T45" fmla="*/ 1376 h 1508"/>
                <a:gd name="T46" fmla="*/ 948 w 1508"/>
                <a:gd name="T47" fmla="*/ 1502 h 1508"/>
                <a:gd name="T48" fmla="*/ 1173 w 1508"/>
                <a:gd name="T49" fmla="*/ 1370 h 1508"/>
                <a:gd name="T50" fmla="*/ 1168 w 1508"/>
                <a:gd name="T51" fmla="*/ 1222 h 1508"/>
                <a:gd name="T52" fmla="*/ 1371 w 1508"/>
                <a:gd name="T53" fmla="*/ 1178 h 1508"/>
                <a:gd name="T54" fmla="*/ 1502 w 1508"/>
                <a:gd name="T55" fmla="*/ 952 h 1508"/>
                <a:gd name="T56" fmla="*/ 1321 w 1508"/>
                <a:gd name="T57" fmla="*/ 1073 h 1508"/>
                <a:gd name="T58" fmla="*/ 1036 w 1508"/>
                <a:gd name="T59" fmla="*/ 1222 h 1508"/>
                <a:gd name="T60" fmla="*/ 1041 w 1508"/>
                <a:gd name="T61" fmla="*/ 1349 h 1508"/>
                <a:gd name="T62" fmla="*/ 860 w 1508"/>
                <a:gd name="T63" fmla="*/ 1310 h 1508"/>
                <a:gd name="T64" fmla="*/ 618 w 1508"/>
                <a:gd name="T65" fmla="*/ 1310 h 1508"/>
                <a:gd name="T66" fmla="*/ 437 w 1508"/>
                <a:gd name="T67" fmla="*/ 1354 h 1508"/>
                <a:gd name="T68" fmla="*/ 289 w 1508"/>
                <a:gd name="T69" fmla="*/ 1068 h 1508"/>
                <a:gd name="T70" fmla="*/ 163 w 1508"/>
                <a:gd name="T71" fmla="*/ 1074 h 1508"/>
                <a:gd name="T72" fmla="*/ 201 w 1508"/>
                <a:gd name="T73" fmla="*/ 892 h 1508"/>
                <a:gd name="T74" fmla="*/ 201 w 1508"/>
                <a:gd name="T75" fmla="*/ 650 h 1508"/>
                <a:gd name="T76" fmla="*/ 163 w 1508"/>
                <a:gd name="T77" fmla="*/ 468 h 1508"/>
                <a:gd name="T78" fmla="*/ 448 w 1508"/>
                <a:gd name="T79" fmla="*/ 320 h 1508"/>
                <a:gd name="T80" fmla="*/ 443 w 1508"/>
                <a:gd name="T81" fmla="*/ 193 h 1508"/>
                <a:gd name="T82" fmla="*/ 624 w 1508"/>
                <a:gd name="T83" fmla="*/ 226 h 1508"/>
                <a:gd name="T84" fmla="*/ 865 w 1508"/>
                <a:gd name="T85" fmla="*/ 226 h 1508"/>
                <a:gd name="T86" fmla="*/ 1046 w 1508"/>
                <a:gd name="T87" fmla="*/ 188 h 1508"/>
                <a:gd name="T88" fmla="*/ 1195 w 1508"/>
                <a:gd name="T89" fmla="*/ 474 h 1508"/>
                <a:gd name="T90" fmla="*/ 1321 w 1508"/>
                <a:gd name="T91" fmla="*/ 468 h 1508"/>
                <a:gd name="T92" fmla="*/ 1283 w 1508"/>
                <a:gd name="T93" fmla="*/ 650 h 1508"/>
                <a:gd name="T94" fmla="*/ 1283 w 1508"/>
                <a:gd name="T95" fmla="*/ 892 h 1508"/>
                <a:gd name="T96" fmla="*/ 1321 w 1508"/>
                <a:gd name="T97" fmla="*/ 1073 h 1508"/>
                <a:gd name="T98" fmla="*/ 1321 w 1508"/>
                <a:gd name="T99" fmla="*/ 1073 h 1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08" h="1508">
                  <a:moveTo>
                    <a:pt x="1486" y="897"/>
                  </a:moveTo>
                  <a:cubicBezTo>
                    <a:pt x="1376" y="798"/>
                    <a:pt x="1376" y="798"/>
                    <a:pt x="1376" y="798"/>
                  </a:cubicBezTo>
                  <a:cubicBezTo>
                    <a:pt x="1370" y="793"/>
                    <a:pt x="1370" y="793"/>
                    <a:pt x="1370" y="793"/>
                  </a:cubicBezTo>
                  <a:cubicBezTo>
                    <a:pt x="1353" y="769"/>
                    <a:pt x="1355" y="737"/>
                    <a:pt x="1376" y="716"/>
                  </a:cubicBezTo>
                  <a:cubicBezTo>
                    <a:pt x="1486" y="617"/>
                    <a:pt x="1486" y="617"/>
                    <a:pt x="1486" y="617"/>
                  </a:cubicBezTo>
                  <a:cubicBezTo>
                    <a:pt x="1502" y="600"/>
                    <a:pt x="1508" y="584"/>
                    <a:pt x="1502" y="562"/>
                  </a:cubicBezTo>
                  <a:cubicBezTo>
                    <a:pt x="1486" y="492"/>
                    <a:pt x="1458" y="424"/>
                    <a:pt x="1420" y="364"/>
                  </a:cubicBezTo>
                  <a:cubicBezTo>
                    <a:pt x="1409" y="347"/>
                    <a:pt x="1392" y="336"/>
                    <a:pt x="1370" y="336"/>
                  </a:cubicBezTo>
                  <a:cubicBezTo>
                    <a:pt x="1228" y="342"/>
                    <a:pt x="1228" y="342"/>
                    <a:pt x="1228" y="342"/>
                  </a:cubicBezTo>
                  <a:cubicBezTo>
                    <a:pt x="1223" y="342"/>
                    <a:pt x="1223" y="342"/>
                    <a:pt x="1223" y="342"/>
                  </a:cubicBezTo>
                  <a:cubicBezTo>
                    <a:pt x="1195" y="336"/>
                    <a:pt x="1173" y="314"/>
                    <a:pt x="1173" y="281"/>
                  </a:cubicBezTo>
                  <a:cubicBezTo>
                    <a:pt x="1178" y="138"/>
                    <a:pt x="1178" y="138"/>
                    <a:pt x="1178" y="138"/>
                  </a:cubicBezTo>
                  <a:cubicBezTo>
                    <a:pt x="1178" y="116"/>
                    <a:pt x="1167" y="99"/>
                    <a:pt x="1151" y="88"/>
                  </a:cubicBezTo>
                  <a:cubicBezTo>
                    <a:pt x="1091" y="50"/>
                    <a:pt x="1024" y="22"/>
                    <a:pt x="954" y="6"/>
                  </a:cubicBezTo>
                  <a:cubicBezTo>
                    <a:pt x="932" y="0"/>
                    <a:pt x="910" y="6"/>
                    <a:pt x="899" y="22"/>
                  </a:cubicBezTo>
                  <a:cubicBezTo>
                    <a:pt x="800" y="132"/>
                    <a:pt x="800" y="132"/>
                    <a:pt x="800" y="132"/>
                  </a:cubicBezTo>
                  <a:cubicBezTo>
                    <a:pt x="795" y="138"/>
                    <a:pt x="795" y="138"/>
                    <a:pt x="795" y="138"/>
                  </a:cubicBezTo>
                  <a:cubicBezTo>
                    <a:pt x="773" y="154"/>
                    <a:pt x="740" y="154"/>
                    <a:pt x="718" y="132"/>
                  </a:cubicBezTo>
                  <a:cubicBezTo>
                    <a:pt x="619" y="22"/>
                    <a:pt x="619" y="22"/>
                    <a:pt x="619" y="22"/>
                  </a:cubicBezTo>
                  <a:cubicBezTo>
                    <a:pt x="603" y="6"/>
                    <a:pt x="586" y="0"/>
                    <a:pt x="564" y="6"/>
                  </a:cubicBezTo>
                  <a:cubicBezTo>
                    <a:pt x="515" y="22"/>
                    <a:pt x="449" y="44"/>
                    <a:pt x="367" y="88"/>
                  </a:cubicBezTo>
                  <a:cubicBezTo>
                    <a:pt x="345" y="94"/>
                    <a:pt x="334" y="116"/>
                    <a:pt x="334" y="138"/>
                  </a:cubicBezTo>
                  <a:cubicBezTo>
                    <a:pt x="339" y="281"/>
                    <a:pt x="339" y="281"/>
                    <a:pt x="339" y="281"/>
                  </a:cubicBezTo>
                  <a:cubicBezTo>
                    <a:pt x="339" y="286"/>
                    <a:pt x="339" y="286"/>
                    <a:pt x="339" y="286"/>
                  </a:cubicBezTo>
                  <a:cubicBezTo>
                    <a:pt x="334" y="314"/>
                    <a:pt x="312" y="336"/>
                    <a:pt x="279" y="336"/>
                  </a:cubicBezTo>
                  <a:cubicBezTo>
                    <a:pt x="137" y="330"/>
                    <a:pt x="137" y="330"/>
                    <a:pt x="137" y="330"/>
                  </a:cubicBezTo>
                  <a:cubicBezTo>
                    <a:pt x="115" y="330"/>
                    <a:pt x="98" y="342"/>
                    <a:pt x="87" y="358"/>
                  </a:cubicBezTo>
                  <a:cubicBezTo>
                    <a:pt x="49" y="419"/>
                    <a:pt x="21" y="486"/>
                    <a:pt x="5" y="556"/>
                  </a:cubicBezTo>
                  <a:cubicBezTo>
                    <a:pt x="0" y="578"/>
                    <a:pt x="5" y="600"/>
                    <a:pt x="21" y="611"/>
                  </a:cubicBezTo>
                  <a:cubicBezTo>
                    <a:pt x="131" y="710"/>
                    <a:pt x="131" y="710"/>
                    <a:pt x="131" y="710"/>
                  </a:cubicBezTo>
                  <a:cubicBezTo>
                    <a:pt x="137" y="715"/>
                    <a:pt x="137" y="715"/>
                    <a:pt x="137" y="715"/>
                  </a:cubicBezTo>
                  <a:cubicBezTo>
                    <a:pt x="153" y="737"/>
                    <a:pt x="153" y="770"/>
                    <a:pt x="131" y="792"/>
                  </a:cubicBezTo>
                  <a:cubicBezTo>
                    <a:pt x="21" y="891"/>
                    <a:pt x="21" y="891"/>
                    <a:pt x="21" y="891"/>
                  </a:cubicBezTo>
                  <a:cubicBezTo>
                    <a:pt x="5" y="908"/>
                    <a:pt x="0" y="924"/>
                    <a:pt x="5" y="946"/>
                  </a:cubicBezTo>
                  <a:cubicBezTo>
                    <a:pt x="21" y="1016"/>
                    <a:pt x="49" y="1084"/>
                    <a:pt x="87" y="1144"/>
                  </a:cubicBezTo>
                  <a:cubicBezTo>
                    <a:pt x="98" y="1161"/>
                    <a:pt x="115" y="1172"/>
                    <a:pt x="137" y="1172"/>
                  </a:cubicBezTo>
                  <a:cubicBezTo>
                    <a:pt x="279" y="1167"/>
                    <a:pt x="279" y="1167"/>
                    <a:pt x="279" y="1167"/>
                  </a:cubicBezTo>
                  <a:cubicBezTo>
                    <a:pt x="285" y="1167"/>
                    <a:pt x="285" y="1167"/>
                    <a:pt x="285" y="1167"/>
                  </a:cubicBezTo>
                  <a:cubicBezTo>
                    <a:pt x="312" y="1172"/>
                    <a:pt x="334" y="1194"/>
                    <a:pt x="334" y="1227"/>
                  </a:cubicBezTo>
                  <a:cubicBezTo>
                    <a:pt x="329" y="1370"/>
                    <a:pt x="329" y="1370"/>
                    <a:pt x="329" y="1370"/>
                  </a:cubicBezTo>
                  <a:cubicBezTo>
                    <a:pt x="329" y="1392"/>
                    <a:pt x="340" y="1414"/>
                    <a:pt x="362" y="1420"/>
                  </a:cubicBezTo>
                  <a:cubicBezTo>
                    <a:pt x="422" y="1459"/>
                    <a:pt x="489" y="1486"/>
                    <a:pt x="559" y="1502"/>
                  </a:cubicBezTo>
                  <a:cubicBezTo>
                    <a:pt x="581" y="1508"/>
                    <a:pt x="603" y="1502"/>
                    <a:pt x="614" y="1486"/>
                  </a:cubicBezTo>
                  <a:cubicBezTo>
                    <a:pt x="713" y="1376"/>
                    <a:pt x="713" y="1376"/>
                    <a:pt x="713" y="1376"/>
                  </a:cubicBezTo>
                  <a:cubicBezTo>
                    <a:pt x="718" y="1370"/>
                    <a:pt x="718" y="1370"/>
                    <a:pt x="718" y="1370"/>
                  </a:cubicBezTo>
                  <a:cubicBezTo>
                    <a:pt x="741" y="1353"/>
                    <a:pt x="774" y="1355"/>
                    <a:pt x="795" y="1376"/>
                  </a:cubicBezTo>
                  <a:cubicBezTo>
                    <a:pt x="893" y="1486"/>
                    <a:pt x="893" y="1486"/>
                    <a:pt x="893" y="1486"/>
                  </a:cubicBezTo>
                  <a:cubicBezTo>
                    <a:pt x="910" y="1502"/>
                    <a:pt x="926" y="1508"/>
                    <a:pt x="948" y="1502"/>
                  </a:cubicBezTo>
                  <a:cubicBezTo>
                    <a:pt x="1019" y="1486"/>
                    <a:pt x="1085" y="1459"/>
                    <a:pt x="1146" y="1420"/>
                  </a:cubicBezTo>
                  <a:cubicBezTo>
                    <a:pt x="1162" y="1409"/>
                    <a:pt x="1173" y="1392"/>
                    <a:pt x="1173" y="1370"/>
                  </a:cubicBezTo>
                  <a:cubicBezTo>
                    <a:pt x="1168" y="1227"/>
                    <a:pt x="1168" y="1227"/>
                    <a:pt x="1168" y="1227"/>
                  </a:cubicBezTo>
                  <a:cubicBezTo>
                    <a:pt x="1168" y="1222"/>
                    <a:pt x="1168" y="1222"/>
                    <a:pt x="1168" y="1222"/>
                  </a:cubicBezTo>
                  <a:cubicBezTo>
                    <a:pt x="1173" y="1194"/>
                    <a:pt x="1195" y="1172"/>
                    <a:pt x="1228" y="1172"/>
                  </a:cubicBezTo>
                  <a:cubicBezTo>
                    <a:pt x="1371" y="1178"/>
                    <a:pt x="1371" y="1178"/>
                    <a:pt x="1371" y="1178"/>
                  </a:cubicBezTo>
                  <a:cubicBezTo>
                    <a:pt x="1393" y="1178"/>
                    <a:pt x="1409" y="1167"/>
                    <a:pt x="1420" y="1150"/>
                  </a:cubicBezTo>
                  <a:cubicBezTo>
                    <a:pt x="1459" y="1089"/>
                    <a:pt x="1487" y="1022"/>
                    <a:pt x="1502" y="952"/>
                  </a:cubicBezTo>
                  <a:cubicBezTo>
                    <a:pt x="1508" y="930"/>
                    <a:pt x="1502" y="908"/>
                    <a:pt x="1486" y="897"/>
                  </a:cubicBezTo>
                  <a:close/>
                  <a:moveTo>
                    <a:pt x="1321" y="1073"/>
                  </a:moveTo>
                  <a:cubicBezTo>
                    <a:pt x="1211" y="1068"/>
                    <a:pt x="1211" y="1068"/>
                    <a:pt x="1211" y="1068"/>
                  </a:cubicBezTo>
                  <a:cubicBezTo>
                    <a:pt x="1118" y="1063"/>
                    <a:pt x="1041" y="1129"/>
                    <a:pt x="1036" y="1222"/>
                  </a:cubicBezTo>
                  <a:cubicBezTo>
                    <a:pt x="1036" y="1239"/>
                    <a:pt x="1036" y="1239"/>
                    <a:pt x="1036" y="1239"/>
                  </a:cubicBezTo>
                  <a:cubicBezTo>
                    <a:pt x="1041" y="1349"/>
                    <a:pt x="1041" y="1349"/>
                    <a:pt x="1041" y="1349"/>
                  </a:cubicBezTo>
                  <a:cubicBezTo>
                    <a:pt x="1008" y="1365"/>
                    <a:pt x="970" y="1382"/>
                    <a:pt x="931" y="1393"/>
                  </a:cubicBezTo>
                  <a:cubicBezTo>
                    <a:pt x="860" y="1310"/>
                    <a:pt x="860" y="1310"/>
                    <a:pt x="860" y="1310"/>
                  </a:cubicBezTo>
                  <a:cubicBezTo>
                    <a:pt x="800" y="1244"/>
                    <a:pt x="695" y="1239"/>
                    <a:pt x="629" y="1299"/>
                  </a:cubicBezTo>
                  <a:cubicBezTo>
                    <a:pt x="618" y="1310"/>
                    <a:pt x="618" y="1310"/>
                    <a:pt x="618" y="1310"/>
                  </a:cubicBezTo>
                  <a:cubicBezTo>
                    <a:pt x="547" y="1393"/>
                    <a:pt x="547" y="1393"/>
                    <a:pt x="547" y="1393"/>
                  </a:cubicBezTo>
                  <a:cubicBezTo>
                    <a:pt x="509" y="1376"/>
                    <a:pt x="476" y="1365"/>
                    <a:pt x="437" y="1354"/>
                  </a:cubicBezTo>
                  <a:cubicBezTo>
                    <a:pt x="443" y="1244"/>
                    <a:pt x="443" y="1244"/>
                    <a:pt x="443" y="1244"/>
                  </a:cubicBezTo>
                  <a:cubicBezTo>
                    <a:pt x="448" y="1151"/>
                    <a:pt x="382" y="1074"/>
                    <a:pt x="289" y="1068"/>
                  </a:cubicBezTo>
                  <a:cubicBezTo>
                    <a:pt x="272" y="1068"/>
                    <a:pt x="272" y="1068"/>
                    <a:pt x="272" y="1068"/>
                  </a:cubicBezTo>
                  <a:cubicBezTo>
                    <a:pt x="163" y="1074"/>
                    <a:pt x="163" y="1074"/>
                    <a:pt x="163" y="1074"/>
                  </a:cubicBezTo>
                  <a:cubicBezTo>
                    <a:pt x="146" y="1041"/>
                    <a:pt x="130" y="1002"/>
                    <a:pt x="119" y="963"/>
                  </a:cubicBezTo>
                  <a:cubicBezTo>
                    <a:pt x="201" y="892"/>
                    <a:pt x="201" y="892"/>
                    <a:pt x="201" y="892"/>
                  </a:cubicBezTo>
                  <a:cubicBezTo>
                    <a:pt x="267" y="831"/>
                    <a:pt x="272" y="727"/>
                    <a:pt x="212" y="661"/>
                  </a:cubicBezTo>
                  <a:cubicBezTo>
                    <a:pt x="201" y="650"/>
                    <a:pt x="201" y="650"/>
                    <a:pt x="201" y="650"/>
                  </a:cubicBezTo>
                  <a:cubicBezTo>
                    <a:pt x="119" y="579"/>
                    <a:pt x="119" y="579"/>
                    <a:pt x="119" y="579"/>
                  </a:cubicBezTo>
                  <a:cubicBezTo>
                    <a:pt x="130" y="540"/>
                    <a:pt x="146" y="501"/>
                    <a:pt x="163" y="468"/>
                  </a:cubicBezTo>
                  <a:cubicBezTo>
                    <a:pt x="272" y="474"/>
                    <a:pt x="272" y="474"/>
                    <a:pt x="272" y="474"/>
                  </a:cubicBezTo>
                  <a:cubicBezTo>
                    <a:pt x="366" y="479"/>
                    <a:pt x="443" y="413"/>
                    <a:pt x="448" y="320"/>
                  </a:cubicBezTo>
                  <a:cubicBezTo>
                    <a:pt x="448" y="303"/>
                    <a:pt x="448" y="303"/>
                    <a:pt x="448" y="303"/>
                  </a:cubicBezTo>
                  <a:cubicBezTo>
                    <a:pt x="443" y="193"/>
                    <a:pt x="443" y="193"/>
                    <a:pt x="443" y="193"/>
                  </a:cubicBezTo>
                  <a:cubicBezTo>
                    <a:pt x="486" y="171"/>
                    <a:pt x="525" y="155"/>
                    <a:pt x="552" y="143"/>
                  </a:cubicBezTo>
                  <a:cubicBezTo>
                    <a:pt x="624" y="226"/>
                    <a:pt x="624" y="226"/>
                    <a:pt x="624" y="226"/>
                  </a:cubicBezTo>
                  <a:cubicBezTo>
                    <a:pt x="684" y="292"/>
                    <a:pt x="788" y="297"/>
                    <a:pt x="854" y="237"/>
                  </a:cubicBezTo>
                  <a:cubicBezTo>
                    <a:pt x="865" y="226"/>
                    <a:pt x="865" y="226"/>
                    <a:pt x="865" y="226"/>
                  </a:cubicBezTo>
                  <a:cubicBezTo>
                    <a:pt x="937" y="143"/>
                    <a:pt x="937" y="143"/>
                    <a:pt x="937" y="143"/>
                  </a:cubicBezTo>
                  <a:cubicBezTo>
                    <a:pt x="975" y="155"/>
                    <a:pt x="1013" y="171"/>
                    <a:pt x="1046" y="188"/>
                  </a:cubicBezTo>
                  <a:cubicBezTo>
                    <a:pt x="1041" y="298"/>
                    <a:pt x="1041" y="298"/>
                    <a:pt x="1041" y="298"/>
                  </a:cubicBezTo>
                  <a:cubicBezTo>
                    <a:pt x="1036" y="391"/>
                    <a:pt x="1101" y="468"/>
                    <a:pt x="1195" y="474"/>
                  </a:cubicBezTo>
                  <a:cubicBezTo>
                    <a:pt x="1211" y="474"/>
                    <a:pt x="1211" y="474"/>
                    <a:pt x="1211" y="474"/>
                  </a:cubicBezTo>
                  <a:cubicBezTo>
                    <a:pt x="1321" y="468"/>
                    <a:pt x="1321" y="468"/>
                    <a:pt x="1321" y="468"/>
                  </a:cubicBezTo>
                  <a:cubicBezTo>
                    <a:pt x="1337" y="501"/>
                    <a:pt x="1354" y="540"/>
                    <a:pt x="1365" y="579"/>
                  </a:cubicBezTo>
                  <a:cubicBezTo>
                    <a:pt x="1283" y="650"/>
                    <a:pt x="1283" y="650"/>
                    <a:pt x="1283" y="650"/>
                  </a:cubicBezTo>
                  <a:cubicBezTo>
                    <a:pt x="1217" y="711"/>
                    <a:pt x="1211" y="815"/>
                    <a:pt x="1272" y="881"/>
                  </a:cubicBezTo>
                  <a:cubicBezTo>
                    <a:pt x="1283" y="892"/>
                    <a:pt x="1283" y="892"/>
                    <a:pt x="1283" y="892"/>
                  </a:cubicBezTo>
                  <a:cubicBezTo>
                    <a:pt x="1365" y="964"/>
                    <a:pt x="1365" y="964"/>
                    <a:pt x="1365" y="964"/>
                  </a:cubicBezTo>
                  <a:cubicBezTo>
                    <a:pt x="1354" y="1002"/>
                    <a:pt x="1337" y="1040"/>
                    <a:pt x="1321" y="1073"/>
                  </a:cubicBezTo>
                  <a:close/>
                  <a:moveTo>
                    <a:pt x="1321" y="1073"/>
                  </a:moveTo>
                  <a:cubicBezTo>
                    <a:pt x="1321" y="1073"/>
                    <a:pt x="1321" y="1073"/>
                    <a:pt x="1321" y="107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sp>
          <p:nvSpPr>
            <p:cNvPr id="18" name="任意多边形: 形状 17"/>
            <p:cNvSpPr>
              <a:spLocks noEditPoints="1"/>
            </p:cNvSpPr>
            <p:nvPr/>
          </p:nvSpPr>
          <p:spPr bwMode="auto">
            <a:xfrm>
              <a:off x="1192213" y="2228850"/>
              <a:ext cx="161925" cy="163513"/>
            </a:xfrm>
            <a:custGeom>
              <a:avLst/>
              <a:gdLst>
                <a:gd name="T0" fmla="*/ 329 w 658"/>
                <a:gd name="T1" fmla="*/ 0 h 661"/>
                <a:gd name="T2" fmla="*/ 0 w 658"/>
                <a:gd name="T3" fmla="*/ 331 h 661"/>
                <a:gd name="T4" fmla="*/ 329 w 658"/>
                <a:gd name="T5" fmla="*/ 661 h 661"/>
                <a:gd name="T6" fmla="*/ 658 w 658"/>
                <a:gd name="T7" fmla="*/ 331 h 661"/>
                <a:gd name="T8" fmla="*/ 329 w 658"/>
                <a:gd name="T9" fmla="*/ 0 h 661"/>
                <a:gd name="T10" fmla="*/ 329 w 658"/>
                <a:gd name="T11" fmla="*/ 551 h 661"/>
                <a:gd name="T12" fmla="*/ 110 w 658"/>
                <a:gd name="T13" fmla="*/ 331 h 661"/>
                <a:gd name="T14" fmla="*/ 329 w 658"/>
                <a:gd name="T15" fmla="*/ 111 h 661"/>
                <a:gd name="T16" fmla="*/ 549 w 658"/>
                <a:gd name="T17" fmla="*/ 331 h 661"/>
                <a:gd name="T18" fmla="*/ 329 w 658"/>
                <a:gd name="T19" fmla="*/ 551 h 661"/>
                <a:gd name="T20" fmla="*/ 329 w 658"/>
                <a:gd name="T21" fmla="*/ 551 h 661"/>
                <a:gd name="T22" fmla="*/ 329 w 658"/>
                <a:gd name="T23" fmla="*/ 551 h 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58" h="661">
                  <a:moveTo>
                    <a:pt x="329" y="0"/>
                  </a:moveTo>
                  <a:cubicBezTo>
                    <a:pt x="148" y="0"/>
                    <a:pt x="0" y="149"/>
                    <a:pt x="0" y="331"/>
                  </a:cubicBezTo>
                  <a:cubicBezTo>
                    <a:pt x="0" y="512"/>
                    <a:pt x="148" y="661"/>
                    <a:pt x="329" y="661"/>
                  </a:cubicBezTo>
                  <a:cubicBezTo>
                    <a:pt x="510" y="661"/>
                    <a:pt x="658" y="513"/>
                    <a:pt x="658" y="331"/>
                  </a:cubicBezTo>
                  <a:cubicBezTo>
                    <a:pt x="658" y="149"/>
                    <a:pt x="510" y="0"/>
                    <a:pt x="329" y="0"/>
                  </a:cubicBezTo>
                  <a:close/>
                  <a:moveTo>
                    <a:pt x="329" y="551"/>
                  </a:moveTo>
                  <a:cubicBezTo>
                    <a:pt x="209" y="551"/>
                    <a:pt x="110" y="452"/>
                    <a:pt x="110" y="331"/>
                  </a:cubicBezTo>
                  <a:cubicBezTo>
                    <a:pt x="110" y="210"/>
                    <a:pt x="209" y="111"/>
                    <a:pt x="329" y="111"/>
                  </a:cubicBezTo>
                  <a:cubicBezTo>
                    <a:pt x="450" y="111"/>
                    <a:pt x="549" y="210"/>
                    <a:pt x="549" y="331"/>
                  </a:cubicBezTo>
                  <a:cubicBezTo>
                    <a:pt x="549" y="452"/>
                    <a:pt x="450" y="551"/>
                    <a:pt x="329" y="551"/>
                  </a:cubicBezTo>
                  <a:close/>
                  <a:moveTo>
                    <a:pt x="329" y="551"/>
                  </a:moveTo>
                  <a:cubicBezTo>
                    <a:pt x="329" y="551"/>
                    <a:pt x="329" y="551"/>
                    <a:pt x="329" y="55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sp>
          <p:nvSpPr>
            <p:cNvPr id="19" name="任意多边形: 形状 18"/>
            <p:cNvSpPr>
              <a:spLocks noEditPoints="1"/>
            </p:cNvSpPr>
            <p:nvPr/>
          </p:nvSpPr>
          <p:spPr bwMode="auto">
            <a:xfrm>
              <a:off x="658813" y="2124075"/>
              <a:ext cx="800100" cy="801688"/>
            </a:xfrm>
            <a:custGeom>
              <a:avLst/>
              <a:gdLst>
                <a:gd name="T0" fmla="*/ 1186 w 3246"/>
                <a:gd name="T1" fmla="*/ 1498 h 3246"/>
                <a:gd name="T2" fmla="*/ 312 w 3246"/>
                <a:gd name="T3" fmla="*/ 1498 h 3246"/>
                <a:gd name="T4" fmla="*/ 0 w 3246"/>
                <a:gd name="T5" fmla="*/ 1186 h 3246"/>
                <a:gd name="T6" fmla="*/ 0 w 3246"/>
                <a:gd name="T7" fmla="*/ 312 h 3246"/>
                <a:gd name="T8" fmla="*/ 312 w 3246"/>
                <a:gd name="T9" fmla="*/ 0 h 3246"/>
                <a:gd name="T10" fmla="*/ 1186 w 3246"/>
                <a:gd name="T11" fmla="*/ 0 h 3246"/>
                <a:gd name="T12" fmla="*/ 1498 w 3246"/>
                <a:gd name="T13" fmla="*/ 312 h 3246"/>
                <a:gd name="T14" fmla="*/ 1498 w 3246"/>
                <a:gd name="T15" fmla="*/ 1186 h 3246"/>
                <a:gd name="T16" fmla="*/ 1186 w 3246"/>
                <a:gd name="T17" fmla="*/ 1498 h 3246"/>
                <a:gd name="T18" fmla="*/ 312 w 3246"/>
                <a:gd name="T19" fmla="*/ 125 h 3246"/>
                <a:gd name="T20" fmla="*/ 125 w 3246"/>
                <a:gd name="T21" fmla="*/ 312 h 3246"/>
                <a:gd name="T22" fmla="*/ 125 w 3246"/>
                <a:gd name="T23" fmla="*/ 1186 h 3246"/>
                <a:gd name="T24" fmla="*/ 312 w 3246"/>
                <a:gd name="T25" fmla="*/ 1373 h 3246"/>
                <a:gd name="T26" fmla="*/ 1186 w 3246"/>
                <a:gd name="T27" fmla="*/ 1373 h 3246"/>
                <a:gd name="T28" fmla="*/ 1373 w 3246"/>
                <a:gd name="T29" fmla="*/ 1186 h 3246"/>
                <a:gd name="T30" fmla="*/ 1373 w 3246"/>
                <a:gd name="T31" fmla="*/ 312 h 3246"/>
                <a:gd name="T32" fmla="*/ 1186 w 3246"/>
                <a:gd name="T33" fmla="*/ 125 h 3246"/>
                <a:gd name="T34" fmla="*/ 312 w 3246"/>
                <a:gd name="T35" fmla="*/ 125 h 3246"/>
                <a:gd name="T36" fmla="*/ 2934 w 3246"/>
                <a:gd name="T37" fmla="*/ 3246 h 3246"/>
                <a:gd name="T38" fmla="*/ 2060 w 3246"/>
                <a:gd name="T39" fmla="*/ 3246 h 3246"/>
                <a:gd name="T40" fmla="*/ 1748 w 3246"/>
                <a:gd name="T41" fmla="*/ 2934 h 3246"/>
                <a:gd name="T42" fmla="*/ 1748 w 3246"/>
                <a:gd name="T43" fmla="*/ 2060 h 3246"/>
                <a:gd name="T44" fmla="*/ 2060 w 3246"/>
                <a:gd name="T45" fmla="*/ 1748 h 3246"/>
                <a:gd name="T46" fmla="*/ 2809 w 3246"/>
                <a:gd name="T47" fmla="*/ 1748 h 3246"/>
                <a:gd name="T48" fmla="*/ 2872 w 3246"/>
                <a:gd name="T49" fmla="*/ 1810 h 3246"/>
                <a:gd name="T50" fmla="*/ 2809 w 3246"/>
                <a:gd name="T51" fmla="*/ 1873 h 3246"/>
                <a:gd name="T52" fmla="*/ 2060 w 3246"/>
                <a:gd name="T53" fmla="*/ 1873 h 3246"/>
                <a:gd name="T54" fmla="*/ 1873 w 3246"/>
                <a:gd name="T55" fmla="*/ 2060 h 3246"/>
                <a:gd name="T56" fmla="*/ 1873 w 3246"/>
                <a:gd name="T57" fmla="*/ 2934 h 3246"/>
                <a:gd name="T58" fmla="*/ 2060 w 3246"/>
                <a:gd name="T59" fmla="*/ 3121 h 3246"/>
                <a:gd name="T60" fmla="*/ 2934 w 3246"/>
                <a:gd name="T61" fmla="*/ 3121 h 3246"/>
                <a:gd name="T62" fmla="*/ 3121 w 3246"/>
                <a:gd name="T63" fmla="*/ 2934 h 3246"/>
                <a:gd name="T64" fmla="*/ 3121 w 3246"/>
                <a:gd name="T65" fmla="*/ 2185 h 3246"/>
                <a:gd name="T66" fmla="*/ 3184 w 3246"/>
                <a:gd name="T67" fmla="*/ 2122 h 3246"/>
                <a:gd name="T68" fmla="*/ 3246 w 3246"/>
                <a:gd name="T69" fmla="*/ 2185 h 3246"/>
                <a:gd name="T70" fmla="*/ 3246 w 3246"/>
                <a:gd name="T71" fmla="*/ 2934 h 3246"/>
                <a:gd name="T72" fmla="*/ 2934 w 3246"/>
                <a:gd name="T73" fmla="*/ 3246 h 3246"/>
                <a:gd name="T74" fmla="*/ 1186 w 3246"/>
                <a:gd name="T75" fmla="*/ 1748 h 3246"/>
                <a:gd name="T76" fmla="*/ 312 w 3246"/>
                <a:gd name="T77" fmla="*/ 1748 h 3246"/>
                <a:gd name="T78" fmla="*/ 0 w 3246"/>
                <a:gd name="T79" fmla="*/ 2060 h 3246"/>
                <a:gd name="T80" fmla="*/ 0 w 3246"/>
                <a:gd name="T81" fmla="*/ 2934 h 3246"/>
                <a:gd name="T82" fmla="*/ 312 w 3246"/>
                <a:gd name="T83" fmla="*/ 3246 h 3246"/>
                <a:gd name="T84" fmla="*/ 1186 w 3246"/>
                <a:gd name="T85" fmla="*/ 3246 h 3246"/>
                <a:gd name="T86" fmla="*/ 1498 w 3246"/>
                <a:gd name="T87" fmla="*/ 2934 h 3246"/>
                <a:gd name="T88" fmla="*/ 1498 w 3246"/>
                <a:gd name="T89" fmla="*/ 2060 h 3246"/>
                <a:gd name="T90" fmla="*/ 1186 w 3246"/>
                <a:gd name="T91" fmla="*/ 1748 h 3246"/>
                <a:gd name="T92" fmla="*/ 1373 w 3246"/>
                <a:gd name="T93" fmla="*/ 2934 h 3246"/>
                <a:gd name="T94" fmla="*/ 1186 w 3246"/>
                <a:gd name="T95" fmla="*/ 3121 h 3246"/>
                <a:gd name="T96" fmla="*/ 312 w 3246"/>
                <a:gd name="T97" fmla="*/ 3121 h 3246"/>
                <a:gd name="T98" fmla="*/ 125 w 3246"/>
                <a:gd name="T99" fmla="*/ 2934 h 3246"/>
                <a:gd name="T100" fmla="*/ 125 w 3246"/>
                <a:gd name="T101" fmla="*/ 2060 h 3246"/>
                <a:gd name="T102" fmla="*/ 312 w 3246"/>
                <a:gd name="T103" fmla="*/ 1873 h 3246"/>
                <a:gd name="T104" fmla="*/ 1186 w 3246"/>
                <a:gd name="T105" fmla="*/ 1873 h 3246"/>
                <a:gd name="T106" fmla="*/ 1373 w 3246"/>
                <a:gd name="T107" fmla="*/ 2060 h 3246"/>
                <a:gd name="T108" fmla="*/ 1373 w 3246"/>
                <a:gd name="T109" fmla="*/ 2934 h 3246"/>
                <a:gd name="T110" fmla="*/ 1373 w 3246"/>
                <a:gd name="T111" fmla="*/ 2934 h 3246"/>
                <a:gd name="T112" fmla="*/ 1373 w 3246"/>
                <a:gd name="T113" fmla="*/ 2934 h 3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246" h="3246">
                  <a:moveTo>
                    <a:pt x="1186" y="1498"/>
                  </a:moveTo>
                  <a:cubicBezTo>
                    <a:pt x="312" y="1498"/>
                    <a:pt x="312" y="1498"/>
                    <a:pt x="312" y="1498"/>
                  </a:cubicBezTo>
                  <a:cubicBezTo>
                    <a:pt x="140" y="1498"/>
                    <a:pt x="0" y="1358"/>
                    <a:pt x="0" y="1186"/>
                  </a:cubicBezTo>
                  <a:cubicBezTo>
                    <a:pt x="0" y="312"/>
                    <a:pt x="0" y="312"/>
                    <a:pt x="0" y="312"/>
                  </a:cubicBezTo>
                  <a:cubicBezTo>
                    <a:pt x="0" y="140"/>
                    <a:pt x="140" y="0"/>
                    <a:pt x="312" y="0"/>
                  </a:cubicBezTo>
                  <a:cubicBezTo>
                    <a:pt x="1186" y="0"/>
                    <a:pt x="1186" y="0"/>
                    <a:pt x="1186" y="0"/>
                  </a:cubicBezTo>
                  <a:cubicBezTo>
                    <a:pt x="1358" y="0"/>
                    <a:pt x="1498" y="139"/>
                    <a:pt x="1498" y="312"/>
                  </a:cubicBezTo>
                  <a:cubicBezTo>
                    <a:pt x="1498" y="1186"/>
                    <a:pt x="1498" y="1186"/>
                    <a:pt x="1498" y="1186"/>
                  </a:cubicBezTo>
                  <a:cubicBezTo>
                    <a:pt x="1498" y="1358"/>
                    <a:pt x="1358" y="1498"/>
                    <a:pt x="1186" y="1498"/>
                  </a:cubicBezTo>
                  <a:close/>
                  <a:moveTo>
                    <a:pt x="312" y="125"/>
                  </a:moveTo>
                  <a:cubicBezTo>
                    <a:pt x="208" y="125"/>
                    <a:pt x="125" y="208"/>
                    <a:pt x="125" y="312"/>
                  </a:cubicBezTo>
                  <a:cubicBezTo>
                    <a:pt x="125" y="1186"/>
                    <a:pt x="125" y="1186"/>
                    <a:pt x="125" y="1186"/>
                  </a:cubicBezTo>
                  <a:cubicBezTo>
                    <a:pt x="125" y="1289"/>
                    <a:pt x="208" y="1373"/>
                    <a:pt x="312" y="1373"/>
                  </a:cubicBezTo>
                  <a:cubicBezTo>
                    <a:pt x="1186" y="1373"/>
                    <a:pt x="1186" y="1373"/>
                    <a:pt x="1186" y="1373"/>
                  </a:cubicBezTo>
                  <a:cubicBezTo>
                    <a:pt x="1289" y="1373"/>
                    <a:pt x="1373" y="1289"/>
                    <a:pt x="1373" y="1186"/>
                  </a:cubicBezTo>
                  <a:cubicBezTo>
                    <a:pt x="1373" y="312"/>
                    <a:pt x="1373" y="312"/>
                    <a:pt x="1373" y="312"/>
                  </a:cubicBezTo>
                  <a:cubicBezTo>
                    <a:pt x="1373" y="208"/>
                    <a:pt x="1289" y="125"/>
                    <a:pt x="1186" y="125"/>
                  </a:cubicBezTo>
                  <a:lnTo>
                    <a:pt x="312" y="125"/>
                  </a:lnTo>
                  <a:close/>
                  <a:moveTo>
                    <a:pt x="2934" y="3246"/>
                  </a:moveTo>
                  <a:cubicBezTo>
                    <a:pt x="2060" y="3246"/>
                    <a:pt x="2060" y="3246"/>
                    <a:pt x="2060" y="3246"/>
                  </a:cubicBezTo>
                  <a:cubicBezTo>
                    <a:pt x="1888" y="3246"/>
                    <a:pt x="1748" y="3106"/>
                    <a:pt x="1748" y="2934"/>
                  </a:cubicBezTo>
                  <a:cubicBezTo>
                    <a:pt x="1748" y="2060"/>
                    <a:pt x="1748" y="2060"/>
                    <a:pt x="1748" y="2060"/>
                  </a:cubicBezTo>
                  <a:cubicBezTo>
                    <a:pt x="1748" y="1888"/>
                    <a:pt x="1888" y="1748"/>
                    <a:pt x="2060" y="1748"/>
                  </a:cubicBezTo>
                  <a:cubicBezTo>
                    <a:pt x="2809" y="1748"/>
                    <a:pt x="2809" y="1748"/>
                    <a:pt x="2809" y="1748"/>
                  </a:cubicBezTo>
                  <a:cubicBezTo>
                    <a:pt x="2843" y="1748"/>
                    <a:pt x="2872" y="1776"/>
                    <a:pt x="2872" y="1810"/>
                  </a:cubicBezTo>
                  <a:cubicBezTo>
                    <a:pt x="2872" y="1845"/>
                    <a:pt x="2843" y="1873"/>
                    <a:pt x="2809" y="1873"/>
                  </a:cubicBezTo>
                  <a:cubicBezTo>
                    <a:pt x="2060" y="1873"/>
                    <a:pt x="2060" y="1873"/>
                    <a:pt x="2060" y="1873"/>
                  </a:cubicBezTo>
                  <a:cubicBezTo>
                    <a:pt x="1957" y="1873"/>
                    <a:pt x="1873" y="1957"/>
                    <a:pt x="1873" y="2060"/>
                  </a:cubicBezTo>
                  <a:cubicBezTo>
                    <a:pt x="1873" y="2934"/>
                    <a:pt x="1873" y="2934"/>
                    <a:pt x="1873" y="2934"/>
                  </a:cubicBezTo>
                  <a:cubicBezTo>
                    <a:pt x="1873" y="3037"/>
                    <a:pt x="1957" y="3121"/>
                    <a:pt x="2060" y="3121"/>
                  </a:cubicBezTo>
                  <a:cubicBezTo>
                    <a:pt x="2934" y="3121"/>
                    <a:pt x="2934" y="3121"/>
                    <a:pt x="2934" y="3121"/>
                  </a:cubicBezTo>
                  <a:cubicBezTo>
                    <a:pt x="3037" y="3121"/>
                    <a:pt x="3121" y="3037"/>
                    <a:pt x="3121" y="2934"/>
                  </a:cubicBezTo>
                  <a:cubicBezTo>
                    <a:pt x="3121" y="2185"/>
                    <a:pt x="3121" y="2185"/>
                    <a:pt x="3121" y="2185"/>
                  </a:cubicBezTo>
                  <a:cubicBezTo>
                    <a:pt x="3121" y="2150"/>
                    <a:pt x="3149" y="2122"/>
                    <a:pt x="3184" y="2122"/>
                  </a:cubicBezTo>
                  <a:cubicBezTo>
                    <a:pt x="3218" y="2122"/>
                    <a:pt x="3246" y="2150"/>
                    <a:pt x="3246" y="2185"/>
                  </a:cubicBezTo>
                  <a:cubicBezTo>
                    <a:pt x="3246" y="2934"/>
                    <a:pt x="3246" y="2934"/>
                    <a:pt x="3246" y="2934"/>
                  </a:cubicBezTo>
                  <a:cubicBezTo>
                    <a:pt x="3246" y="3106"/>
                    <a:pt x="3106" y="3246"/>
                    <a:pt x="2934" y="3246"/>
                  </a:cubicBezTo>
                  <a:close/>
                  <a:moveTo>
                    <a:pt x="1186" y="1748"/>
                  </a:moveTo>
                  <a:cubicBezTo>
                    <a:pt x="312" y="1748"/>
                    <a:pt x="312" y="1748"/>
                    <a:pt x="312" y="1748"/>
                  </a:cubicBezTo>
                  <a:cubicBezTo>
                    <a:pt x="140" y="1748"/>
                    <a:pt x="0" y="1888"/>
                    <a:pt x="0" y="2060"/>
                  </a:cubicBezTo>
                  <a:cubicBezTo>
                    <a:pt x="0" y="2934"/>
                    <a:pt x="0" y="2934"/>
                    <a:pt x="0" y="2934"/>
                  </a:cubicBezTo>
                  <a:cubicBezTo>
                    <a:pt x="0" y="3106"/>
                    <a:pt x="139" y="3246"/>
                    <a:pt x="312" y="3246"/>
                  </a:cubicBezTo>
                  <a:cubicBezTo>
                    <a:pt x="1186" y="3246"/>
                    <a:pt x="1186" y="3246"/>
                    <a:pt x="1186" y="3246"/>
                  </a:cubicBezTo>
                  <a:cubicBezTo>
                    <a:pt x="1358" y="3246"/>
                    <a:pt x="1498" y="3106"/>
                    <a:pt x="1498" y="2934"/>
                  </a:cubicBezTo>
                  <a:cubicBezTo>
                    <a:pt x="1498" y="2060"/>
                    <a:pt x="1498" y="2060"/>
                    <a:pt x="1498" y="2060"/>
                  </a:cubicBezTo>
                  <a:cubicBezTo>
                    <a:pt x="1498" y="1888"/>
                    <a:pt x="1358" y="1748"/>
                    <a:pt x="1186" y="1748"/>
                  </a:cubicBezTo>
                  <a:close/>
                  <a:moveTo>
                    <a:pt x="1373" y="2934"/>
                  </a:moveTo>
                  <a:cubicBezTo>
                    <a:pt x="1373" y="3037"/>
                    <a:pt x="1289" y="3121"/>
                    <a:pt x="1186" y="3121"/>
                  </a:cubicBezTo>
                  <a:cubicBezTo>
                    <a:pt x="312" y="3121"/>
                    <a:pt x="312" y="3121"/>
                    <a:pt x="312" y="3121"/>
                  </a:cubicBezTo>
                  <a:cubicBezTo>
                    <a:pt x="208" y="3121"/>
                    <a:pt x="125" y="3037"/>
                    <a:pt x="125" y="2934"/>
                  </a:cubicBezTo>
                  <a:cubicBezTo>
                    <a:pt x="125" y="2060"/>
                    <a:pt x="125" y="2060"/>
                    <a:pt x="125" y="2060"/>
                  </a:cubicBezTo>
                  <a:cubicBezTo>
                    <a:pt x="125" y="1957"/>
                    <a:pt x="208" y="1873"/>
                    <a:pt x="312" y="1873"/>
                  </a:cubicBezTo>
                  <a:cubicBezTo>
                    <a:pt x="1186" y="1873"/>
                    <a:pt x="1186" y="1873"/>
                    <a:pt x="1186" y="1873"/>
                  </a:cubicBezTo>
                  <a:cubicBezTo>
                    <a:pt x="1289" y="1873"/>
                    <a:pt x="1373" y="1957"/>
                    <a:pt x="1373" y="2060"/>
                  </a:cubicBezTo>
                  <a:lnTo>
                    <a:pt x="1373" y="2934"/>
                  </a:lnTo>
                  <a:close/>
                  <a:moveTo>
                    <a:pt x="1373" y="2934"/>
                  </a:moveTo>
                  <a:cubicBezTo>
                    <a:pt x="1373" y="2934"/>
                    <a:pt x="1373" y="2934"/>
                    <a:pt x="1373" y="293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20204"/>
                <a:ea typeface="微软雅黑 Light" panose="020B0502040204020203" pitchFamily="34" charset="-122"/>
                <a:cs typeface="+mn-cs"/>
              </a:endParaRPr>
            </a:p>
          </p:txBody>
        </p:sp>
      </p:grpSp>
      <p:cxnSp>
        <p:nvCxnSpPr>
          <p:cNvPr id="20" name="直接连接符 19"/>
          <p:cNvCxnSpPr/>
          <p:nvPr userDrawn="1"/>
        </p:nvCxnSpPr>
        <p:spPr>
          <a:xfrm>
            <a:off x="1749476" y="2881083"/>
            <a:ext cx="1730057" cy="0"/>
          </a:xfrm>
          <a:prstGeom prst="line">
            <a:avLst/>
          </a:prstGeom>
          <a:ln>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23" name="矩形 22"/>
          <p:cNvSpPr/>
          <p:nvPr userDrawn="1"/>
        </p:nvSpPr>
        <p:spPr>
          <a:xfrm>
            <a:off x="1348267" y="4129475"/>
            <a:ext cx="9526997" cy="18531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4" name="文本占位符 374"/>
          <p:cNvSpPr>
            <a:spLocks noGrp="1"/>
          </p:cNvSpPr>
          <p:nvPr>
            <p:ph type="body" sz="quarter" idx="15" hasCustomPrompt="1"/>
          </p:nvPr>
        </p:nvSpPr>
        <p:spPr>
          <a:xfrm>
            <a:off x="1761921" y="3113205"/>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16" hasCustomPrompt="1"/>
          </p:nvPr>
        </p:nvSpPr>
        <p:spPr>
          <a:xfrm>
            <a:off x="2679546" y="4389442"/>
            <a:ext cx="1336293" cy="27450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6" name="文本占位符 6"/>
          <p:cNvSpPr>
            <a:spLocks noGrp="1"/>
          </p:cNvSpPr>
          <p:nvPr>
            <p:ph type="body" sz="quarter" idx="18" hasCustomPrompt="1"/>
          </p:nvPr>
        </p:nvSpPr>
        <p:spPr>
          <a:xfrm>
            <a:off x="1749476" y="4874371"/>
            <a:ext cx="3196432" cy="978979"/>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9" name="文本占位符 374"/>
          <p:cNvSpPr>
            <a:spLocks noGrp="1"/>
          </p:cNvSpPr>
          <p:nvPr>
            <p:ph type="body" sz="quarter" idx="19" hasCustomPrompt="1"/>
          </p:nvPr>
        </p:nvSpPr>
        <p:spPr>
          <a:xfrm>
            <a:off x="7873846" y="4389442"/>
            <a:ext cx="1336293" cy="274501"/>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0" name="文本占位符 6"/>
          <p:cNvSpPr>
            <a:spLocks noGrp="1"/>
          </p:cNvSpPr>
          <p:nvPr>
            <p:ph type="body" sz="quarter" idx="20" hasCustomPrompt="1"/>
          </p:nvPr>
        </p:nvSpPr>
        <p:spPr>
          <a:xfrm>
            <a:off x="6943776" y="4874371"/>
            <a:ext cx="3196432" cy="978979"/>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2" name="图片占位符 31"/>
          <p:cNvSpPr>
            <a:spLocks noGrp="1"/>
          </p:cNvSpPr>
          <p:nvPr>
            <p:ph type="pic" sz="quarter" idx="21"/>
          </p:nvPr>
        </p:nvSpPr>
        <p:spPr>
          <a:xfrm>
            <a:off x="4660900" y="1924050"/>
            <a:ext cx="6215063" cy="2124075"/>
          </a:xfrm>
          <a:prstGeom prst="rect">
            <a:avLst/>
          </a:prstGeom>
          <a:pattFill prst="wdDnDiag">
            <a:fgClr>
              <a:schemeClr val="accent1"/>
            </a:fgClr>
            <a:bgClr>
              <a:schemeClr val="bg1"/>
            </a:bgClr>
          </a:pattFill>
        </p:spPr>
        <p:txBody>
          <a:bodyPr/>
          <a:lstStyle/>
          <a:p>
            <a:endParaRPr lang="zh-CN" altLang="en-US"/>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有图分段式-6">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16" name="图片占位符 15"/>
          <p:cNvSpPr>
            <a:spLocks noGrp="1"/>
          </p:cNvSpPr>
          <p:nvPr>
            <p:ph type="pic" sz="quarter" idx="13"/>
          </p:nvPr>
        </p:nvSpPr>
        <p:spPr>
          <a:xfrm>
            <a:off x="3884613" y="0"/>
            <a:ext cx="4422775" cy="6858000"/>
          </a:xfrm>
          <a:prstGeom prst="rect">
            <a:avLst/>
          </a:prstGeom>
          <a:pattFill prst="wdUpDiag">
            <a:fgClr>
              <a:schemeClr val="accent1"/>
            </a:fgClr>
            <a:bgClr>
              <a:schemeClr val="bg1"/>
            </a:bgClr>
          </a:pattFill>
        </p:spPr>
        <p:txBody>
          <a:bodyPr/>
          <a:lstStyle/>
          <a:p>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Rectangle 4"/>
          <p:cNvSpPr/>
          <p:nvPr userDrawn="1"/>
        </p:nvSpPr>
        <p:spPr>
          <a:xfrm>
            <a:off x="0" y="4214904"/>
            <a:ext cx="3883960" cy="26430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4" name="Rectangle 8"/>
          <p:cNvSpPr/>
          <p:nvPr userDrawn="1"/>
        </p:nvSpPr>
        <p:spPr>
          <a:xfrm>
            <a:off x="8307388" y="2155661"/>
            <a:ext cx="3884612" cy="1197139"/>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6" name="TextBox 5"/>
          <p:cNvSpPr txBox="1"/>
          <p:nvPr userDrawn="1"/>
        </p:nvSpPr>
        <p:spPr>
          <a:xfrm>
            <a:off x="8608972" y="2310176"/>
            <a:ext cx="1451038" cy="400110"/>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spc="300" dirty="0">
                <a:solidFill>
                  <a:schemeClr val="bg1"/>
                </a:solidFill>
                <a:latin typeface="+mj-lt"/>
                <a:ea typeface="Lato Heavy" panose="020F0502020204030203" pitchFamily="34" charset="0"/>
                <a:cs typeface="Lato Heavy" panose="020F0502020204030203" pitchFamily="34" charset="0"/>
              </a:rPr>
              <a:t>BEIJING</a:t>
            </a:r>
            <a:endParaRPr lang="id-ID" sz="2000" spc="300" dirty="0">
              <a:solidFill>
                <a:schemeClr val="bg1"/>
              </a:solidFill>
              <a:latin typeface="+mj-lt"/>
              <a:ea typeface="Lato Heavy" panose="020F0502020204030203" pitchFamily="34" charset="0"/>
              <a:cs typeface="Lato Heavy" panose="020F0502020204030203" pitchFamily="34" charset="0"/>
            </a:endParaRPr>
          </a:p>
        </p:txBody>
      </p:sp>
      <p:sp>
        <p:nvSpPr>
          <p:cNvPr id="9" name="TextBox 5"/>
          <p:cNvSpPr txBox="1"/>
          <p:nvPr userDrawn="1"/>
        </p:nvSpPr>
        <p:spPr>
          <a:xfrm>
            <a:off x="8592920" y="2752283"/>
            <a:ext cx="1624163" cy="400110"/>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spc="300" dirty="0">
                <a:solidFill>
                  <a:schemeClr val="bg1"/>
                </a:solidFill>
                <a:latin typeface="+mj-lt"/>
                <a:ea typeface="Lato Heavy" panose="020F0502020204030203" pitchFamily="34" charset="0"/>
                <a:cs typeface="Lato Heavy" panose="020F0502020204030203" pitchFamily="34" charset="0"/>
              </a:rPr>
              <a:t>XINGHUA</a:t>
            </a:r>
            <a:endParaRPr lang="id-ID" sz="2000" spc="300" dirty="0">
              <a:solidFill>
                <a:schemeClr val="bg1"/>
              </a:solidFill>
              <a:latin typeface="+mj-lt"/>
              <a:ea typeface="Lato Heavy" panose="020F0502020204030203" pitchFamily="34" charset="0"/>
              <a:cs typeface="Lato Heavy" panose="020F0502020204030203" pitchFamily="34" charset="0"/>
            </a:endParaRPr>
          </a:p>
        </p:txBody>
      </p:sp>
      <p:sp>
        <p:nvSpPr>
          <p:cNvPr id="17" name="文本占位符 374"/>
          <p:cNvSpPr>
            <a:spLocks noGrp="1"/>
          </p:cNvSpPr>
          <p:nvPr>
            <p:ph type="body" sz="quarter" idx="36" hasCustomPrompt="1"/>
          </p:nvPr>
        </p:nvSpPr>
        <p:spPr>
          <a:xfrm>
            <a:off x="608705" y="4699247"/>
            <a:ext cx="1891608" cy="1260706"/>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37" hasCustomPrompt="1"/>
          </p:nvPr>
        </p:nvSpPr>
        <p:spPr>
          <a:xfrm>
            <a:off x="8743894" y="3908893"/>
            <a:ext cx="2131370" cy="1334620"/>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2" name="文本占位符 6"/>
          <p:cNvSpPr>
            <a:spLocks noGrp="1"/>
          </p:cNvSpPr>
          <p:nvPr>
            <p:ph type="body" sz="quarter" idx="15" hasCustomPrompt="1"/>
          </p:nvPr>
        </p:nvSpPr>
        <p:spPr>
          <a:xfrm>
            <a:off x="608705" y="3553293"/>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cxnSp>
        <p:nvCxnSpPr>
          <p:cNvPr id="19" name="直接连接符 1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有图分段式-7">
    <p:spTree>
      <p:nvGrpSpPr>
        <p:cNvPr id="1" name=""/>
        <p:cNvGrpSpPr/>
        <p:nvPr/>
      </p:nvGrpSpPr>
      <p:grpSpPr>
        <a:xfrm>
          <a:off x="0" y="0"/>
          <a:ext cx="0" cy="0"/>
          <a:chOff x="0" y="0"/>
          <a:chExt cx="0" cy="0"/>
        </a:xfrm>
      </p:grpSpPr>
      <p:pic>
        <p:nvPicPr>
          <p:cNvPr id="8" name="图片占位符 11"/>
          <p:cNvPicPr>
            <a:picLocks noGrp="1"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0" y="0"/>
            <a:ext cx="5219700" cy="6858000"/>
          </a:xfrm>
          <a:prstGeom prst="rect">
            <a:avLst/>
          </a:prstGeom>
        </p:spPr>
      </p:pic>
      <p:pic>
        <p:nvPicPr>
          <p:cNvPr id="15" name="图片 14"/>
          <p:cNvPicPr>
            <a:picLocks noChangeAspect="1"/>
          </p:cNvPicPr>
          <p:nvPr userDrawn="1"/>
        </p:nvPicPr>
        <p:blipFill>
          <a:blip r:embed="rId3"/>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Rectangle 3"/>
          <p:cNvSpPr/>
          <p:nvPr userDrawn="1"/>
        </p:nvSpPr>
        <p:spPr>
          <a:xfrm>
            <a:off x="6291802" y="2952749"/>
            <a:ext cx="5900198" cy="3076576"/>
          </a:xfrm>
          <a:prstGeom prst="rect">
            <a:avLst/>
          </a:prstGeom>
          <a:solidFill>
            <a:schemeClr val="bg1"/>
          </a:solidFill>
          <a:ln w="28575">
            <a:solidFill>
              <a:schemeClr val="accent3">
                <a:lumMod val="10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solidFill>
                <a:schemeClr val="bg1">
                  <a:lumMod val="50000"/>
                </a:schemeClr>
              </a:solidFill>
            </a:endParaRPr>
          </a:p>
        </p:txBody>
      </p:sp>
      <p:cxnSp>
        <p:nvCxnSpPr>
          <p:cNvPr id="5" name="Straight Connector 6"/>
          <p:cNvCxnSpPr/>
          <p:nvPr userDrawn="1"/>
        </p:nvCxnSpPr>
        <p:spPr>
          <a:xfrm>
            <a:off x="6950367" y="3670466"/>
            <a:ext cx="731130"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 name="Straight Connector 6"/>
          <p:cNvCxnSpPr/>
          <p:nvPr userDrawn="1"/>
        </p:nvCxnSpPr>
        <p:spPr>
          <a:xfrm>
            <a:off x="6989282" y="3641155"/>
            <a:ext cx="73113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占位符 6"/>
          <p:cNvSpPr>
            <a:spLocks noGrp="1"/>
          </p:cNvSpPr>
          <p:nvPr>
            <p:ph type="body" sz="quarter" idx="17" hasCustomPrompt="1"/>
          </p:nvPr>
        </p:nvSpPr>
        <p:spPr>
          <a:xfrm>
            <a:off x="6950367" y="3850712"/>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6" name="文本占位符 6"/>
          <p:cNvSpPr>
            <a:spLocks noGrp="1"/>
          </p:cNvSpPr>
          <p:nvPr>
            <p:ph type="body" sz="quarter" idx="15" hasCustomPrompt="1"/>
          </p:nvPr>
        </p:nvSpPr>
        <p:spPr>
          <a:xfrm>
            <a:off x="6950367" y="3077588"/>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sp>
        <p:nvSpPr>
          <p:cNvPr id="17" name="文本占位符 6"/>
          <p:cNvSpPr>
            <a:spLocks noGrp="1"/>
          </p:cNvSpPr>
          <p:nvPr>
            <p:ph type="body" sz="quarter" idx="18" hasCustomPrompt="1"/>
          </p:nvPr>
        </p:nvSpPr>
        <p:spPr>
          <a:xfrm>
            <a:off x="6950367" y="5519737"/>
            <a:ext cx="2363167" cy="37338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有图分段式-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2" name="图片占位符 14"/>
          <p:cNvPicPr>
            <a:picLocks noGrp="1"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8097580" y="1911910"/>
            <a:ext cx="2016434" cy="3356773"/>
          </a:xfrm>
          <a:custGeom>
            <a:avLst/>
            <a:gdLst>
              <a:gd name="connsiteX0" fmla="*/ 0 w 1480059"/>
              <a:gd name="connsiteY0" fmla="*/ 0 h 1885003"/>
              <a:gd name="connsiteX1" fmla="*/ 1480059 w 1480059"/>
              <a:gd name="connsiteY1" fmla="*/ 0 h 1885003"/>
              <a:gd name="connsiteX2" fmla="*/ 1480059 w 1480059"/>
              <a:gd name="connsiteY2" fmla="*/ 1885003 h 1885003"/>
              <a:gd name="connsiteX3" fmla="*/ 0 w 1480059"/>
              <a:gd name="connsiteY3" fmla="*/ 1885003 h 1885003"/>
            </a:gdLst>
            <a:ahLst/>
            <a:cxnLst>
              <a:cxn ang="0">
                <a:pos x="connsiteX0" y="connsiteY0"/>
              </a:cxn>
              <a:cxn ang="0">
                <a:pos x="connsiteX1" y="connsiteY1"/>
              </a:cxn>
              <a:cxn ang="0">
                <a:pos x="connsiteX2" y="connsiteY2"/>
              </a:cxn>
              <a:cxn ang="0">
                <a:pos x="connsiteX3" y="connsiteY3"/>
              </a:cxn>
            </a:cxnLst>
            <a:rect l="l" t="t" r="r" b="b"/>
            <a:pathLst>
              <a:path w="1480059" h="1885003">
                <a:moveTo>
                  <a:pt x="0" y="0"/>
                </a:moveTo>
                <a:lnTo>
                  <a:pt x="1480059" y="0"/>
                </a:lnTo>
                <a:lnTo>
                  <a:pt x="1480059" y="1885003"/>
                </a:lnTo>
                <a:lnTo>
                  <a:pt x="0" y="1885003"/>
                </a:lnTo>
                <a:close/>
              </a:path>
            </a:pathLst>
          </a:custGeom>
        </p:spPr>
      </p:pic>
      <p:pic>
        <p:nvPicPr>
          <p:cNvPr id="3" name="图片占位符 12"/>
          <p:cNvPicPr>
            <a:picLocks noGrp="1"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5867237" y="1911910"/>
            <a:ext cx="2069715" cy="3356773"/>
          </a:xfrm>
          <a:custGeom>
            <a:avLst/>
            <a:gdLst>
              <a:gd name="connsiteX0" fmla="*/ 0 w 1480059"/>
              <a:gd name="connsiteY0" fmla="*/ 0 h 1885003"/>
              <a:gd name="connsiteX1" fmla="*/ 1480059 w 1480059"/>
              <a:gd name="connsiteY1" fmla="*/ 0 h 1885003"/>
              <a:gd name="connsiteX2" fmla="*/ 1480059 w 1480059"/>
              <a:gd name="connsiteY2" fmla="*/ 1885003 h 1885003"/>
              <a:gd name="connsiteX3" fmla="*/ 0 w 1480059"/>
              <a:gd name="connsiteY3" fmla="*/ 1885003 h 1885003"/>
            </a:gdLst>
            <a:ahLst/>
            <a:cxnLst>
              <a:cxn ang="0">
                <a:pos x="connsiteX0" y="connsiteY0"/>
              </a:cxn>
              <a:cxn ang="0">
                <a:pos x="connsiteX1" y="connsiteY1"/>
              </a:cxn>
              <a:cxn ang="0">
                <a:pos x="connsiteX2" y="connsiteY2"/>
              </a:cxn>
              <a:cxn ang="0">
                <a:pos x="connsiteX3" y="connsiteY3"/>
              </a:cxn>
            </a:cxnLst>
            <a:rect l="l" t="t" r="r" b="b"/>
            <a:pathLst>
              <a:path w="1480059" h="1885003">
                <a:moveTo>
                  <a:pt x="0" y="0"/>
                </a:moveTo>
                <a:lnTo>
                  <a:pt x="1480059" y="0"/>
                </a:lnTo>
                <a:lnTo>
                  <a:pt x="1480059" y="1885003"/>
                </a:lnTo>
                <a:lnTo>
                  <a:pt x="0" y="1885003"/>
                </a:lnTo>
                <a:close/>
              </a:path>
            </a:pathLst>
          </a:custGeom>
        </p:spPr>
      </p:pic>
      <p:sp>
        <p:nvSpPr>
          <p:cNvPr id="4" name="文本占位符 6"/>
          <p:cNvSpPr>
            <a:spLocks noGrp="1"/>
          </p:cNvSpPr>
          <p:nvPr>
            <p:ph type="body" sz="quarter" idx="17" hasCustomPrompt="1"/>
          </p:nvPr>
        </p:nvSpPr>
        <p:spPr>
          <a:xfrm>
            <a:off x="800193" y="4315536"/>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5" name="Rectangle 8"/>
          <p:cNvSpPr/>
          <p:nvPr userDrawn="1"/>
        </p:nvSpPr>
        <p:spPr>
          <a:xfrm>
            <a:off x="4421989" y="5489644"/>
            <a:ext cx="4683808" cy="502767"/>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d-ID">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id-ID"/>
          </a:p>
        </p:txBody>
      </p:sp>
      <p:sp>
        <p:nvSpPr>
          <p:cNvPr id="7" name="图片占位符 6"/>
          <p:cNvSpPr>
            <a:spLocks noGrp="1"/>
          </p:cNvSpPr>
          <p:nvPr>
            <p:ph type="pic" sz="quarter" idx="18"/>
          </p:nvPr>
        </p:nvSpPr>
        <p:spPr>
          <a:xfrm>
            <a:off x="5846763" y="1911350"/>
            <a:ext cx="2127250" cy="3357563"/>
          </a:xfrm>
          <a:prstGeom prst="rect">
            <a:avLst/>
          </a:prstGeom>
          <a:pattFill prst="wdUpDiag">
            <a:fgClr>
              <a:schemeClr val="accent1"/>
            </a:fgClr>
            <a:bgClr>
              <a:schemeClr val="bg1"/>
            </a:bgClr>
          </a:pattFill>
        </p:spPr>
        <p:txBody>
          <a:bodyPr/>
          <a:lstStyle/>
          <a:p>
            <a:endParaRPr lang="zh-CN" altLang="en-US"/>
          </a:p>
        </p:txBody>
      </p:sp>
      <p:sp>
        <p:nvSpPr>
          <p:cNvPr id="8" name="图片占位符 6"/>
          <p:cNvSpPr>
            <a:spLocks noGrp="1"/>
          </p:cNvSpPr>
          <p:nvPr>
            <p:ph type="pic" sz="quarter" idx="19"/>
          </p:nvPr>
        </p:nvSpPr>
        <p:spPr>
          <a:xfrm>
            <a:off x="8097580" y="1911350"/>
            <a:ext cx="2127250" cy="3357563"/>
          </a:xfrm>
          <a:prstGeom prst="rect">
            <a:avLst/>
          </a:prstGeom>
          <a:pattFill prst="wdUpDiag">
            <a:fgClr>
              <a:schemeClr val="accent1"/>
            </a:fgClr>
            <a:bgClr>
              <a:schemeClr val="bg1"/>
            </a:bgClr>
          </a:pattFill>
        </p:spPr>
        <p:txBody>
          <a:bodyPr/>
          <a:lstStyle/>
          <a:p>
            <a:endParaRPr lang="zh-CN" altLang="en-US"/>
          </a:p>
        </p:txBody>
      </p:sp>
      <p:sp>
        <p:nvSpPr>
          <p:cNvPr id="6" name="文本占位符 6"/>
          <p:cNvSpPr>
            <a:spLocks noGrp="1"/>
          </p:cNvSpPr>
          <p:nvPr>
            <p:ph type="body" sz="quarter" idx="15" hasCustomPrompt="1"/>
          </p:nvPr>
        </p:nvSpPr>
        <p:spPr>
          <a:xfrm>
            <a:off x="800193" y="3590131"/>
            <a:ext cx="1403350" cy="342900"/>
          </a:xfrm>
          <a:prstGeom prst="rect">
            <a:avLst/>
          </a:prstGeom>
        </p:spPr>
        <p:txBody>
          <a:bodyPr/>
          <a:lstStyle>
            <a:lvl1pPr marL="0" indent="0">
              <a:buNone/>
              <a:defRPr sz="2400" b="1">
                <a:solidFill>
                  <a:schemeClr val="accent4"/>
                </a:solidFill>
                <a:latin typeface="+mj-ea"/>
                <a:ea typeface="+mj-ea"/>
              </a:defRPr>
            </a:lvl1pPr>
          </a:lstStyle>
          <a:p>
            <a:pPr lvl="0"/>
            <a:r>
              <a:rPr lang="zh-CN" altLang="en-US" dirty="0"/>
              <a:t>二级标题</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有图分段式-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60" name="图片占位符 4"/>
          <p:cNvSpPr>
            <a:spLocks noGrp="1"/>
          </p:cNvSpPr>
          <p:nvPr>
            <p:ph type="pic" sz="quarter" idx="15"/>
          </p:nvPr>
        </p:nvSpPr>
        <p:spPr>
          <a:xfrm>
            <a:off x="8479936" y="1819582"/>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57" name="图片占位符 4"/>
          <p:cNvSpPr>
            <a:spLocks noGrp="1"/>
          </p:cNvSpPr>
          <p:nvPr>
            <p:ph type="pic" sz="quarter" idx="14"/>
          </p:nvPr>
        </p:nvSpPr>
        <p:spPr>
          <a:xfrm>
            <a:off x="5038627" y="1858643"/>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5" name="图片占位符 4"/>
          <p:cNvSpPr>
            <a:spLocks noGrp="1" noRot="1" noMove="1" noResize="1" noEditPoints="1" noAdjustHandles="1" noChangeArrowheads="1" noChangeShapeType="1"/>
          </p:cNvSpPr>
          <p:nvPr>
            <p:ph type="pic" sz="quarter" idx="13"/>
          </p:nvPr>
        </p:nvSpPr>
        <p:spPr>
          <a:xfrm>
            <a:off x="1604163" y="1854992"/>
            <a:ext cx="2143772" cy="2159636"/>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9" name="直接连接符 8"/>
          <p:cNvCxnSpPr/>
          <p:nvPr userDrawn="1"/>
        </p:nvCxnSpPr>
        <p:spPr>
          <a:xfrm>
            <a:off x="660400" y="4349092"/>
            <a:ext cx="10858500" cy="0"/>
          </a:xfrm>
          <a:prstGeom prst="line">
            <a:avLst/>
          </a:prstGeom>
          <a:ln w="317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等腰三角形 19"/>
          <p:cNvSpPr/>
          <p:nvPr userDrawn="1"/>
        </p:nvSpPr>
        <p:spPr>
          <a:xfrm>
            <a:off x="9475298"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sp>
        <p:nvSpPr>
          <p:cNvPr id="22" name="等腰三角形 21"/>
          <p:cNvSpPr/>
          <p:nvPr userDrawn="1"/>
        </p:nvSpPr>
        <p:spPr>
          <a:xfrm>
            <a:off x="2551595"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sp>
        <p:nvSpPr>
          <p:cNvPr id="24" name="等腰三角形 23"/>
          <p:cNvSpPr/>
          <p:nvPr userDrawn="1"/>
        </p:nvSpPr>
        <p:spPr>
          <a:xfrm>
            <a:off x="6012055" y="4189906"/>
            <a:ext cx="181007" cy="15604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defTabSz="914400"/>
            <a:endParaRPr lang="en-US" sz="900">
              <a:solidFill>
                <a:srgbClr val="FFFFFF"/>
              </a:solidFill>
              <a:latin typeface="Calibri" panose="020F0502020204030204"/>
              <a:ea typeface="微软雅黑 Light" panose="020B0502040204020203" pitchFamily="34" charset="-122"/>
            </a:endParaRPr>
          </a:p>
        </p:txBody>
      </p:sp>
      <p:cxnSp>
        <p:nvCxnSpPr>
          <p:cNvPr id="30" name="直接连接符 29"/>
          <p:cNvCxnSpPr/>
          <p:nvPr userDrawn="1"/>
        </p:nvCxnSpPr>
        <p:spPr>
          <a:xfrm>
            <a:off x="2242277"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5674121"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userDrawn="1"/>
        </p:nvCxnSpPr>
        <p:spPr>
          <a:xfrm>
            <a:off x="9131444" y="5053912"/>
            <a:ext cx="821829"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56" name="空心弧 55"/>
          <p:cNvSpPr/>
          <p:nvPr userDrawn="1"/>
        </p:nvSpPr>
        <p:spPr>
          <a:xfrm>
            <a:off x="1310496" y="1560132"/>
            <a:ext cx="2749356" cy="2749356"/>
          </a:xfrm>
          <a:prstGeom prst="blockArc">
            <a:avLst>
              <a:gd name="adj1" fmla="val 10800000"/>
              <a:gd name="adj2" fmla="val 116670"/>
              <a:gd name="adj3" fmla="val 5655"/>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8" name="空心弧 57"/>
          <p:cNvSpPr/>
          <p:nvPr userDrawn="1"/>
        </p:nvSpPr>
        <p:spPr>
          <a:xfrm>
            <a:off x="4710357" y="1572617"/>
            <a:ext cx="2749356" cy="2749356"/>
          </a:xfrm>
          <a:prstGeom prst="blockArc">
            <a:avLst>
              <a:gd name="adj1" fmla="val 10800000"/>
              <a:gd name="adj2" fmla="val 227675"/>
              <a:gd name="adj3" fmla="val 6324"/>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9" name="空心弧 58"/>
          <p:cNvSpPr/>
          <p:nvPr userDrawn="1"/>
        </p:nvSpPr>
        <p:spPr>
          <a:xfrm>
            <a:off x="8191123" y="1560132"/>
            <a:ext cx="2749356" cy="2749356"/>
          </a:xfrm>
          <a:prstGeom prst="blockArc">
            <a:avLst>
              <a:gd name="adj1" fmla="val 10800000"/>
              <a:gd name="adj2" fmla="val 21597344"/>
              <a:gd name="adj3" fmla="val 4572"/>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65" name="文本占位符 374"/>
          <p:cNvSpPr>
            <a:spLocks noGrp="1"/>
          </p:cNvSpPr>
          <p:nvPr>
            <p:ph type="body" sz="quarter" idx="16" hasCustomPrompt="1"/>
          </p:nvPr>
        </p:nvSpPr>
        <p:spPr>
          <a:xfrm>
            <a:off x="2032155"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6" name="文本占位符 374"/>
          <p:cNvSpPr>
            <a:spLocks noGrp="1"/>
          </p:cNvSpPr>
          <p:nvPr>
            <p:ph type="body" sz="quarter" idx="17" hasCustomPrompt="1"/>
          </p:nvPr>
        </p:nvSpPr>
        <p:spPr>
          <a:xfrm>
            <a:off x="1512362"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67" name="文本占位符 374"/>
          <p:cNvSpPr>
            <a:spLocks noGrp="1"/>
          </p:cNvSpPr>
          <p:nvPr>
            <p:ph type="body" sz="quarter" idx="18" hasCustomPrompt="1"/>
          </p:nvPr>
        </p:nvSpPr>
        <p:spPr>
          <a:xfrm>
            <a:off x="5492615"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8" name="文本占位符 374"/>
          <p:cNvSpPr>
            <a:spLocks noGrp="1"/>
          </p:cNvSpPr>
          <p:nvPr>
            <p:ph type="body" sz="quarter" idx="19" hasCustomPrompt="1"/>
          </p:nvPr>
        </p:nvSpPr>
        <p:spPr>
          <a:xfrm>
            <a:off x="4972822"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69" name="文本占位符 374"/>
          <p:cNvSpPr>
            <a:spLocks noGrp="1"/>
          </p:cNvSpPr>
          <p:nvPr>
            <p:ph type="body" sz="quarter" idx="20" hasCustomPrompt="1"/>
          </p:nvPr>
        </p:nvSpPr>
        <p:spPr>
          <a:xfrm>
            <a:off x="8945998" y="4628393"/>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70" name="文本占位符 374"/>
          <p:cNvSpPr>
            <a:spLocks noGrp="1"/>
          </p:cNvSpPr>
          <p:nvPr>
            <p:ph type="body" sz="quarter" idx="21" hasCustomPrompt="1"/>
          </p:nvPr>
        </p:nvSpPr>
        <p:spPr>
          <a:xfrm>
            <a:off x="8426205" y="529786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有图分段式-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5927"/>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2" name="图片 1" descr="桌子上的手机&#10;&#10;描述已自动生成"/>
          <p:cNvPicPr/>
          <p:nvPr userDrawn="1"/>
        </p:nvPicPr>
        <p:blipFill>
          <a:blip r:embed="rId3" cstate="print">
            <a:extLst>
              <a:ext uri="{28A0092B-C50C-407E-A947-70E740481C1C}">
                <a14:useLocalDpi xmlns:a14="http://schemas.microsoft.com/office/drawing/2010/main" val="0"/>
              </a:ext>
            </a:extLst>
          </a:blip>
          <a:stretch>
            <a:fillRect/>
          </a:stretch>
        </p:blipFill>
        <p:spPr>
          <a:xfrm>
            <a:off x="536770" y="4003405"/>
            <a:ext cx="3652882" cy="2163307"/>
          </a:xfrm>
          <a:prstGeom prst="rect">
            <a:avLst/>
          </a:prstGeom>
        </p:spPr>
      </p:pic>
      <p:pic>
        <p:nvPicPr>
          <p:cNvPr id="3" name="图片 2" descr="桌子上的手机&#10;&#10;描述已自动生成"/>
          <p:cNvPicPr/>
          <p:nvPr userDrawn="1"/>
        </p:nvPicPr>
        <p:blipFill>
          <a:blip r:embed="rId4" cstate="print">
            <a:extLst>
              <a:ext uri="{28A0092B-C50C-407E-A947-70E740481C1C}">
                <a14:useLocalDpi xmlns:a14="http://schemas.microsoft.com/office/drawing/2010/main" val="0"/>
              </a:ext>
            </a:extLst>
          </a:blip>
          <a:stretch>
            <a:fillRect/>
          </a:stretch>
        </p:blipFill>
        <p:spPr>
          <a:xfrm flipH="1">
            <a:off x="4262684" y="1811441"/>
            <a:ext cx="3666630" cy="2116293"/>
          </a:xfrm>
          <a:prstGeom prst="rect">
            <a:avLst/>
          </a:prstGeom>
        </p:spPr>
      </p:pic>
      <p:pic>
        <p:nvPicPr>
          <p:cNvPr id="4" name="图片 3" descr="桌子上的手机&#10;&#10;描述已自动生成"/>
          <p:cNvPicPr/>
          <p:nvPr userDrawn="1"/>
        </p:nvPicPr>
        <p:blipFill>
          <a:blip r:embed="rId5" cstate="print">
            <a:extLst>
              <a:ext uri="{28A0092B-C50C-407E-A947-70E740481C1C}">
                <a14:useLocalDpi xmlns:a14="http://schemas.microsoft.com/office/drawing/2010/main" val="0"/>
              </a:ext>
            </a:extLst>
          </a:blip>
          <a:stretch>
            <a:fillRect/>
          </a:stretch>
        </p:blipFill>
        <p:spPr>
          <a:xfrm flipH="1">
            <a:off x="7980033" y="3999331"/>
            <a:ext cx="3675196" cy="2141838"/>
          </a:xfrm>
          <a:prstGeom prst="rect">
            <a:avLst/>
          </a:prstGeom>
        </p:spPr>
      </p:pic>
      <p:sp>
        <p:nvSpPr>
          <p:cNvPr id="5" name="矩形 4"/>
          <p:cNvSpPr/>
          <p:nvPr userDrawn="1"/>
        </p:nvSpPr>
        <p:spPr>
          <a:xfrm>
            <a:off x="536770" y="1803293"/>
            <a:ext cx="3665775" cy="212851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465"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p:cNvSpPr/>
          <p:nvPr userDrawn="1"/>
        </p:nvSpPr>
        <p:spPr>
          <a:xfrm>
            <a:off x="4263112" y="3995258"/>
            <a:ext cx="3665775" cy="214998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9" name="矩形 8"/>
          <p:cNvSpPr/>
          <p:nvPr userDrawn="1"/>
        </p:nvSpPr>
        <p:spPr>
          <a:xfrm>
            <a:off x="7989454" y="1811441"/>
            <a:ext cx="3665775" cy="212851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465" dirty="0">
              <a:solidFill>
                <a:srgbClr val="CCECFF"/>
              </a:solidFill>
              <a:latin typeface="Arial" panose="020B0604020202020204" pitchFamily="34" charset="0"/>
              <a:sym typeface="Arial" panose="020B0604020202020204" pitchFamily="34" charset="0"/>
            </a:endParaRPr>
          </a:p>
        </p:txBody>
      </p:sp>
      <p:sp>
        <p:nvSpPr>
          <p:cNvPr id="407" name="文本占位符 374"/>
          <p:cNvSpPr>
            <a:spLocks noGrp="1"/>
          </p:cNvSpPr>
          <p:nvPr>
            <p:ph type="body" sz="quarter" idx="21" hasCustomPrompt="1"/>
          </p:nvPr>
        </p:nvSpPr>
        <p:spPr>
          <a:xfrm>
            <a:off x="1811582" y="2056960"/>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文本占位符 59"/>
          <p:cNvSpPr>
            <a:spLocks noGrp="1"/>
          </p:cNvSpPr>
          <p:nvPr>
            <p:ph type="body" sz="quarter" idx="15" hasCustomPrompt="1"/>
          </p:nvPr>
        </p:nvSpPr>
        <p:spPr>
          <a:xfrm>
            <a:off x="1426913" y="2532199"/>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7" name="文本占位符 374"/>
          <p:cNvSpPr>
            <a:spLocks noGrp="1"/>
          </p:cNvSpPr>
          <p:nvPr>
            <p:ph type="body" sz="quarter" idx="22" hasCustomPrompt="1"/>
          </p:nvPr>
        </p:nvSpPr>
        <p:spPr>
          <a:xfrm>
            <a:off x="9306082" y="2056960"/>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8" name="文本占位符 59"/>
          <p:cNvSpPr>
            <a:spLocks noGrp="1"/>
          </p:cNvSpPr>
          <p:nvPr>
            <p:ph type="body" sz="quarter" idx="23" hasCustomPrompt="1"/>
          </p:nvPr>
        </p:nvSpPr>
        <p:spPr>
          <a:xfrm>
            <a:off x="8921413" y="2532199"/>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3" name="文本占位符 374"/>
          <p:cNvSpPr>
            <a:spLocks noGrp="1"/>
          </p:cNvSpPr>
          <p:nvPr>
            <p:ph type="body" sz="quarter" idx="24" hasCustomPrompt="1"/>
          </p:nvPr>
        </p:nvSpPr>
        <p:spPr>
          <a:xfrm>
            <a:off x="5392890" y="4356564"/>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59"/>
          <p:cNvSpPr>
            <a:spLocks noGrp="1"/>
          </p:cNvSpPr>
          <p:nvPr>
            <p:ph type="body" sz="quarter" idx="25" hasCustomPrompt="1"/>
          </p:nvPr>
        </p:nvSpPr>
        <p:spPr>
          <a:xfrm>
            <a:off x="5008221" y="4831803"/>
            <a:ext cx="2179729" cy="1084456"/>
          </a:xfrm>
          <a:prstGeom prst="rect">
            <a:avLst/>
          </a:prstGeom>
          <a:noFill/>
        </p:spPr>
        <p:txBody>
          <a:bodyPr/>
          <a:lstStyle>
            <a:lvl1pPr marL="0" indent="0" algn="ctr">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6" name="图片占位符 25"/>
          <p:cNvSpPr>
            <a:spLocks noGrp="1"/>
          </p:cNvSpPr>
          <p:nvPr>
            <p:ph type="pic" sz="quarter" idx="26"/>
          </p:nvPr>
        </p:nvSpPr>
        <p:spPr>
          <a:xfrm>
            <a:off x="4251325" y="1803400"/>
            <a:ext cx="3678238" cy="2128838"/>
          </a:xfrm>
          <a:prstGeom prst="rect">
            <a:avLst/>
          </a:prstGeom>
          <a:pattFill prst="wdUpDiag">
            <a:fgClr>
              <a:schemeClr val="accent1"/>
            </a:fgClr>
            <a:bgClr>
              <a:schemeClr val="bg1"/>
            </a:bgClr>
          </a:pattFill>
        </p:spPr>
        <p:txBody>
          <a:bodyPr/>
          <a:lstStyle/>
          <a:p>
            <a:endParaRPr lang="zh-CN" altLang="en-US"/>
          </a:p>
        </p:txBody>
      </p:sp>
      <p:sp>
        <p:nvSpPr>
          <p:cNvPr id="27" name="图片占位符 25"/>
          <p:cNvSpPr>
            <a:spLocks noGrp="1"/>
          </p:cNvSpPr>
          <p:nvPr>
            <p:ph type="pic" sz="quarter" idx="27"/>
          </p:nvPr>
        </p:nvSpPr>
        <p:spPr>
          <a:xfrm>
            <a:off x="7973319" y="4012331"/>
            <a:ext cx="3678238" cy="2128838"/>
          </a:xfrm>
          <a:prstGeom prst="rect">
            <a:avLst/>
          </a:prstGeom>
          <a:pattFill prst="wdUpDiag">
            <a:fgClr>
              <a:schemeClr val="accent1"/>
            </a:fgClr>
            <a:bgClr>
              <a:schemeClr val="bg1"/>
            </a:bgClr>
          </a:pattFill>
        </p:spPr>
        <p:txBody>
          <a:bodyPr/>
          <a:lstStyle/>
          <a:p>
            <a:endParaRPr lang="zh-CN" altLang="en-US"/>
          </a:p>
        </p:txBody>
      </p:sp>
      <p:sp>
        <p:nvSpPr>
          <p:cNvPr id="28" name="图片占位符 25"/>
          <p:cNvSpPr>
            <a:spLocks noGrp="1"/>
          </p:cNvSpPr>
          <p:nvPr>
            <p:ph type="pic" sz="quarter" idx="28"/>
          </p:nvPr>
        </p:nvSpPr>
        <p:spPr>
          <a:xfrm>
            <a:off x="511414" y="3995258"/>
            <a:ext cx="3678238" cy="2199802"/>
          </a:xfrm>
          <a:prstGeom prst="rect">
            <a:avLst/>
          </a:prstGeom>
          <a:pattFill prst="wdUpDiag">
            <a:fgClr>
              <a:schemeClr val="accent1"/>
            </a:fgClr>
            <a:bgClr>
              <a:schemeClr val="bg1"/>
            </a:bgClr>
          </a:pattFill>
        </p:spPr>
        <p:txBody>
          <a:bodyPr/>
          <a:lstStyle/>
          <a:p>
            <a:endParaRPr lang="zh-CN" altLang="en-US"/>
          </a:p>
        </p:txBody>
      </p:sp>
      <p:sp>
        <p:nvSpPr>
          <p:cNvPr id="10" name="矩形: 圆角 9"/>
          <p:cNvSpPr/>
          <p:nvPr userDrawn="1"/>
        </p:nvSpPr>
        <p:spPr>
          <a:xfrm>
            <a:off x="-9004" y="6304970"/>
            <a:ext cx="2456597" cy="421820"/>
          </a:xfrm>
          <a:prstGeom prst="roundRect">
            <a:avLst>
              <a:gd name="adj" fmla="val 0"/>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9" name="矩形: 圆角 28"/>
          <p:cNvSpPr/>
          <p:nvPr userDrawn="1"/>
        </p:nvSpPr>
        <p:spPr>
          <a:xfrm>
            <a:off x="11015132" y="1485671"/>
            <a:ext cx="1195391" cy="402831"/>
          </a:xfrm>
          <a:prstGeom prst="roundRect">
            <a:avLst>
              <a:gd name="adj" fmla="val 0"/>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6"/>
          <a:stretch>
            <a:fillRect/>
          </a:stretch>
        </p:blipFill>
        <p:spPr>
          <a:xfrm>
            <a:off x="10414000" y="386715"/>
            <a:ext cx="1228090" cy="318135"/>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有图分段式-13">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
          <a:stretch>
            <a:fillRect/>
          </a:stretch>
        </p:blipFill>
        <p:spPr>
          <a:xfrm>
            <a:off x="0" y="0"/>
            <a:ext cx="12172950" cy="6858000"/>
          </a:xfrm>
          <a:prstGeom prst="rect">
            <a:avLst/>
          </a:prstGeom>
        </p:spPr>
      </p:pic>
      <p:pic>
        <p:nvPicPr>
          <p:cNvPr id="15" name="图片 14"/>
          <p:cNvPicPr>
            <a:picLocks noChangeAspect="1"/>
          </p:cNvPicPr>
          <p:nvPr userDrawn="1"/>
        </p:nvPicPr>
        <p:blipFill>
          <a:blip r:embed="rId2"/>
          <a:stretch>
            <a:fillRect/>
          </a:stretch>
        </p:blipFill>
        <p:spPr>
          <a:xfrm>
            <a:off x="19050" y="3626"/>
            <a:ext cx="12172950" cy="6858000"/>
          </a:xfrm>
          <a:prstGeom prst="rect">
            <a:avLst/>
          </a:prstGeom>
          <a:effectLst>
            <a:reflection blurRad="482600" stA="0" endPos="65000" dist="50800" dir="5400000" sy="-100000" algn="bl" rotWithShape="0"/>
          </a:effectLst>
        </p:spPr>
      </p:pic>
      <p:sp>
        <p:nvSpPr>
          <p:cNvPr id="2" name="Rectangle 4"/>
          <p:cNvSpPr/>
          <p:nvPr userDrawn="1"/>
        </p:nvSpPr>
        <p:spPr>
          <a:xfrm>
            <a:off x="899886" y="4201888"/>
            <a:ext cx="2525486" cy="191588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5"/>
          <p:cNvSpPr/>
          <p:nvPr userDrawn="1"/>
        </p:nvSpPr>
        <p:spPr>
          <a:xfrm>
            <a:off x="3526972" y="2206173"/>
            <a:ext cx="2525486" cy="19158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Rectangle 8"/>
          <p:cNvSpPr/>
          <p:nvPr userDrawn="1"/>
        </p:nvSpPr>
        <p:spPr>
          <a:xfrm>
            <a:off x="6164943" y="4201888"/>
            <a:ext cx="2525486" cy="19158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9"/>
          <p:cNvSpPr/>
          <p:nvPr userDrawn="1"/>
        </p:nvSpPr>
        <p:spPr>
          <a:xfrm>
            <a:off x="8766629" y="2206173"/>
            <a:ext cx="2525486" cy="191588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图片占位符 7"/>
          <p:cNvSpPr>
            <a:spLocks noGrp="1"/>
          </p:cNvSpPr>
          <p:nvPr>
            <p:ph type="pic" sz="quarter" idx="13"/>
          </p:nvPr>
        </p:nvSpPr>
        <p:spPr>
          <a:xfrm>
            <a:off x="899885" y="2214047"/>
            <a:ext cx="2525712" cy="1952122"/>
          </a:xfrm>
          <a:prstGeom prst="rect">
            <a:avLst/>
          </a:prstGeom>
          <a:pattFill prst="wdUpDiag">
            <a:fgClr>
              <a:schemeClr val="accent3"/>
            </a:fgClr>
            <a:bgClr>
              <a:schemeClr val="bg1"/>
            </a:bgClr>
          </a:pattFill>
        </p:spPr>
        <p:txBody>
          <a:bodyPr/>
          <a:lstStyle/>
          <a:p>
            <a:endParaRPr lang="zh-CN" altLang="en-US"/>
          </a:p>
        </p:txBody>
      </p:sp>
      <p:sp>
        <p:nvSpPr>
          <p:cNvPr id="9" name="图片占位符 7"/>
          <p:cNvSpPr>
            <a:spLocks noGrp="1"/>
          </p:cNvSpPr>
          <p:nvPr>
            <p:ph type="pic" sz="quarter" idx="14"/>
          </p:nvPr>
        </p:nvSpPr>
        <p:spPr>
          <a:xfrm>
            <a:off x="3519601" y="4200103"/>
            <a:ext cx="2525712" cy="1959996"/>
          </a:xfrm>
          <a:prstGeom prst="rect">
            <a:avLst/>
          </a:prstGeom>
          <a:pattFill prst="wdUpDiag">
            <a:fgClr>
              <a:schemeClr val="accent4"/>
            </a:fgClr>
            <a:bgClr>
              <a:schemeClr val="bg1"/>
            </a:bgClr>
          </a:pattFill>
        </p:spPr>
        <p:txBody>
          <a:bodyPr/>
          <a:lstStyle/>
          <a:p>
            <a:endParaRPr lang="zh-CN" altLang="en-US"/>
          </a:p>
        </p:txBody>
      </p:sp>
      <p:sp>
        <p:nvSpPr>
          <p:cNvPr id="10" name="图片占位符 7"/>
          <p:cNvSpPr>
            <a:spLocks noGrp="1"/>
          </p:cNvSpPr>
          <p:nvPr>
            <p:ph type="pic" sz="quarter" idx="15"/>
          </p:nvPr>
        </p:nvSpPr>
        <p:spPr>
          <a:xfrm>
            <a:off x="6139542" y="2213966"/>
            <a:ext cx="2525712" cy="1915886"/>
          </a:xfrm>
          <a:prstGeom prst="rect">
            <a:avLst/>
          </a:prstGeom>
          <a:pattFill prst="wdUpDiag">
            <a:fgClr>
              <a:schemeClr val="accent3"/>
            </a:fgClr>
            <a:bgClr>
              <a:schemeClr val="bg1"/>
            </a:bgClr>
          </a:pattFill>
        </p:spPr>
        <p:txBody>
          <a:bodyPr/>
          <a:lstStyle/>
          <a:p>
            <a:endParaRPr lang="zh-CN" altLang="en-US"/>
          </a:p>
        </p:txBody>
      </p:sp>
      <p:sp>
        <p:nvSpPr>
          <p:cNvPr id="16" name="图片占位符 7"/>
          <p:cNvSpPr>
            <a:spLocks noGrp="1"/>
          </p:cNvSpPr>
          <p:nvPr>
            <p:ph type="pic" sz="quarter" idx="16"/>
          </p:nvPr>
        </p:nvSpPr>
        <p:spPr>
          <a:xfrm>
            <a:off x="8766402" y="4200103"/>
            <a:ext cx="2525712" cy="1915886"/>
          </a:xfrm>
          <a:prstGeom prst="rect">
            <a:avLst/>
          </a:prstGeom>
          <a:pattFill prst="wdUpDiag">
            <a:fgClr>
              <a:schemeClr val="accent4"/>
            </a:fgClr>
            <a:bgClr>
              <a:schemeClr val="bg1"/>
            </a:bgClr>
          </a:pattFill>
        </p:spPr>
        <p:txBody>
          <a:bodyPr/>
          <a:lstStyle/>
          <a:p>
            <a:endParaRPr lang="zh-CN" altLang="en-US"/>
          </a:p>
        </p:txBody>
      </p:sp>
      <p:sp>
        <p:nvSpPr>
          <p:cNvPr id="3" name="文本占位符 374"/>
          <p:cNvSpPr>
            <a:spLocks noGrp="1"/>
          </p:cNvSpPr>
          <p:nvPr>
            <p:ph type="body" sz="quarter" idx="21" hasCustomPrompt="1"/>
          </p:nvPr>
        </p:nvSpPr>
        <p:spPr>
          <a:xfrm>
            <a:off x="4260156" y="2481974"/>
            <a:ext cx="1266409" cy="284524"/>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7" name="文本占位符 374"/>
          <p:cNvSpPr>
            <a:spLocks noGrp="1"/>
          </p:cNvSpPr>
          <p:nvPr>
            <p:ph type="body" sz="quarter" idx="22"/>
          </p:nvPr>
        </p:nvSpPr>
        <p:spPr>
          <a:xfrm>
            <a:off x="3875486" y="3048668"/>
            <a:ext cx="1813941" cy="907068"/>
          </a:xfrm>
          <a:prstGeom prst="rect">
            <a:avLst/>
          </a:prstGeom>
        </p:spPr>
        <p:txBody>
          <a:bodyPr/>
          <a:lstStyle>
            <a:lvl1pPr marL="0" indent="0">
              <a:buNone/>
              <a:defRPr sz="1200" b="0">
                <a:solidFill>
                  <a:schemeClr val="accent1"/>
                </a:solidFill>
                <a:latin typeface="+mj-ea"/>
                <a:ea typeface="+mj-ea"/>
              </a:defRPr>
            </a:lvl1pPr>
          </a:lstStyle>
          <a:p>
            <a:pPr lvl="0"/>
            <a:endParaRPr lang="zh-CN" altLang="en-US" dirty="0"/>
          </a:p>
        </p:txBody>
      </p:sp>
      <p:sp>
        <p:nvSpPr>
          <p:cNvPr id="20" name="文本占位符 374"/>
          <p:cNvSpPr>
            <a:spLocks noGrp="1"/>
          </p:cNvSpPr>
          <p:nvPr>
            <p:ph type="body" sz="quarter" idx="23" hasCustomPrompt="1"/>
          </p:nvPr>
        </p:nvSpPr>
        <p:spPr>
          <a:xfrm>
            <a:off x="9511145" y="2501386"/>
            <a:ext cx="1251262" cy="312105"/>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p:nvPr>
        </p:nvSpPr>
        <p:spPr>
          <a:xfrm>
            <a:off x="9229806" y="3068080"/>
            <a:ext cx="1813941" cy="907068"/>
          </a:xfrm>
          <a:prstGeom prst="rect">
            <a:avLst/>
          </a:prstGeom>
        </p:spPr>
        <p:txBody>
          <a:bodyPr/>
          <a:lstStyle>
            <a:lvl1pPr marL="0" indent="0">
              <a:buNone/>
              <a:defRPr sz="1200" b="0">
                <a:solidFill>
                  <a:schemeClr val="accent1"/>
                </a:solidFill>
                <a:latin typeface="+mj-ea"/>
                <a:ea typeface="+mj-ea"/>
              </a:defRPr>
            </a:lvl1pPr>
          </a:lstStyle>
          <a:p>
            <a:pPr lvl="0"/>
            <a:endParaRPr lang="zh-CN" altLang="en-US" dirty="0"/>
          </a:p>
        </p:txBody>
      </p:sp>
      <p:sp>
        <p:nvSpPr>
          <p:cNvPr id="22" name="文本占位符 374"/>
          <p:cNvSpPr>
            <a:spLocks noGrp="1"/>
          </p:cNvSpPr>
          <p:nvPr>
            <p:ph type="body" sz="quarter" idx="25" hasCustomPrompt="1"/>
          </p:nvPr>
        </p:nvSpPr>
        <p:spPr>
          <a:xfrm>
            <a:off x="7013516" y="4362478"/>
            <a:ext cx="1241483" cy="27364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p:nvPr>
        </p:nvSpPr>
        <p:spPr>
          <a:xfrm>
            <a:off x="6628846" y="4929172"/>
            <a:ext cx="1813941" cy="907068"/>
          </a:xfrm>
          <a:prstGeom prst="rect">
            <a:avLst/>
          </a:prstGeom>
        </p:spPr>
        <p:txBody>
          <a:bodyPr/>
          <a:lstStyle>
            <a:lvl1pPr marL="0" indent="0">
              <a:buNone/>
              <a:defRPr sz="1200" b="0">
                <a:solidFill>
                  <a:schemeClr val="accent4"/>
                </a:solidFill>
                <a:latin typeface="+mj-ea"/>
                <a:ea typeface="+mj-ea"/>
              </a:defRPr>
            </a:lvl1pPr>
          </a:lstStyle>
          <a:p>
            <a:pPr lvl="0"/>
            <a:endParaRPr lang="zh-CN" altLang="en-US" dirty="0"/>
          </a:p>
        </p:txBody>
      </p:sp>
      <p:sp>
        <p:nvSpPr>
          <p:cNvPr id="24" name="文本占位符 374"/>
          <p:cNvSpPr>
            <a:spLocks noGrp="1"/>
          </p:cNvSpPr>
          <p:nvPr>
            <p:ph type="body" sz="quarter" idx="27" hasCustomPrompt="1"/>
          </p:nvPr>
        </p:nvSpPr>
        <p:spPr>
          <a:xfrm>
            <a:off x="1666043" y="4356718"/>
            <a:ext cx="1241307" cy="2794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28"/>
          </p:nvPr>
        </p:nvSpPr>
        <p:spPr>
          <a:xfrm>
            <a:off x="1281373" y="4923412"/>
            <a:ext cx="1813941" cy="907068"/>
          </a:xfrm>
          <a:prstGeom prst="rect">
            <a:avLst/>
          </a:prstGeom>
        </p:spPr>
        <p:txBody>
          <a:bodyPr/>
          <a:lstStyle>
            <a:lvl1pPr marL="0" indent="0">
              <a:buNone/>
              <a:defRPr sz="1200" b="0">
                <a:solidFill>
                  <a:schemeClr val="accent4"/>
                </a:solidFill>
                <a:latin typeface="+mj-ea"/>
                <a:ea typeface="+mj-ea"/>
              </a:defRPr>
            </a:lvl1pPr>
          </a:lstStyle>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3" name="图片 1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有图分段式-1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0"/>
            <a:ext cx="12172950" cy="6858000"/>
          </a:xfrm>
          <a:prstGeom prst="rect">
            <a:avLst/>
          </a:prstGeom>
        </p:spPr>
      </p:pic>
      <p:sp>
        <p:nvSpPr>
          <p:cNvPr id="9" name="矩形 8"/>
          <p:cNvSpPr/>
          <p:nvPr userDrawn="1"/>
        </p:nvSpPr>
        <p:spPr>
          <a:xfrm>
            <a:off x="6096000" y="2850775"/>
            <a:ext cx="549760" cy="578223"/>
          </a:xfrm>
          <a:prstGeom prst="rect">
            <a:avLst/>
          </a:prstGeom>
          <a:solidFill>
            <a:schemeClr val="accent3">
              <a:lumMod val="10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图片占位符 15"/>
          <p:cNvSpPr>
            <a:spLocks noGrp="1"/>
          </p:cNvSpPr>
          <p:nvPr>
            <p:ph type="pic" sz="quarter" idx="13"/>
          </p:nvPr>
        </p:nvSpPr>
        <p:spPr>
          <a:xfrm>
            <a:off x="11208" y="10665"/>
            <a:ext cx="6065838" cy="3421063"/>
          </a:xfrm>
          <a:prstGeom prst="rect">
            <a:avLst/>
          </a:prstGeom>
          <a:pattFill prst="wdUpDiag">
            <a:fgClr>
              <a:schemeClr val="accent2"/>
            </a:fgClr>
            <a:bgClr>
              <a:schemeClr val="bg1"/>
            </a:bgClr>
          </a:pattFill>
        </p:spPr>
        <p:txBody>
          <a:bodyPr/>
          <a:lstStyle/>
          <a:p>
            <a:endParaRPr lang="zh-CN" altLang="en-US" dirty="0"/>
          </a:p>
        </p:txBody>
      </p:sp>
      <p:sp>
        <p:nvSpPr>
          <p:cNvPr id="17" name="图片占位符 15"/>
          <p:cNvSpPr>
            <a:spLocks noGrp="1"/>
          </p:cNvSpPr>
          <p:nvPr>
            <p:ph type="pic" sz="quarter" idx="14"/>
          </p:nvPr>
        </p:nvSpPr>
        <p:spPr>
          <a:xfrm>
            <a:off x="6107112" y="3448836"/>
            <a:ext cx="6065838" cy="3421063"/>
          </a:xfrm>
          <a:prstGeom prst="rect">
            <a:avLst/>
          </a:prstGeom>
          <a:pattFill prst="wdUpDiag">
            <a:fgClr>
              <a:schemeClr val="accent4"/>
            </a:fgClr>
            <a:bgClr>
              <a:schemeClr val="bg1"/>
            </a:bgClr>
          </a:pattFill>
        </p:spPr>
        <p:txBody>
          <a:bodyPr/>
          <a:lstStyle/>
          <a:p>
            <a:endParaRPr lang="zh-CN" altLang="en-US"/>
          </a:p>
        </p:txBody>
      </p:sp>
      <p:sp>
        <p:nvSpPr>
          <p:cNvPr id="18" name="图片占位符 15"/>
          <p:cNvSpPr>
            <a:spLocks noGrp="1"/>
          </p:cNvSpPr>
          <p:nvPr>
            <p:ph type="pic" sz="quarter" idx="15"/>
          </p:nvPr>
        </p:nvSpPr>
        <p:spPr>
          <a:xfrm>
            <a:off x="8839200" y="1108569"/>
            <a:ext cx="2820108" cy="1929599"/>
          </a:xfrm>
          <a:prstGeom prst="rect">
            <a:avLst/>
          </a:prstGeom>
          <a:pattFill prst="wdUpDiag">
            <a:fgClr>
              <a:schemeClr val="accent4"/>
            </a:fgClr>
            <a:bgClr>
              <a:schemeClr val="bg1"/>
            </a:bgClr>
          </a:pattFill>
        </p:spPr>
        <p:txBody>
          <a:bodyPr/>
          <a:lstStyle/>
          <a:p>
            <a:endParaRPr lang="zh-CN" altLang="en-US" dirty="0"/>
          </a:p>
        </p:txBody>
      </p:sp>
      <p:sp>
        <p:nvSpPr>
          <p:cNvPr id="19" name="文本占位符 2"/>
          <p:cNvSpPr>
            <a:spLocks noGrp="1"/>
          </p:cNvSpPr>
          <p:nvPr>
            <p:ph type="body" sz="quarter" idx="16" hasCustomPrompt="1"/>
          </p:nvPr>
        </p:nvSpPr>
        <p:spPr>
          <a:xfrm>
            <a:off x="1451510" y="5740400"/>
            <a:ext cx="3120489" cy="850900"/>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cxnSp>
        <p:nvCxnSpPr>
          <p:cNvPr id="6" name="直接连接符 5"/>
          <p:cNvCxnSpPr/>
          <p:nvPr userDrawn="1"/>
        </p:nvCxnSpPr>
        <p:spPr>
          <a:xfrm>
            <a:off x="1115788" y="4796278"/>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1244693" y="4589519"/>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451510" y="4582485"/>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451510" y="5026356"/>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3"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有图分段式-1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图片占位符 5"/>
          <p:cNvSpPr>
            <a:spLocks noGrp="1"/>
          </p:cNvSpPr>
          <p:nvPr>
            <p:ph type="pic" sz="quarter" idx="13"/>
          </p:nvPr>
        </p:nvSpPr>
        <p:spPr>
          <a:xfrm>
            <a:off x="8651017" y="1729704"/>
            <a:ext cx="2873375" cy="2873375"/>
          </a:xfrm>
          <a:prstGeom prst="rect">
            <a:avLst/>
          </a:prstGeom>
          <a:pattFill prst="wdUpDiag">
            <a:fgClr>
              <a:schemeClr val="accent2"/>
            </a:fgClr>
            <a:bgClr>
              <a:schemeClr val="bg1"/>
            </a:bgClr>
          </a:pattFill>
        </p:spPr>
        <p:txBody>
          <a:bodyPr/>
          <a:lstStyle/>
          <a:p>
            <a:endParaRPr lang="zh-CN" altLang="en-US" dirty="0"/>
          </a:p>
        </p:txBody>
      </p:sp>
      <p:sp>
        <p:nvSpPr>
          <p:cNvPr id="7" name="图片占位符 5"/>
          <p:cNvSpPr>
            <a:spLocks noGrp="1"/>
          </p:cNvSpPr>
          <p:nvPr>
            <p:ph type="pic" sz="quarter" idx="14"/>
          </p:nvPr>
        </p:nvSpPr>
        <p:spPr>
          <a:xfrm>
            <a:off x="165100" y="3136900"/>
            <a:ext cx="2873375" cy="2873375"/>
          </a:xfrm>
          <a:prstGeom prst="rect">
            <a:avLst/>
          </a:prstGeom>
          <a:pattFill prst="wdUpDiag">
            <a:fgClr>
              <a:schemeClr val="accent2"/>
            </a:fgClr>
            <a:bgClr>
              <a:schemeClr val="bg1"/>
            </a:bgClr>
          </a:pattFill>
        </p:spPr>
        <p:txBody>
          <a:bodyPr/>
          <a:lstStyle/>
          <a:p>
            <a:endParaRPr lang="zh-CN" altLang="en-US"/>
          </a:p>
        </p:txBody>
      </p:sp>
      <p:sp>
        <p:nvSpPr>
          <p:cNvPr id="3" name="文本占位符 374"/>
          <p:cNvSpPr>
            <a:spLocks noGrp="1"/>
          </p:cNvSpPr>
          <p:nvPr>
            <p:ph type="body" sz="quarter" idx="24" hasCustomPrompt="1"/>
          </p:nvPr>
        </p:nvSpPr>
        <p:spPr>
          <a:xfrm>
            <a:off x="3527854" y="2335718"/>
            <a:ext cx="1300106" cy="30678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 name="文本占位符 59"/>
          <p:cNvSpPr>
            <a:spLocks noGrp="1"/>
          </p:cNvSpPr>
          <p:nvPr>
            <p:ph type="body" sz="quarter" idx="25" hasCustomPrompt="1"/>
          </p:nvPr>
        </p:nvSpPr>
        <p:spPr>
          <a:xfrm>
            <a:off x="3527854" y="2810957"/>
            <a:ext cx="4144534" cy="2167260"/>
          </a:xfrm>
          <a:prstGeom prst="rect">
            <a:avLst/>
          </a:prstGeom>
          <a:noFill/>
        </p:spPr>
        <p:txBody>
          <a:bodyPr/>
          <a:lstStyle>
            <a:lvl1pPr marL="0" indent="0" algn="ctr">
              <a:lnSpc>
                <a:spcPct val="150000"/>
              </a:lnSpc>
              <a:buNone/>
              <a:defRPr sz="1200">
                <a:solidFill>
                  <a:schemeClr val="bg2">
                    <a:lumMod val="75000"/>
                  </a:schemeClr>
                </a:solidFill>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请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15" name="直接连接符 1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有图分段式-16">
    <p:spTree>
      <p:nvGrpSpPr>
        <p:cNvPr id="1" name=""/>
        <p:cNvGrpSpPr/>
        <p:nvPr/>
      </p:nvGrpSpPr>
      <p:grpSpPr>
        <a:xfrm>
          <a:off x="0" y="0"/>
          <a:ext cx="0" cy="0"/>
          <a:chOff x="0" y="0"/>
          <a:chExt cx="0" cy="0"/>
        </a:xfrm>
      </p:grpSpPr>
      <p:pic>
        <p:nvPicPr>
          <p:cNvPr id="7" name="图片占位符 6"/>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68" b="168"/>
          <a:stretch>
            <a:fillRect/>
          </a:stretch>
        </p:blipFill>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标题页-空白">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cxnSp>
        <p:nvCxnSpPr>
          <p:cNvPr id="2" name="直接连接符 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7" name="Picture Placeholder 3"/>
          <p:cNvSpPr>
            <a:spLocks noGrp="1"/>
          </p:cNvSpPr>
          <p:nvPr>
            <p:ph type="pic" sz="quarter" idx="15"/>
          </p:nvPr>
        </p:nvSpPr>
        <p:spPr>
          <a:xfrm>
            <a:off x="-578" y="5147519"/>
            <a:ext cx="12192000" cy="1710481"/>
          </a:xfrm>
          <a:custGeom>
            <a:avLst/>
            <a:gdLst>
              <a:gd name="connsiteX0" fmla="*/ 0 w 2833872"/>
              <a:gd name="connsiteY0" fmla="*/ 0 h 2218536"/>
              <a:gd name="connsiteX1" fmla="*/ 2833872 w 2833872"/>
              <a:gd name="connsiteY1" fmla="*/ 0 h 2218536"/>
              <a:gd name="connsiteX2" fmla="*/ 2833872 w 2833872"/>
              <a:gd name="connsiteY2" fmla="*/ 2218536 h 2218536"/>
              <a:gd name="connsiteX3" fmla="*/ 0 w 2833872"/>
              <a:gd name="connsiteY3" fmla="*/ 2218536 h 2218536"/>
            </a:gdLst>
            <a:ahLst/>
            <a:cxnLst>
              <a:cxn ang="0">
                <a:pos x="connsiteX0" y="connsiteY0"/>
              </a:cxn>
              <a:cxn ang="0">
                <a:pos x="connsiteX1" y="connsiteY1"/>
              </a:cxn>
              <a:cxn ang="0">
                <a:pos x="connsiteX2" y="connsiteY2"/>
              </a:cxn>
              <a:cxn ang="0">
                <a:pos x="connsiteX3" y="connsiteY3"/>
              </a:cxn>
            </a:cxnLst>
            <a:rect l="l" t="t" r="r" b="b"/>
            <a:pathLst>
              <a:path w="2833872" h="2218536">
                <a:moveTo>
                  <a:pt x="0" y="0"/>
                </a:moveTo>
                <a:lnTo>
                  <a:pt x="2833872" y="0"/>
                </a:lnTo>
                <a:lnTo>
                  <a:pt x="2833872" y="2218536"/>
                </a:lnTo>
                <a:lnTo>
                  <a:pt x="0" y="2218536"/>
                </a:lnTo>
                <a:close/>
              </a:path>
            </a:pathLst>
          </a:custGeom>
          <a:pattFill prst="wdUpDiag">
            <a:fgClr>
              <a:schemeClr val="accent1"/>
            </a:fgClr>
            <a:bgClr>
              <a:schemeClr val="bg1"/>
            </a:bgClr>
          </a:pattFill>
        </p:spPr>
        <p:txBody>
          <a:bodyPr wrap="square">
            <a:noAutofit/>
          </a:bodyPr>
          <a:lstStyle/>
          <a:p>
            <a:endParaRPr lang="en-ID" dirty="0"/>
          </a:p>
        </p:txBody>
      </p:sp>
      <p:sp>
        <p:nvSpPr>
          <p:cNvPr id="8" name="文本占位符 15"/>
          <p:cNvSpPr>
            <a:spLocks noGrp="1"/>
          </p:cNvSpPr>
          <p:nvPr>
            <p:ph type="body" sz="quarter" idx="14"/>
          </p:nvPr>
        </p:nvSpPr>
        <p:spPr>
          <a:xfrm>
            <a:off x="986808" y="1883468"/>
            <a:ext cx="10253272" cy="1158913"/>
          </a:xfrm>
          <a:prstGeom prst="rect">
            <a:avLst/>
          </a:prstGeom>
        </p:spPr>
        <p:txBody>
          <a:bodyPr/>
          <a:lstStyle>
            <a:lvl1pPr marL="0" indent="0">
              <a:lnSpc>
                <a:spcPct val="200000"/>
              </a:lnSpc>
              <a:buNone/>
              <a:defRPr sz="1400">
                <a:latin typeface="+mn-ea"/>
                <a:ea typeface="+mn-ea"/>
              </a:defRPr>
            </a:lvl1pPr>
          </a:lstStyle>
          <a:p>
            <a:pPr lvl="0"/>
            <a:endParaRPr lang="zh-CN" altLang="en-US" dirty="0"/>
          </a:p>
        </p:txBody>
      </p:sp>
      <p:sp>
        <p:nvSpPr>
          <p:cNvPr id="9" name="矩形 8"/>
          <p:cNvSpPr/>
          <p:nvPr userDrawn="1"/>
        </p:nvSpPr>
        <p:spPr>
          <a:xfrm>
            <a:off x="-9814" y="4983730"/>
            <a:ext cx="12211050" cy="1670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aseline="-25000"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有图分段式-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21787"/>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660400" y="3091826"/>
            <a:ext cx="10858500" cy="2771697"/>
          </a:xfrm>
          <a:prstGeom prst="rect">
            <a:avLst/>
          </a:prstGeom>
          <a:blipFill>
            <a:blip r:embed="rId3"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cs typeface="+mn-ea"/>
              <a:sym typeface="+mn-lt"/>
            </a:endParaRPr>
          </a:p>
        </p:txBody>
      </p:sp>
      <p:cxnSp>
        <p:nvCxnSpPr>
          <p:cNvPr id="5" name="直接连接符 4"/>
          <p:cNvCxnSpPr/>
          <p:nvPr userDrawn="1"/>
        </p:nvCxnSpPr>
        <p:spPr>
          <a:xfrm>
            <a:off x="743484" y="2243412"/>
            <a:ext cx="10756355" cy="0"/>
          </a:xfrm>
          <a:prstGeom prst="line">
            <a:avLst/>
          </a:prstGeom>
          <a:ln w="25400">
            <a:gradFill flip="none" rotWithShape="1">
              <a:gsLst>
                <a:gs pos="4000">
                  <a:schemeClr val="accent2">
                    <a:lumMod val="60000"/>
                    <a:lumOff val="40000"/>
                  </a:schemeClr>
                </a:gs>
                <a:gs pos="60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任意多边形: 形状 5"/>
          <p:cNvSpPr/>
          <p:nvPr userDrawn="1"/>
        </p:nvSpPr>
        <p:spPr>
          <a:xfrm>
            <a:off x="903620" y="5066498"/>
            <a:ext cx="1084837" cy="1084837"/>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3">
              <a:lumMod val="10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7" name="任意多边形: 形状 6"/>
          <p:cNvSpPr/>
          <p:nvPr userDrawn="1"/>
        </p:nvSpPr>
        <p:spPr>
          <a:xfrm>
            <a:off x="10435408" y="2732864"/>
            <a:ext cx="717923" cy="717923"/>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10" name="文本占位符 374"/>
          <p:cNvSpPr>
            <a:spLocks noGrp="1"/>
          </p:cNvSpPr>
          <p:nvPr>
            <p:ph type="body" sz="quarter" idx="23" hasCustomPrompt="1"/>
          </p:nvPr>
        </p:nvSpPr>
        <p:spPr>
          <a:xfrm>
            <a:off x="671288" y="2415922"/>
            <a:ext cx="1882812" cy="414231"/>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 name="文本占位符 374"/>
          <p:cNvSpPr>
            <a:spLocks noGrp="1"/>
          </p:cNvSpPr>
          <p:nvPr>
            <p:ph type="body" sz="quarter" idx="27" hasCustomPrompt="1"/>
          </p:nvPr>
        </p:nvSpPr>
        <p:spPr>
          <a:xfrm>
            <a:off x="10258542" y="1546245"/>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有图分段式-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6" name="图片占位符 12"/>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a:xfrm>
            <a:off x="3883960" y="0"/>
            <a:ext cx="4424083" cy="6858000"/>
          </a:xfrm>
          <a:custGeom>
            <a:avLst/>
            <a:gdLst>
              <a:gd name="connsiteX0" fmla="*/ 0 w 4424083"/>
              <a:gd name="connsiteY0" fmla="*/ 0 h 6858000"/>
              <a:gd name="connsiteX1" fmla="*/ 4424083 w 4424083"/>
              <a:gd name="connsiteY1" fmla="*/ 0 h 6858000"/>
              <a:gd name="connsiteX2" fmla="*/ 4424083 w 4424083"/>
              <a:gd name="connsiteY2" fmla="*/ 6858000 h 6858000"/>
              <a:gd name="connsiteX3" fmla="*/ 0 w 442408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424083" h="6858000">
                <a:moveTo>
                  <a:pt x="0" y="0"/>
                </a:moveTo>
                <a:lnTo>
                  <a:pt x="4424083" y="0"/>
                </a:lnTo>
                <a:lnTo>
                  <a:pt x="4424083" y="6858000"/>
                </a:lnTo>
                <a:lnTo>
                  <a:pt x="0" y="6858000"/>
                </a:lnTo>
                <a:close/>
              </a:path>
            </a:pathLst>
          </a:custGeom>
        </p:spPr>
      </p:pic>
      <p:sp>
        <p:nvSpPr>
          <p:cNvPr id="17" name="Rectangle 3"/>
          <p:cNvSpPr/>
          <p:nvPr userDrawn="1"/>
        </p:nvSpPr>
        <p:spPr>
          <a:xfrm>
            <a:off x="7715250" y="1653907"/>
            <a:ext cx="4476750" cy="3760002"/>
          </a:xfrm>
          <a:prstGeom prst="rect">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bg1">
                  <a:lumMod val="50000"/>
                </a:schemeClr>
              </a:solidFill>
            </a:endParaRPr>
          </a:p>
        </p:txBody>
      </p:sp>
      <p:cxnSp>
        <p:nvCxnSpPr>
          <p:cNvPr id="20" name="Straight Connector 6"/>
          <p:cNvCxnSpPr/>
          <p:nvPr userDrawn="1"/>
        </p:nvCxnSpPr>
        <p:spPr>
          <a:xfrm>
            <a:off x="8036217" y="2704548"/>
            <a:ext cx="731130" cy="0"/>
          </a:xfrm>
          <a:prstGeom prst="line">
            <a:avLst/>
          </a:prstGeom>
          <a:ln w="28575">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21" name="Rectangle 7"/>
          <p:cNvSpPr/>
          <p:nvPr userDrawn="1"/>
        </p:nvSpPr>
        <p:spPr>
          <a:xfrm>
            <a:off x="7997301" y="4583130"/>
            <a:ext cx="2363167" cy="373382"/>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lumMod val="50000"/>
                </a:schemeClr>
              </a:solidFill>
            </a:endParaRPr>
          </a:p>
        </p:txBody>
      </p:sp>
      <p:sp>
        <p:nvSpPr>
          <p:cNvPr id="2" name="文本占位符 6"/>
          <p:cNvSpPr>
            <a:spLocks noGrp="1"/>
          </p:cNvSpPr>
          <p:nvPr>
            <p:ph type="body" sz="quarter" idx="16" hasCustomPrompt="1"/>
          </p:nvPr>
        </p:nvSpPr>
        <p:spPr>
          <a:xfrm>
            <a:off x="760397" y="3626851"/>
            <a:ext cx="2363167" cy="1425492"/>
          </a:xfrm>
          <a:prstGeom prst="rect">
            <a:avLst/>
          </a:prstGeom>
        </p:spPr>
        <p:txBody>
          <a:bodyPr/>
          <a:lstStyle>
            <a:lvl1pPr marL="0" indent="0">
              <a:lnSpc>
                <a:spcPct val="150000"/>
              </a:lnSpc>
              <a:buNone/>
              <a:defRPr sz="1200" b="0">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3" name="文本占位符 6"/>
          <p:cNvSpPr>
            <a:spLocks noGrp="1"/>
          </p:cNvSpPr>
          <p:nvPr>
            <p:ph type="body" sz="quarter" idx="17" hasCustomPrompt="1"/>
          </p:nvPr>
        </p:nvSpPr>
        <p:spPr>
          <a:xfrm>
            <a:off x="7997302" y="2914105"/>
            <a:ext cx="3827268" cy="142549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6" name="文本占位符 6"/>
          <p:cNvSpPr>
            <a:spLocks noGrp="1"/>
          </p:cNvSpPr>
          <p:nvPr>
            <p:ph type="body" sz="quarter" idx="15" hasCustomPrompt="1"/>
          </p:nvPr>
        </p:nvSpPr>
        <p:spPr>
          <a:xfrm>
            <a:off x="7997302" y="2140981"/>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9" name="文本占位符 6"/>
          <p:cNvSpPr>
            <a:spLocks noGrp="1"/>
          </p:cNvSpPr>
          <p:nvPr>
            <p:ph type="body" sz="quarter" idx="18" hasCustomPrompt="1"/>
          </p:nvPr>
        </p:nvSpPr>
        <p:spPr>
          <a:xfrm>
            <a:off x="7997302" y="4583130"/>
            <a:ext cx="2363167" cy="373382"/>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有图分段式-1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图片占位符 5"/>
          <p:cNvSpPr>
            <a:spLocks noGrp="1"/>
          </p:cNvSpPr>
          <p:nvPr>
            <p:ph type="pic" sz="quarter" idx="13"/>
          </p:nvPr>
        </p:nvSpPr>
        <p:spPr>
          <a:xfrm>
            <a:off x="4129797" y="1702791"/>
            <a:ext cx="4318000" cy="3469283"/>
          </a:xfrm>
          <a:prstGeom prst="rect">
            <a:avLst/>
          </a:prstGeom>
          <a:pattFill prst="wdUpDiag">
            <a:fgClr>
              <a:schemeClr val="accent1"/>
            </a:fgClr>
            <a:bgClr>
              <a:schemeClr val="bg1"/>
            </a:bgClr>
          </a:pattFill>
        </p:spPr>
        <p:txBody>
          <a:bodyPr/>
          <a:lstStyle/>
          <a:p>
            <a:endParaRPr lang="zh-CN" altLang="en-US" dirty="0"/>
          </a:p>
        </p:txBody>
      </p:sp>
      <p:sp>
        <p:nvSpPr>
          <p:cNvPr id="8" name="文本占位符 7"/>
          <p:cNvSpPr>
            <a:spLocks noGrp="1"/>
          </p:cNvSpPr>
          <p:nvPr>
            <p:ph type="body" sz="quarter" idx="14" hasCustomPrompt="1"/>
          </p:nvPr>
        </p:nvSpPr>
        <p:spPr>
          <a:xfrm>
            <a:off x="1373385" y="2761587"/>
            <a:ext cx="2074723" cy="2410487"/>
          </a:xfrm>
          <a:prstGeom prst="rect">
            <a:avLst/>
          </a:prstGeom>
        </p:spPr>
        <p:txBody>
          <a:bodyPr/>
          <a:lstStyle>
            <a:lvl1pPr marL="0" indent="0">
              <a:lnSpc>
                <a:spcPct val="150000"/>
              </a:lnSpc>
              <a:buNone/>
              <a:defRPr sz="1200"/>
            </a:lvl1pPr>
          </a:lstStyle>
          <a:p>
            <a:pPr lvl="0"/>
            <a:r>
              <a:rPr lang="zh-CN" altLang="en-US" sz="1200" dirty="0">
                <a:solidFill>
                  <a:schemeClr val="bg1">
                    <a:lumMod val="50000"/>
                  </a:schemeClr>
                </a:solidFill>
                <a:latin typeface="+mn-ea"/>
                <a:ea typeface="+mn-ea"/>
                <a:cs typeface="Lato" panose="020F0502020204030203" pitchFamily="34" charset="0"/>
              </a:rPr>
              <a:t>请输入文本内容，字体、字号、颜色等规范。按照北京兴华模板规范来应用</a:t>
            </a:r>
            <a:endParaRPr lang="zh-CN" altLang="en-US" dirty="0"/>
          </a:p>
        </p:txBody>
      </p:sp>
      <p:sp>
        <p:nvSpPr>
          <p:cNvPr id="7" name="文本占位符 6"/>
          <p:cNvSpPr>
            <a:spLocks noGrp="1"/>
          </p:cNvSpPr>
          <p:nvPr>
            <p:ph type="body" sz="quarter" idx="15" hasCustomPrompt="1"/>
          </p:nvPr>
        </p:nvSpPr>
        <p:spPr>
          <a:xfrm>
            <a:off x="1373386" y="2167452"/>
            <a:ext cx="1260475" cy="342901"/>
          </a:xfrm>
          <a:prstGeom prst="rect">
            <a:avLst/>
          </a:prstGeom>
        </p:spPr>
        <p:txBody>
          <a:bodyPr/>
          <a:lstStyle>
            <a:lvl1pPr marL="0" indent="0">
              <a:buNone/>
              <a:defRPr sz="2000" b="1">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有图分段式-2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19" name="图片占位符 16"/>
          <p:cNvSpPr>
            <a:spLocks noGrp="1"/>
          </p:cNvSpPr>
          <p:nvPr>
            <p:ph type="pic" sz="quarter" idx="15"/>
          </p:nvPr>
        </p:nvSpPr>
        <p:spPr>
          <a:xfrm>
            <a:off x="10195799" y="2005952"/>
            <a:ext cx="2501900" cy="3778921"/>
          </a:xfrm>
          <a:prstGeom prst="rect">
            <a:avLst/>
          </a:prstGeom>
          <a:pattFill prst="wdUpDiag">
            <a:fgClr>
              <a:schemeClr val="accent2"/>
            </a:fgClr>
            <a:bgClr>
              <a:schemeClr val="bg1"/>
            </a:bgClr>
          </a:pattFill>
        </p:spPr>
        <p:txBody>
          <a:bodyPr/>
          <a:lstStyle/>
          <a:p>
            <a:endParaRPr lang="zh-CN" altLang="en-US"/>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9" name="矩形 8"/>
          <p:cNvSpPr/>
          <p:nvPr userDrawn="1"/>
        </p:nvSpPr>
        <p:spPr>
          <a:xfrm>
            <a:off x="3959225" y="0"/>
            <a:ext cx="4254499" cy="6858000"/>
          </a:xfrm>
          <a:prstGeom prst="rect">
            <a:avLst/>
          </a:prstGeom>
          <a:solidFill>
            <a:schemeClr val="accent1"/>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0" name="圆: 空心 9"/>
          <p:cNvSpPr/>
          <p:nvPr userDrawn="1"/>
        </p:nvSpPr>
        <p:spPr>
          <a:xfrm>
            <a:off x="2847974" y="3569151"/>
            <a:ext cx="6477000" cy="6477000"/>
          </a:xfrm>
          <a:prstGeom prst="donut">
            <a:avLst>
              <a:gd name="adj" fmla="val 2292"/>
            </a:avLst>
          </a:prstGeom>
          <a:solidFill>
            <a:schemeClr val="accent3"/>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solidFill>
                <a:schemeClr val="tx1"/>
              </a:solidFill>
            </a:endParaRPr>
          </a:p>
        </p:txBody>
      </p:sp>
      <p:sp>
        <p:nvSpPr>
          <p:cNvPr id="17" name="图片占位符 16"/>
          <p:cNvSpPr>
            <a:spLocks noGrp="1"/>
          </p:cNvSpPr>
          <p:nvPr>
            <p:ph type="pic" sz="quarter" idx="13"/>
          </p:nvPr>
        </p:nvSpPr>
        <p:spPr>
          <a:xfrm>
            <a:off x="4510538" y="2309950"/>
            <a:ext cx="3170924" cy="3170924"/>
          </a:xfrm>
          <a:prstGeom prst="rect">
            <a:avLst/>
          </a:prstGeom>
          <a:pattFill prst="wdUpDiag">
            <a:fgClr>
              <a:schemeClr val="accent2"/>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691945" y="2005952"/>
            <a:ext cx="2501900" cy="3778921"/>
          </a:xfrm>
          <a:prstGeom prst="rect">
            <a:avLst/>
          </a:prstGeom>
          <a:pattFill prst="wdUpDiag">
            <a:fgClr>
              <a:schemeClr val="accent2"/>
            </a:fgClr>
            <a:bgClr>
              <a:schemeClr val="bg1"/>
            </a:bgClr>
          </a:pattFill>
        </p:spPr>
        <p:txBody>
          <a:bodyPr/>
          <a:lstStyle/>
          <a:p>
            <a:endParaRPr lang="zh-CN" altLang="en-US"/>
          </a:p>
        </p:txBody>
      </p:sp>
      <p:sp>
        <p:nvSpPr>
          <p:cNvPr id="20" name="文本占位符 2"/>
          <p:cNvSpPr>
            <a:spLocks noGrp="1"/>
          </p:cNvSpPr>
          <p:nvPr>
            <p:ph type="body" sz="quarter" idx="16" hasCustomPrompt="1"/>
          </p:nvPr>
        </p:nvSpPr>
        <p:spPr>
          <a:xfrm>
            <a:off x="5463609" y="1613780"/>
            <a:ext cx="1245729" cy="318771"/>
          </a:xfrm>
          <a:prstGeom prst="rect">
            <a:avLst/>
          </a:prstGeom>
        </p:spPr>
        <p:txBody>
          <a:bodyPr/>
          <a:lstStyle>
            <a:lvl1pPr marL="0" indent="0">
              <a:buNone/>
              <a:defRPr sz="2000">
                <a:latin typeface="+mj-ea"/>
                <a:ea typeface="+mj-ea"/>
              </a:defRPr>
            </a:lvl1pPr>
          </a:lstStyle>
          <a:p>
            <a:pPr lvl="0"/>
            <a:r>
              <a:rPr lang="zh-CN" altLang="en-US" dirty="0"/>
              <a:t>二级标题</a:t>
            </a:r>
            <a:endParaRPr lang="zh-CN" altLang="en-US" dirty="0"/>
          </a:p>
        </p:txBody>
      </p:sp>
      <p:sp>
        <p:nvSpPr>
          <p:cNvPr id="23" name="文本占位符 2"/>
          <p:cNvSpPr>
            <a:spLocks noGrp="1"/>
          </p:cNvSpPr>
          <p:nvPr>
            <p:ph type="body" sz="quarter" idx="17" hasCustomPrompt="1"/>
          </p:nvPr>
        </p:nvSpPr>
        <p:spPr>
          <a:xfrm>
            <a:off x="5124044" y="5696853"/>
            <a:ext cx="2013341" cy="605078"/>
          </a:xfrm>
          <a:prstGeom prst="rect">
            <a:avLst/>
          </a:prstGeom>
        </p:spPr>
        <p:txBody>
          <a:bodyPr/>
          <a:lstStyle>
            <a:lvl1pPr marL="0" indent="0">
              <a:buNone/>
              <a:defRPr sz="12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输入文本输入文本输入文本输入文本</a:t>
            </a:r>
            <a:endParaRPr lang="zh-CN" alt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有图分段式-2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9302"/>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0" y="2107565"/>
            <a:ext cx="2743200" cy="2642870"/>
          </a:xfrm>
          <a:prstGeom prst="rect">
            <a:avLst/>
          </a:prstGeom>
          <a:blipFill>
            <a:blip r:embed="rId3"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cs typeface="+mn-ea"/>
              <a:sym typeface="+mn-lt"/>
            </a:endParaRPr>
          </a:p>
        </p:txBody>
      </p:sp>
      <p:sp>
        <p:nvSpPr>
          <p:cNvPr id="4" name="矩形 3"/>
          <p:cNvSpPr/>
          <p:nvPr userDrawn="1"/>
        </p:nvSpPr>
        <p:spPr>
          <a:xfrm>
            <a:off x="6310153" y="2107565"/>
            <a:ext cx="5923255" cy="3476112"/>
          </a:xfrm>
          <a:prstGeom prst="rect">
            <a:avLst/>
          </a:prstGeom>
          <a:blipFill>
            <a:blip r:embed="rId4" cstate="screen">
              <a:duotone>
                <a:prstClr val="black"/>
                <a:schemeClr val="tx2">
                  <a:tint val="45000"/>
                  <a:satMod val="400000"/>
                </a:schemeClr>
              </a:duotone>
            </a:blip>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a:cs typeface="+mn-ea"/>
              <a:sym typeface="+mn-lt"/>
            </a:endParaRPr>
          </a:p>
        </p:txBody>
      </p:sp>
      <p:cxnSp>
        <p:nvCxnSpPr>
          <p:cNvPr id="7" name="直接连接符 6"/>
          <p:cNvCxnSpPr/>
          <p:nvPr userDrawn="1"/>
        </p:nvCxnSpPr>
        <p:spPr>
          <a:xfrm>
            <a:off x="3154680" y="2937510"/>
            <a:ext cx="769620" cy="0"/>
          </a:xfrm>
          <a:prstGeom prst="line">
            <a:avLst/>
          </a:prstGeom>
          <a:ln w="25400">
            <a:solidFill>
              <a:schemeClr val="accent3">
                <a:lumMod val="100000"/>
              </a:schemeClr>
            </a:solidFill>
          </a:ln>
        </p:spPr>
        <p:style>
          <a:lnRef idx="1">
            <a:schemeClr val="accent1"/>
          </a:lnRef>
          <a:fillRef idx="0">
            <a:schemeClr val="accent1"/>
          </a:fillRef>
          <a:effectRef idx="0">
            <a:schemeClr val="accent1"/>
          </a:effectRef>
          <a:fontRef idx="minor">
            <a:schemeClr val="tx1"/>
          </a:fontRef>
        </p:style>
      </p:cxnSp>
      <p:sp>
        <p:nvSpPr>
          <p:cNvPr id="17" name="文本占位符 374"/>
          <p:cNvSpPr>
            <a:spLocks noGrp="1"/>
          </p:cNvSpPr>
          <p:nvPr>
            <p:ph type="body" sz="quarter" idx="23" hasCustomPrompt="1"/>
          </p:nvPr>
        </p:nvSpPr>
        <p:spPr>
          <a:xfrm>
            <a:off x="2982894" y="3241187"/>
            <a:ext cx="1882812" cy="414231"/>
          </a:xfrm>
          <a:prstGeom prst="rect">
            <a:avLst/>
          </a:prstGeom>
        </p:spPr>
        <p:txBody>
          <a:bodyPr/>
          <a:lstStyle>
            <a:lvl1pPr marL="0" indent="0" algn="l">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 name="文本占位符 374"/>
          <p:cNvSpPr>
            <a:spLocks noGrp="1"/>
          </p:cNvSpPr>
          <p:nvPr>
            <p:ph type="body" sz="quarter" idx="27" hasCustomPrompt="1"/>
          </p:nvPr>
        </p:nvSpPr>
        <p:spPr>
          <a:xfrm>
            <a:off x="2982894" y="2416796"/>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6" name="图片占位符 15"/>
          <p:cNvSpPr>
            <a:spLocks noGrp="1"/>
          </p:cNvSpPr>
          <p:nvPr>
            <p:ph type="pic" sz="quarter" idx="28"/>
          </p:nvPr>
        </p:nvSpPr>
        <p:spPr>
          <a:xfrm>
            <a:off x="0" y="2057400"/>
            <a:ext cx="2825750" cy="2735263"/>
          </a:xfrm>
          <a:prstGeom prst="rect">
            <a:avLst/>
          </a:prstGeom>
          <a:pattFill prst="wdUpDiag">
            <a:fgClr>
              <a:schemeClr val="accent1"/>
            </a:fgClr>
            <a:bgClr>
              <a:schemeClr val="bg1"/>
            </a:bgClr>
          </a:pattFill>
        </p:spPr>
        <p:txBody>
          <a:bodyPr/>
          <a:lstStyle/>
          <a:p>
            <a:endParaRPr lang="zh-CN" altLang="en-US"/>
          </a:p>
        </p:txBody>
      </p:sp>
      <p:sp>
        <p:nvSpPr>
          <p:cNvPr id="19" name="图片占位符 18"/>
          <p:cNvSpPr>
            <a:spLocks noGrp="1"/>
          </p:cNvSpPr>
          <p:nvPr>
            <p:ph type="pic" sz="quarter" idx="29"/>
          </p:nvPr>
        </p:nvSpPr>
        <p:spPr>
          <a:xfrm>
            <a:off x="6269038" y="2057400"/>
            <a:ext cx="5964237" cy="3544888"/>
          </a:xfrm>
          <a:prstGeom prst="rect">
            <a:avLst/>
          </a:prstGeom>
          <a:pattFill prst="wdUpDiag">
            <a:fgClr>
              <a:schemeClr val="accent1"/>
            </a:fgClr>
            <a:bgClr>
              <a:schemeClr val="bg1"/>
            </a:bgClr>
          </a:pattFill>
        </p:spPr>
        <p:txBody>
          <a:bodyPr/>
          <a:lstStyle/>
          <a:p>
            <a:endParaRPr lang="zh-CN" altLang="en-US"/>
          </a:p>
        </p:txBody>
      </p:sp>
      <p:sp>
        <p:nvSpPr>
          <p:cNvPr id="9" name="任意多边形: 形状 8"/>
          <p:cNvSpPr/>
          <p:nvPr userDrawn="1"/>
        </p:nvSpPr>
        <p:spPr>
          <a:xfrm>
            <a:off x="11515485" y="1764946"/>
            <a:ext cx="717923" cy="717923"/>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sp>
        <p:nvSpPr>
          <p:cNvPr id="8" name="任意多边形: 形状 7"/>
          <p:cNvSpPr/>
          <p:nvPr userDrawn="1"/>
        </p:nvSpPr>
        <p:spPr>
          <a:xfrm>
            <a:off x="389049" y="4259555"/>
            <a:ext cx="881850" cy="881850"/>
          </a:xfrm>
          <a:custGeom>
            <a:avLst/>
            <a:gdLst>
              <a:gd name="connsiteX0" fmla="*/ 0 w 3708400"/>
              <a:gd name="connsiteY0" fmla="*/ 0 h 3708400"/>
              <a:gd name="connsiteX1" fmla="*/ 3708400 w 3708400"/>
              <a:gd name="connsiteY1" fmla="*/ 0 h 3708400"/>
              <a:gd name="connsiteX2" fmla="*/ 3708400 w 3708400"/>
              <a:gd name="connsiteY2" fmla="*/ 3708400 h 3708400"/>
              <a:gd name="connsiteX3" fmla="*/ 0 w 3708400"/>
              <a:gd name="connsiteY3" fmla="*/ 3708400 h 3708400"/>
              <a:gd name="connsiteX4" fmla="*/ 0 w 3708400"/>
              <a:gd name="connsiteY4" fmla="*/ 0 h 3708400"/>
              <a:gd name="connsiteX0-1" fmla="*/ 9131300 w 12839700"/>
              <a:gd name="connsiteY0-2" fmla="*/ 2286000 h 5994400"/>
              <a:gd name="connsiteX1-3" fmla="*/ 12839700 w 12839700"/>
              <a:gd name="connsiteY1-4" fmla="*/ 2286000 h 5994400"/>
              <a:gd name="connsiteX2-5" fmla="*/ 12839700 w 12839700"/>
              <a:gd name="connsiteY2-6" fmla="*/ 5994400 h 5994400"/>
              <a:gd name="connsiteX3-7" fmla="*/ 9131300 w 12839700"/>
              <a:gd name="connsiteY3-8" fmla="*/ 5994400 h 5994400"/>
              <a:gd name="connsiteX4-9" fmla="*/ 9131300 w 12839700"/>
              <a:gd name="connsiteY4-10" fmla="*/ 2286000 h 5994400"/>
              <a:gd name="connsiteX5" fmla="*/ 0 w 12839700"/>
              <a:gd name="connsiteY5" fmla="*/ 0 h 5994400"/>
              <a:gd name="connsiteX0-11" fmla="*/ 0 w 3708400"/>
              <a:gd name="connsiteY0-12" fmla="*/ 0 h 3708400"/>
              <a:gd name="connsiteX1-13" fmla="*/ 3708400 w 3708400"/>
              <a:gd name="connsiteY1-14" fmla="*/ 0 h 3708400"/>
              <a:gd name="connsiteX2-15" fmla="*/ 3708400 w 3708400"/>
              <a:gd name="connsiteY2-16" fmla="*/ 3708400 h 3708400"/>
              <a:gd name="connsiteX3-17" fmla="*/ 0 w 3708400"/>
              <a:gd name="connsiteY3-18" fmla="*/ 3708400 h 3708400"/>
              <a:gd name="connsiteX4-19" fmla="*/ 0 w 3708400"/>
              <a:gd name="connsiteY4-20" fmla="*/ 0 h 37084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8400" h="3708400">
                <a:moveTo>
                  <a:pt x="0" y="0"/>
                </a:moveTo>
                <a:lnTo>
                  <a:pt x="3708400" y="0"/>
                </a:lnTo>
                <a:lnTo>
                  <a:pt x="3708400" y="3708400"/>
                </a:lnTo>
                <a:lnTo>
                  <a:pt x="0" y="3708400"/>
                </a:lnTo>
                <a:lnTo>
                  <a:pt x="0" y="0"/>
                </a:lnTo>
              </a:path>
            </a:pathLst>
          </a:custGeom>
          <a:solidFill>
            <a:schemeClr val="accent3">
              <a:lumMod val="10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solidFill>
                <a:schemeClr val="accent1"/>
              </a:solidFill>
              <a:cs typeface="+mn-ea"/>
              <a:sym typeface="+mn-lt"/>
            </a:endParaRPr>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5"/>
          <a:stretch>
            <a:fillRect/>
          </a:stretch>
        </p:blipFill>
        <p:spPr>
          <a:xfrm>
            <a:off x="10414000" y="386715"/>
            <a:ext cx="1228090" cy="318135"/>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有图分段式-2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1067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7" name="图片占位符 7"/>
          <p:cNvPicPr>
            <a:picLocks noChangeAspect="1"/>
          </p:cNvPicPr>
          <p:nvPr userDrawn="1"/>
        </p:nvPicPr>
        <p:blipFill>
          <a:blip r:embed="rId3">
            <a:extLst>
              <a:ext uri="{28A0092B-C50C-407E-A947-70E740481C1C}">
                <a14:useLocalDpi xmlns:a14="http://schemas.microsoft.com/office/drawing/2010/main" val="0"/>
              </a:ext>
            </a:extLst>
          </a:blip>
          <a:srcRect t="33934" b="33934"/>
          <a:stretch>
            <a:fillRect/>
          </a:stretch>
        </p:blipFill>
        <p:spPr>
          <a:xfrm>
            <a:off x="1447334" y="1716863"/>
            <a:ext cx="9427929" cy="4039269"/>
          </a:xfrm>
          <a:prstGeom prst="rect">
            <a:avLst/>
          </a:prstGeom>
        </p:spPr>
      </p:pic>
      <p:sp>
        <p:nvSpPr>
          <p:cNvPr id="9" name="图片占位符 8"/>
          <p:cNvSpPr>
            <a:spLocks noGrp="1"/>
          </p:cNvSpPr>
          <p:nvPr>
            <p:ph type="pic" sz="quarter" idx="13"/>
          </p:nvPr>
        </p:nvSpPr>
        <p:spPr>
          <a:xfrm>
            <a:off x="1423988" y="1703388"/>
            <a:ext cx="9451975" cy="4240344"/>
          </a:xfrm>
          <a:prstGeom prst="rect">
            <a:avLst/>
          </a:prstGeom>
          <a:pattFill prst="wdUpDiag">
            <a:fgClr>
              <a:schemeClr val="accent1"/>
            </a:fgClr>
            <a:bgClr>
              <a:schemeClr val="bg1"/>
            </a:bgClr>
          </a:pattFill>
        </p:spPr>
        <p:txBody>
          <a:bodyPr/>
          <a:lstStyle/>
          <a:p>
            <a:endParaRPr lang="zh-CN" altLang="en-US"/>
          </a:p>
        </p:txBody>
      </p:sp>
      <p:sp>
        <p:nvSpPr>
          <p:cNvPr id="10" name="文本占位符 6"/>
          <p:cNvSpPr>
            <a:spLocks noGrp="1"/>
          </p:cNvSpPr>
          <p:nvPr>
            <p:ph type="body" sz="quarter" idx="15" hasCustomPrompt="1"/>
          </p:nvPr>
        </p:nvSpPr>
        <p:spPr>
          <a:xfrm>
            <a:off x="1423988" y="6114627"/>
            <a:ext cx="1403350" cy="342900"/>
          </a:xfrm>
          <a:prstGeom prst="rect">
            <a:avLst/>
          </a:prstGeom>
        </p:spPr>
        <p:txBody>
          <a:bodyPr/>
          <a:lstStyle>
            <a:lvl1pPr marL="0" indent="0">
              <a:buNone/>
              <a:defRPr sz="2000" b="0">
                <a:latin typeface="+mj-ea"/>
                <a:ea typeface="+mj-ea"/>
              </a:defRPr>
            </a:lvl1pPr>
          </a:lstStyle>
          <a:p>
            <a:pPr lvl="0"/>
            <a:r>
              <a:rPr lang="zh-CN" altLang="en-US" dirty="0"/>
              <a:t>二级标题</a:t>
            </a:r>
            <a:endParaRPr lang="zh-CN" altLang="en-US" dirty="0"/>
          </a:p>
        </p:txBody>
      </p:sp>
      <p:sp>
        <p:nvSpPr>
          <p:cNvPr id="16" name="矩形 15"/>
          <p:cNvSpPr/>
          <p:nvPr userDrawn="1"/>
        </p:nvSpPr>
        <p:spPr>
          <a:xfrm>
            <a:off x="10136500" y="4889379"/>
            <a:ext cx="316992" cy="1367605"/>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有图分段式-2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5" name="图片占位符 20"/>
          <p:cNvPicPr>
            <a:picLocks noChangeAspect="1"/>
          </p:cNvPicPr>
          <p:nvPr userDrawn="1"/>
        </p:nvPicPr>
        <p:blipFill>
          <a:blip r:embed="rId3">
            <a:extLst>
              <a:ext uri="{28A0092B-C50C-407E-A947-70E740481C1C}">
                <a14:useLocalDpi xmlns:a14="http://schemas.microsoft.com/office/drawing/2010/main" val="0"/>
              </a:ext>
            </a:extLst>
          </a:blip>
          <a:srcRect l="326" r="326"/>
          <a:stretch>
            <a:fillRect/>
          </a:stretch>
        </p:blipFill>
        <p:spPr>
          <a:xfrm>
            <a:off x="5485632" y="1686925"/>
            <a:ext cx="5724510" cy="3821111"/>
          </a:xfrm>
          <a:custGeom>
            <a:avLst/>
            <a:gdLst>
              <a:gd name="connsiteX0" fmla="*/ 0 w 5724510"/>
              <a:gd name="connsiteY0" fmla="*/ 0 h 3821111"/>
              <a:gd name="connsiteX1" fmla="*/ 5724510 w 5724510"/>
              <a:gd name="connsiteY1" fmla="*/ 0 h 3821111"/>
              <a:gd name="connsiteX2" fmla="*/ 5724510 w 5724510"/>
              <a:gd name="connsiteY2" fmla="*/ 3821111 h 3821111"/>
              <a:gd name="connsiteX3" fmla="*/ 0 w 5724510"/>
              <a:gd name="connsiteY3" fmla="*/ 3821111 h 3821111"/>
            </a:gdLst>
            <a:ahLst/>
            <a:cxnLst>
              <a:cxn ang="0">
                <a:pos x="connsiteX0" y="connsiteY0"/>
              </a:cxn>
              <a:cxn ang="0">
                <a:pos x="connsiteX1" y="connsiteY1"/>
              </a:cxn>
              <a:cxn ang="0">
                <a:pos x="connsiteX2" y="connsiteY2"/>
              </a:cxn>
              <a:cxn ang="0">
                <a:pos x="connsiteX3" y="connsiteY3"/>
              </a:cxn>
            </a:cxnLst>
            <a:rect l="l" t="t" r="r" b="b"/>
            <a:pathLst>
              <a:path w="5724510" h="3821111">
                <a:moveTo>
                  <a:pt x="0" y="0"/>
                </a:moveTo>
                <a:lnTo>
                  <a:pt x="5724510" y="0"/>
                </a:lnTo>
                <a:lnTo>
                  <a:pt x="5724510" y="3821111"/>
                </a:lnTo>
                <a:lnTo>
                  <a:pt x="0" y="3821111"/>
                </a:lnTo>
                <a:close/>
              </a:path>
            </a:pathLst>
          </a:custGeom>
        </p:spPr>
      </p:pic>
      <p:sp>
        <p:nvSpPr>
          <p:cNvPr id="6" name="文本占位符 6"/>
          <p:cNvSpPr>
            <a:spLocks noGrp="1"/>
          </p:cNvSpPr>
          <p:nvPr>
            <p:ph type="body" sz="quarter" idx="15" hasCustomPrompt="1"/>
          </p:nvPr>
        </p:nvSpPr>
        <p:spPr>
          <a:xfrm>
            <a:off x="2523396" y="5129200"/>
            <a:ext cx="1403350" cy="342900"/>
          </a:xfrm>
          <a:prstGeom prst="rect">
            <a:avLst/>
          </a:prstGeom>
        </p:spPr>
        <p:txBody>
          <a:bodyPr/>
          <a:lstStyle>
            <a:lvl1pPr marL="0" indent="0">
              <a:buNone/>
              <a:defRPr sz="2000" b="0">
                <a:latin typeface="+mj-ea"/>
                <a:ea typeface="+mj-ea"/>
              </a:defRPr>
            </a:lvl1pPr>
          </a:lstStyle>
          <a:p>
            <a:pPr lvl="0"/>
            <a:r>
              <a:rPr lang="zh-CN" altLang="en-US" dirty="0"/>
              <a:t>二级标题</a:t>
            </a:r>
            <a:endParaRPr lang="zh-CN" altLang="en-US" dirty="0"/>
          </a:p>
        </p:txBody>
      </p:sp>
      <p:sp>
        <p:nvSpPr>
          <p:cNvPr id="7" name="文本占位符 6"/>
          <p:cNvSpPr>
            <a:spLocks noGrp="1"/>
          </p:cNvSpPr>
          <p:nvPr>
            <p:ph type="body" sz="quarter" idx="16" hasCustomPrompt="1"/>
          </p:nvPr>
        </p:nvSpPr>
        <p:spPr>
          <a:xfrm>
            <a:off x="7431195" y="5779158"/>
            <a:ext cx="2363167" cy="415902"/>
          </a:xfrm>
          <a:prstGeom prst="rect">
            <a:avLst/>
          </a:prstGeom>
        </p:spPr>
        <p:txBody>
          <a:bodyPr/>
          <a:lstStyle>
            <a:lvl1pPr marL="0" indent="0">
              <a:lnSpc>
                <a:spcPct val="150000"/>
              </a:lnSpc>
              <a:buNone/>
              <a:defRPr sz="1200" b="0">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8" name="矩形 7"/>
          <p:cNvSpPr/>
          <p:nvPr userDrawn="1"/>
        </p:nvSpPr>
        <p:spPr>
          <a:xfrm>
            <a:off x="0" y="6578788"/>
            <a:ext cx="2827402" cy="279212"/>
          </a:xfrm>
          <a:prstGeom prst="rect">
            <a:avLst/>
          </a:prstGeom>
          <a:solidFill>
            <a:schemeClr val="accent3">
              <a:lumMod val="100000"/>
            </a:schemeClr>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3049921" y="6578788"/>
            <a:ext cx="848979" cy="279212"/>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6" name="图片占位符 15"/>
          <p:cNvSpPr>
            <a:spLocks noGrp="1"/>
          </p:cNvSpPr>
          <p:nvPr>
            <p:ph type="pic" sz="quarter" idx="17"/>
          </p:nvPr>
        </p:nvSpPr>
        <p:spPr>
          <a:xfrm>
            <a:off x="5473700" y="1676400"/>
            <a:ext cx="5736441" cy="3831636"/>
          </a:xfrm>
          <a:prstGeom prst="rect">
            <a:avLst/>
          </a:prstGeom>
          <a:pattFill prst="wdUpDiag">
            <a:fgClr>
              <a:schemeClr val="accent1"/>
            </a:fgClr>
            <a:bgClr>
              <a:schemeClr val="bg1"/>
            </a:bgClr>
          </a:pattFill>
        </p:spPr>
        <p:txBody>
          <a:bodyPr/>
          <a:lstStyle/>
          <a:p>
            <a:endParaRPr lang="zh-CN" altLang="en-US"/>
          </a:p>
        </p:txBody>
      </p:sp>
      <p:sp>
        <p:nvSpPr>
          <p:cNvPr id="17" name="图片占位符 15"/>
          <p:cNvSpPr>
            <a:spLocks noGrp="1"/>
          </p:cNvSpPr>
          <p:nvPr>
            <p:ph type="pic" sz="quarter" idx="18"/>
          </p:nvPr>
        </p:nvSpPr>
        <p:spPr>
          <a:xfrm>
            <a:off x="1131380" y="2448497"/>
            <a:ext cx="4136239" cy="2368446"/>
          </a:xfrm>
          <a:prstGeom prst="rect">
            <a:avLst/>
          </a:prstGeom>
          <a:pattFill prst="wdUpDiag">
            <a:fgClr>
              <a:schemeClr val="accent1"/>
            </a:fgClr>
            <a:bgClr>
              <a:schemeClr val="bg1"/>
            </a:bgClr>
          </a:pattFill>
        </p:spPr>
        <p:txBody>
          <a:bodyPr/>
          <a:lstStyle/>
          <a:p>
            <a:endParaRPr lang="zh-CN" altLang="en-US" dirty="0"/>
          </a:p>
        </p:txBody>
      </p:sp>
      <p:cxnSp>
        <p:nvCxnSpPr>
          <p:cNvPr id="19" name="直接连接符 1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有图分段式-2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7" name="图片占位符 16"/>
          <p:cNvSpPr>
            <a:spLocks noGrp="1"/>
          </p:cNvSpPr>
          <p:nvPr>
            <p:ph type="pic" sz="quarter" idx="13"/>
          </p:nvPr>
        </p:nvSpPr>
        <p:spPr>
          <a:xfrm>
            <a:off x="2169395" y="1805148"/>
            <a:ext cx="3730625" cy="2024063"/>
          </a:xfrm>
          <a:prstGeom prst="rect">
            <a:avLst/>
          </a:prstGeom>
          <a:pattFill prst="wdUpDiag">
            <a:fgClr>
              <a:schemeClr val="accent1"/>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6282545" y="1811617"/>
            <a:ext cx="3730625" cy="2024063"/>
          </a:xfrm>
          <a:prstGeom prst="rect">
            <a:avLst/>
          </a:prstGeom>
          <a:pattFill prst="wdUpDiag">
            <a:fgClr>
              <a:schemeClr val="accent1"/>
            </a:fgClr>
            <a:bgClr>
              <a:schemeClr val="bg1"/>
            </a:bgClr>
          </a:pattFill>
        </p:spPr>
        <p:txBody>
          <a:bodyPr/>
          <a:lstStyle/>
          <a:p>
            <a:endParaRPr lang="zh-CN" altLang="en-US"/>
          </a:p>
        </p:txBody>
      </p:sp>
      <p:sp>
        <p:nvSpPr>
          <p:cNvPr id="19" name="图片占位符 16"/>
          <p:cNvSpPr>
            <a:spLocks noGrp="1"/>
          </p:cNvSpPr>
          <p:nvPr>
            <p:ph type="pic" sz="quarter" idx="15"/>
          </p:nvPr>
        </p:nvSpPr>
        <p:spPr>
          <a:xfrm>
            <a:off x="6282545" y="4008500"/>
            <a:ext cx="3730625" cy="2024063"/>
          </a:xfrm>
          <a:prstGeom prst="rect">
            <a:avLst/>
          </a:prstGeom>
          <a:pattFill prst="wdUpDiag">
            <a:fgClr>
              <a:schemeClr val="accent1"/>
            </a:fgClr>
            <a:bgClr>
              <a:schemeClr val="bg1"/>
            </a:bgClr>
          </a:pattFill>
        </p:spPr>
        <p:txBody>
          <a:bodyPr/>
          <a:lstStyle/>
          <a:p>
            <a:endParaRPr lang="zh-CN" altLang="en-US"/>
          </a:p>
        </p:txBody>
      </p:sp>
      <p:sp>
        <p:nvSpPr>
          <p:cNvPr id="20" name="图片占位符 16"/>
          <p:cNvSpPr>
            <a:spLocks noGrp="1"/>
          </p:cNvSpPr>
          <p:nvPr>
            <p:ph type="pic" sz="quarter" idx="16"/>
          </p:nvPr>
        </p:nvSpPr>
        <p:spPr>
          <a:xfrm>
            <a:off x="2169395" y="4008500"/>
            <a:ext cx="3730625" cy="2024063"/>
          </a:xfrm>
          <a:prstGeom prst="rect">
            <a:avLst/>
          </a:prstGeom>
          <a:pattFill prst="wdUpDiag">
            <a:fgClr>
              <a:schemeClr val="accent1"/>
            </a:fgClr>
            <a:bgClr>
              <a:schemeClr val="bg1"/>
            </a:bgClr>
          </a:pattFill>
        </p:spPr>
        <p:txBody>
          <a:bodyPr/>
          <a:lstStyle/>
          <a:p>
            <a:endParaRPr lang="zh-CN" altLang="en-US"/>
          </a:p>
        </p:txBody>
      </p:sp>
      <p:sp>
        <p:nvSpPr>
          <p:cNvPr id="21" name="菱形 20"/>
          <p:cNvSpPr/>
          <p:nvPr userDrawn="1"/>
        </p:nvSpPr>
        <p:spPr>
          <a:xfrm>
            <a:off x="5143500" y="2921597"/>
            <a:ext cx="1905000" cy="1905000"/>
          </a:xfrm>
          <a:prstGeom prst="diamond">
            <a:avLst/>
          </a:prstGeom>
          <a:solidFill>
            <a:schemeClr val="accent1"/>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6" name="矩形 5"/>
          <p:cNvSpPr/>
          <p:nvPr userDrawn="1"/>
        </p:nvSpPr>
        <p:spPr>
          <a:xfrm>
            <a:off x="9750303" y="1807761"/>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 name="矩形 6"/>
          <p:cNvSpPr/>
          <p:nvPr userDrawn="1"/>
        </p:nvSpPr>
        <p:spPr>
          <a:xfrm>
            <a:off x="1974037" y="5733953"/>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p:cNvSpPr/>
          <p:nvPr userDrawn="1"/>
        </p:nvSpPr>
        <p:spPr>
          <a:xfrm>
            <a:off x="9750303" y="5611038"/>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 name="矩形 8"/>
          <p:cNvSpPr/>
          <p:nvPr userDrawn="1"/>
        </p:nvSpPr>
        <p:spPr>
          <a:xfrm>
            <a:off x="1974037" y="1807761"/>
            <a:ext cx="507046" cy="369332"/>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有图分段式-25">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0" name="矩形 9"/>
          <p:cNvSpPr/>
          <p:nvPr userDrawn="1"/>
        </p:nvSpPr>
        <p:spPr>
          <a:xfrm>
            <a:off x="4758846" y="3288948"/>
            <a:ext cx="2827402" cy="1450663"/>
          </a:xfrm>
          <a:prstGeom prst="rect">
            <a:avLst/>
          </a:prstGeom>
          <a:solidFill>
            <a:schemeClr val="accent1"/>
          </a:solid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7" name="图片占位符 16"/>
          <p:cNvSpPr>
            <a:spLocks noGrp="1"/>
          </p:cNvSpPr>
          <p:nvPr>
            <p:ph type="pic" sz="quarter" idx="13"/>
          </p:nvPr>
        </p:nvSpPr>
        <p:spPr>
          <a:xfrm>
            <a:off x="1674367"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18" name="图片占位符 16"/>
          <p:cNvSpPr>
            <a:spLocks noGrp="1"/>
          </p:cNvSpPr>
          <p:nvPr>
            <p:ph type="pic" sz="quarter" idx="14"/>
          </p:nvPr>
        </p:nvSpPr>
        <p:spPr>
          <a:xfrm>
            <a:off x="4758846"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19" name="图片占位符 16"/>
          <p:cNvSpPr>
            <a:spLocks noGrp="1"/>
          </p:cNvSpPr>
          <p:nvPr>
            <p:ph type="pic" sz="quarter" idx="15"/>
          </p:nvPr>
        </p:nvSpPr>
        <p:spPr>
          <a:xfrm>
            <a:off x="7759080" y="1705462"/>
            <a:ext cx="2827337" cy="1449388"/>
          </a:xfrm>
          <a:prstGeom prst="rect">
            <a:avLst/>
          </a:prstGeom>
          <a:pattFill prst="wdUpDiag">
            <a:fgClr>
              <a:schemeClr val="accent1"/>
            </a:fgClr>
            <a:bgClr>
              <a:schemeClr val="bg1"/>
            </a:bgClr>
          </a:pattFill>
        </p:spPr>
        <p:txBody>
          <a:bodyPr/>
          <a:lstStyle/>
          <a:p>
            <a:endParaRPr lang="zh-CN" altLang="en-US"/>
          </a:p>
        </p:txBody>
      </p:sp>
      <p:sp>
        <p:nvSpPr>
          <p:cNvPr id="20" name="图片占位符 16"/>
          <p:cNvSpPr>
            <a:spLocks noGrp="1"/>
          </p:cNvSpPr>
          <p:nvPr>
            <p:ph type="pic" sz="quarter" idx="16"/>
          </p:nvPr>
        </p:nvSpPr>
        <p:spPr>
          <a:xfrm>
            <a:off x="7759080" y="3289585"/>
            <a:ext cx="2827337" cy="1449388"/>
          </a:xfrm>
          <a:prstGeom prst="rect">
            <a:avLst/>
          </a:prstGeom>
          <a:pattFill prst="wdUpDiag">
            <a:fgClr>
              <a:schemeClr val="accent1"/>
            </a:fgClr>
            <a:bgClr>
              <a:schemeClr val="bg1"/>
            </a:bgClr>
          </a:pattFill>
        </p:spPr>
        <p:txBody>
          <a:bodyPr/>
          <a:lstStyle/>
          <a:p>
            <a:endParaRPr lang="zh-CN" altLang="en-US"/>
          </a:p>
        </p:txBody>
      </p:sp>
      <p:sp>
        <p:nvSpPr>
          <p:cNvPr id="21" name="图片占位符 16"/>
          <p:cNvSpPr>
            <a:spLocks noGrp="1"/>
          </p:cNvSpPr>
          <p:nvPr>
            <p:ph type="pic" sz="quarter" idx="17"/>
          </p:nvPr>
        </p:nvSpPr>
        <p:spPr>
          <a:xfrm>
            <a:off x="7759080"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2" name="图片占位符 16"/>
          <p:cNvSpPr>
            <a:spLocks noGrp="1"/>
          </p:cNvSpPr>
          <p:nvPr>
            <p:ph type="pic" sz="quarter" idx="18"/>
          </p:nvPr>
        </p:nvSpPr>
        <p:spPr>
          <a:xfrm>
            <a:off x="4758846"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3" name="图片占位符 16"/>
          <p:cNvSpPr>
            <a:spLocks noGrp="1"/>
          </p:cNvSpPr>
          <p:nvPr>
            <p:ph type="pic" sz="quarter" idx="19"/>
          </p:nvPr>
        </p:nvSpPr>
        <p:spPr>
          <a:xfrm>
            <a:off x="1674367" y="4861517"/>
            <a:ext cx="2827337" cy="1449388"/>
          </a:xfrm>
          <a:prstGeom prst="rect">
            <a:avLst/>
          </a:prstGeom>
          <a:pattFill prst="wdUpDiag">
            <a:fgClr>
              <a:schemeClr val="accent1"/>
            </a:fgClr>
            <a:bgClr>
              <a:schemeClr val="bg1"/>
            </a:bgClr>
          </a:pattFill>
        </p:spPr>
        <p:txBody>
          <a:bodyPr/>
          <a:lstStyle/>
          <a:p>
            <a:endParaRPr lang="zh-CN" altLang="en-US"/>
          </a:p>
        </p:txBody>
      </p:sp>
      <p:sp>
        <p:nvSpPr>
          <p:cNvPr id="24" name="图片占位符 16"/>
          <p:cNvSpPr>
            <a:spLocks noGrp="1"/>
          </p:cNvSpPr>
          <p:nvPr>
            <p:ph type="pic" sz="quarter" idx="20"/>
          </p:nvPr>
        </p:nvSpPr>
        <p:spPr>
          <a:xfrm>
            <a:off x="1674367" y="3289585"/>
            <a:ext cx="2827337" cy="1449388"/>
          </a:xfrm>
          <a:prstGeom prst="rect">
            <a:avLst/>
          </a:prstGeom>
          <a:pattFill prst="wdUpDiag">
            <a:fgClr>
              <a:schemeClr val="accent1"/>
            </a:fgClr>
            <a:bgClr>
              <a:schemeClr val="bg1"/>
            </a:bgClr>
          </a:pattFill>
        </p:spPr>
        <p:txBody>
          <a:bodyPr/>
          <a:lstStyle/>
          <a:p>
            <a:endParaRPr lang="zh-CN" altLang="en-US"/>
          </a:p>
        </p:txBody>
      </p:sp>
      <p:cxnSp>
        <p:nvCxnSpPr>
          <p:cNvPr id="6" name="直接连接符 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逻辑-2">
    <p:spTree>
      <p:nvGrpSpPr>
        <p:cNvPr id="1" name=""/>
        <p:cNvGrpSpPr/>
        <p:nvPr/>
      </p:nvGrpSpPr>
      <p:grpSpPr>
        <a:xfrm>
          <a:off x="0" y="0"/>
          <a:ext cx="0" cy="0"/>
          <a:chOff x="0" y="0"/>
          <a:chExt cx="0" cy="0"/>
        </a:xfrm>
      </p:grpSpPr>
      <p:pic>
        <p:nvPicPr>
          <p:cNvPr id="68" name="图片 67"/>
          <p:cNvPicPr>
            <a:picLocks noChangeAspect="1"/>
          </p:cNvPicPr>
          <p:nvPr userDrawn="1"/>
        </p:nvPicPr>
        <p:blipFill>
          <a:blip r:embed="rId2"/>
          <a:stretch>
            <a:fillRect/>
          </a:stretch>
        </p:blipFill>
        <p:spPr>
          <a:xfrm>
            <a:off x="0" y="0"/>
            <a:ext cx="12172950" cy="6892113"/>
          </a:xfrm>
          <a:prstGeom prst="rect">
            <a:avLst/>
          </a:prstGeom>
        </p:spPr>
      </p:pic>
      <p:sp>
        <p:nvSpPr>
          <p:cNvPr id="11"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13" name="PA-矩形 3"/>
          <p:cNvSpPr/>
          <p:nvPr userDrawn="1">
            <p:custDataLst>
              <p:tags r:id="rId3"/>
            </p:custDataLst>
          </p:nvPr>
        </p:nvSpPr>
        <p:spPr>
          <a:xfrm flipH="1">
            <a:off x="0" y="4218893"/>
            <a:ext cx="12192000" cy="137144"/>
          </a:xfrm>
          <a:prstGeom prst="rect">
            <a:avLst/>
          </a:prstGeom>
          <a:solidFill>
            <a:schemeClr val="accent4"/>
          </a:solidFill>
          <a:ln>
            <a:noFill/>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i="0" u="none" strike="noStrike" kern="0" cap="none" spc="0" normalizeH="0" baseline="0" noProof="0">
              <a:ln>
                <a:noFill/>
              </a:ln>
              <a:solidFill>
                <a:prstClr val="white"/>
              </a:solidFill>
              <a:effectLst/>
              <a:uLnTx/>
              <a:uFillTx/>
              <a:cs typeface="+mn-ea"/>
              <a:sym typeface="+mn-lt"/>
            </a:endParaRPr>
          </a:p>
        </p:txBody>
      </p:sp>
      <p:sp>
        <p:nvSpPr>
          <p:cNvPr id="14" name="PA-平行四边形 2"/>
          <p:cNvSpPr/>
          <p:nvPr userDrawn="1">
            <p:custDataLst>
              <p:tags r:id="rId4"/>
            </p:custDataLst>
          </p:nvPr>
        </p:nvSpPr>
        <p:spPr>
          <a:xfrm flipH="1">
            <a:off x="622245" y="4218892"/>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cxnSp>
        <p:nvCxnSpPr>
          <p:cNvPr id="15" name="PA-直接连接符 4"/>
          <p:cNvCxnSpPr/>
          <p:nvPr userDrawn="1">
            <p:custDataLst>
              <p:tags r:id="rId5"/>
            </p:custDataLst>
          </p:nvPr>
        </p:nvCxnSpPr>
        <p:spPr>
          <a:xfrm>
            <a:off x="809184" y="3311275"/>
            <a:ext cx="0" cy="917343"/>
          </a:xfrm>
          <a:prstGeom prst="line">
            <a:avLst/>
          </a:prstGeom>
          <a:noFill/>
          <a:ln w="12700" cap="flat" cmpd="sng" algn="ctr">
            <a:solidFill>
              <a:schemeClr val="accent1">
                <a:shade val="50000"/>
              </a:schemeClr>
            </a:solidFill>
            <a:prstDash val="solid"/>
            <a:miter lim="800000"/>
            <a:headEnd type="oval"/>
          </a:ln>
          <a:effectLst/>
        </p:spPr>
      </p:cxnSp>
      <p:sp>
        <p:nvSpPr>
          <p:cNvPr id="19" name="PA-平行四边形 2"/>
          <p:cNvSpPr/>
          <p:nvPr userDrawn="1">
            <p:custDataLst>
              <p:tags r:id="rId6"/>
            </p:custDataLst>
          </p:nvPr>
        </p:nvSpPr>
        <p:spPr>
          <a:xfrm flipH="1">
            <a:off x="1805457" y="4218891"/>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0" name="PA-平行四边形 2"/>
          <p:cNvSpPr/>
          <p:nvPr userDrawn="1">
            <p:custDataLst>
              <p:tags r:id="rId7"/>
            </p:custDataLst>
          </p:nvPr>
        </p:nvSpPr>
        <p:spPr>
          <a:xfrm flipH="1">
            <a:off x="2988669" y="4218890"/>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cxnSp>
        <p:nvCxnSpPr>
          <p:cNvPr id="29" name="PA-直接连接符 4"/>
          <p:cNvCxnSpPr/>
          <p:nvPr userDrawn="1">
            <p:custDataLst>
              <p:tags r:id="rId8"/>
            </p:custDataLst>
          </p:nvPr>
        </p:nvCxnSpPr>
        <p:spPr>
          <a:xfrm flipV="1">
            <a:off x="2013548" y="4320175"/>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33" name="PA-直接连接符 4"/>
          <p:cNvCxnSpPr/>
          <p:nvPr userDrawn="1">
            <p:custDataLst>
              <p:tags r:id="rId9"/>
            </p:custDataLst>
          </p:nvPr>
        </p:nvCxnSpPr>
        <p:spPr>
          <a:xfrm>
            <a:off x="3130249" y="331127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35" name="PA-直接连接符 4"/>
          <p:cNvCxnSpPr/>
          <p:nvPr userDrawn="1">
            <p:custDataLst>
              <p:tags r:id="rId10"/>
            </p:custDataLst>
          </p:nvPr>
        </p:nvCxnSpPr>
        <p:spPr>
          <a:xfrm flipV="1">
            <a:off x="4366982" y="4320175"/>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37" name="PA-直接连接符 4"/>
          <p:cNvCxnSpPr/>
          <p:nvPr userDrawn="1">
            <p:custDataLst>
              <p:tags r:id="rId11"/>
            </p:custDataLst>
          </p:nvPr>
        </p:nvCxnSpPr>
        <p:spPr>
          <a:xfrm>
            <a:off x="5501906" y="331127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39" name="PA-直接连接符 4"/>
          <p:cNvCxnSpPr/>
          <p:nvPr userDrawn="1">
            <p:custDataLst>
              <p:tags r:id="rId12"/>
            </p:custDataLst>
          </p:nvPr>
        </p:nvCxnSpPr>
        <p:spPr>
          <a:xfrm flipV="1">
            <a:off x="6753477" y="4331605"/>
            <a:ext cx="0" cy="767394"/>
          </a:xfrm>
          <a:prstGeom prst="line">
            <a:avLst/>
          </a:prstGeom>
          <a:noFill/>
          <a:ln w="12700" cap="flat" cmpd="sng" algn="ctr">
            <a:solidFill>
              <a:schemeClr val="accent1">
                <a:shade val="50000"/>
              </a:schemeClr>
            </a:solidFill>
            <a:prstDash val="solid"/>
            <a:miter lim="800000"/>
            <a:headEnd type="oval"/>
          </a:ln>
          <a:effectLst/>
        </p:spPr>
      </p:cxnSp>
      <p:sp>
        <p:nvSpPr>
          <p:cNvPr id="40" name="PA-Inhaltsplatzhalter 4"/>
          <p:cNvSpPr txBox="1"/>
          <p:nvPr userDrawn="1">
            <p:custDataLst>
              <p:tags r:id="rId13"/>
            </p:custDataLst>
          </p:nvPr>
        </p:nvSpPr>
        <p:spPr>
          <a:xfrm>
            <a:off x="6832462" y="5050149"/>
            <a:ext cx="933888" cy="153888"/>
          </a:xfrm>
          <a:prstGeom prst="rect">
            <a:avLst/>
          </a:prstGeom>
        </p:spPr>
        <p:txBody>
          <a:bodyPr wrap="square" lIns="0" tIns="0" rIns="0" bIns="0" anchor="ctr">
            <a:spAutoFit/>
          </a:bodyPr>
          <a:lstStyle>
            <a:lvl1pPr marL="273050" indent="-273050" algn="l" defTabSz="913765"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20" indent="-273050" algn="l" defTabSz="913765"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70" indent="-177800" algn="l" defTabSz="913765"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370" indent="-17780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240" indent="-179070" algn="l" defTabSz="913765"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9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7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4930" indent="-228600" algn="l" defTabSz="913765"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spcAft>
                <a:spcPts val="1200"/>
              </a:spcAft>
              <a:buNone/>
            </a:pPr>
            <a:r>
              <a:rPr lang="zh-CN" altLang="en-US" sz="1000" dirty="0">
                <a:solidFill>
                  <a:schemeClr val="tx1">
                    <a:lumMod val="75000"/>
                    <a:lumOff val="25000"/>
                  </a:schemeClr>
                </a:solidFill>
                <a:latin typeface="+mn-lt"/>
                <a:cs typeface="+mn-ea"/>
                <a:sym typeface="+mn-lt"/>
              </a:rPr>
              <a:t>”</a:t>
            </a:r>
            <a:endParaRPr lang="zh-CN" altLang="en-US" sz="1000" dirty="0">
              <a:solidFill>
                <a:schemeClr val="tx1">
                  <a:lumMod val="75000"/>
                  <a:lumOff val="25000"/>
                </a:schemeClr>
              </a:solidFill>
              <a:latin typeface="+mn-lt"/>
              <a:cs typeface="+mn-ea"/>
              <a:sym typeface="+mn-lt"/>
            </a:endParaRPr>
          </a:p>
        </p:txBody>
      </p:sp>
      <p:cxnSp>
        <p:nvCxnSpPr>
          <p:cNvPr id="42" name="PA-直接连接符 4"/>
          <p:cNvCxnSpPr/>
          <p:nvPr userDrawn="1">
            <p:custDataLst>
              <p:tags r:id="rId14"/>
            </p:custDataLst>
          </p:nvPr>
        </p:nvCxnSpPr>
        <p:spPr>
          <a:xfrm>
            <a:off x="7837117" y="3334135"/>
            <a:ext cx="0" cy="917343"/>
          </a:xfrm>
          <a:prstGeom prst="line">
            <a:avLst/>
          </a:prstGeom>
          <a:noFill/>
          <a:ln w="12700" cap="flat" cmpd="sng" algn="ctr">
            <a:solidFill>
              <a:schemeClr val="accent1">
                <a:shade val="50000"/>
              </a:schemeClr>
            </a:solidFill>
            <a:prstDash val="solid"/>
            <a:miter lim="800000"/>
            <a:headEnd type="oval"/>
          </a:ln>
          <a:effectLst/>
        </p:spPr>
      </p:cxnSp>
      <p:cxnSp>
        <p:nvCxnSpPr>
          <p:cNvPr id="44" name="PA-直接连接符 4"/>
          <p:cNvCxnSpPr/>
          <p:nvPr userDrawn="1">
            <p:custDataLst>
              <p:tags r:id="rId15"/>
            </p:custDataLst>
          </p:nvPr>
        </p:nvCxnSpPr>
        <p:spPr>
          <a:xfrm flipV="1">
            <a:off x="9075100" y="4343033"/>
            <a:ext cx="0" cy="767394"/>
          </a:xfrm>
          <a:prstGeom prst="line">
            <a:avLst/>
          </a:prstGeom>
          <a:noFill/>
          <a:ln w="12700" cap="flat" cmpd="sng" algn="ctr">
            <a:solidFill>
              <a:schemeClr val="accent1">
                <a:shade val="50000"/>
              </a:schemeClr>
            </a:solidFill>
            <a:prstDash val="solid"/>
            <a:miter lim="800000"/>
            <a:headEnd type="oval"/>
          </a:ln>
          <a:effectLst/>
        </p:spPr>
      </p:cxnSp>
      <p:cxnSp>
        <p:nvCxnSpPr>
          <p:cNvPr id="46" name="PA-直接连接符 4"/>
          <p:cNvCxnSpPr/>
          <p:nvPr userDrawn="1">
            <p:custDataLst>
              <p:tags r:id="rId16"/>
            </p:custDataLst>
          </p:nvPr>
        </p:nvCxnSpPr>
        <p:spPr>
          <a:xfrm>
            <a:off x="10197162" y="3357117"/>
            <a:ext cx="0" cy="917343"/>
          </a:xfrm>
          <a:prstGeom prst="line">
            <a:avLst/>
          </a:prstGeom>
          <a:noFill/>
          <a:ln w="12700" cap="flat" cmpd="sng" algn="ctr">
            <a:solidFill>
              <a:schemeClr val="accent1">
                <a:shade val="50000"/>
              </a:schemeClr>
            </a:solidFill>
            <a:prstDash val="solid"/>
            <a:miter lim="800000"/>
            <a:headEnd type="oval"/>
          </a:ln>
          <a:effectLst/>
        </p:spPr>
      </p:cxnSp>
      <p:sp>
        <p:nvSpPr>
          <p:cNvPr id="30" name="文本占位符 6"/>
          <p:cNvSpPr>
            <a:spLocks noGrp="1"/>
          </p:cNvSpPr>
          <p:nvPr>
            <p:ph type="body" sz="quarter" idx="13"/>
          </p:nvPr>
        </p:nvSpPr>
        <p:spPr>
          <a:xfrm>
            <a:off x="971239" y="3228271"/>
            <a:ext cx="1118946" cy="626171"/>
          </a:xfrm>
          <a:prstGeom prst="rect">
            <a:avLst/>
          </a:prstGeom>
        </p:spPr>
        <p:txBody>
          <a:bodyPr/>
          <a:lstStyle>
            <a:lvl1pPr marL="0" indent="0">
              <a:buNone/>
              <a:defRPr sz="12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31" name="文本占位符 6"/>
          <p:cNvSpPr>
            <a:spLocks noGrp="1"/>
          </p:cNvSpPr>
          <p:nvPr>
            <p:ph type="body" sz="quarter" idx="14"/>
          </p:nvPr>
        </p:nvSpPr>
        <p:spPr>
          <a:xfrm>
            <a:off x="3292302" y="3258400"/>
            <a:ext cx="1169535" cy="626171"/>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48" name="文本占位符 6"/>
          <p:cNvSpPr>
            <a:spLocks noGrp="1"/>
          </p:cNvSpPr>
          <p:nvPr>
            <p:ph type="body" sz="quarter" idx="15"/>
          </p:nvPr>
        </p:nvSpPr>
        <p:spPr>
          <a:xfrm>
            <a:off x="5666467" y="3274714"/>
            <a:ext cx="1169535" cy="626171"/>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49" name="文本占位符 6"/>
          <p:cNvSpPr>
            <a:spLocks noGrp="1"/>
          </p:cNvSpPr>
          <p:nvPr>
            <p:ph type="body" sz="quarter" idx="16"/>
          </p:nvPr>
        </p:nvSpPr>
        <p:spPr>
          <a:xfrm>
            <a:off x="7992989" y="3276044"/>
            <a:ext cx="1082112" cy="374139"/>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en-US" altLang="zh-CN" sz="1100" dirty="0">
              <a:solidFill>
                <a:schemeClr val="tx1">
                  <a:lumMod val="75000"/>
                  <a:lumOff val="25000"/>
                </a:schemeClr>
              </a:solidFill>
              <a:latin typeface="+mn-lt"/>
              <a:cs typeface="+mn-ea"/>
              <a:sym typeface="+mn-lt"/>
            </a:endParaRPr>
          </a:p>
        </p:txBody>
      </p:sp>
      <p:sp>
        <p:nvSpPr>
          <p:cNvPr id="50" name="文本占位符 6"/>
          <p:cNvSpPr>
            <a:spLocks noGrp="1"/>
          </p:cNvSpPr>
          <p:nvPr>
            <p:ph type="body" sz="quarter" idx="17"/>
          </p:nvPr>
        </p:nvSpPr>
        <p:spPr>
          <a:xfrm>
            <a:off x="10353032" y="3283375"/>
            <a:ext cx="1288805" cy="617510"/>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1" name="文本占位符 6"/>
          <p:cNvSpPr>
            <a:spLocks noGrp="1"/>
          </p:cNvSpPr>
          <p:nvPr>
            <p:ph type="body" sz="quarter" idx="18"/>
          </p:nvPr>
        </p:nvSpPr>
        <p:spPr>
          <a:xfrm>
            <a:off x="2203353" y="4705792"/>
            <a:ext cx="1118946" cy="428547"/>
          </a:xfrm>
          <a:prstGeom prst="rect">
            <a:avLst/>
          </a:prstGeom>
        </p:spPr>
        <p:txBody>
          <a:bodyPr/>
          <a:lstStyle>
            <a:lvl1pPr marL="0" indent="0">
              <a:buNone/>
              <a:defRPr sz="12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2" name="文本占位符 6"/>
          <p:cNvSpPr>
            <a:spLocks noGrp="1"/>
          </p:cNvSpPr>
          <p:nvPr>
            <p:ph type="body" sz="quarter" idx="19"/>
          </p:nvPr>
        </p:nvSpPr>
        <p:spPr>
          <a:xfrm>
            <a:off x="4539259" y="4705792"/>
            <a:ext cx="872408" cy="393207"/>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24" name="PA-平行四边形 2"/>
          <p:cNvSpPr/>
          <p:nvPr userDrawn="1">
            <p:custDataLst>
              <p:tags r:id="rId17"/>
            </p:custDataLst>
          </p:nvPr>
        </p:nvSpPr>
        <p:spPr>
          <a:xfrm flipH="1">
            <a:off x="4171881" y="4216431"/>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5" name="PA-平行四边形 2"/>
          <p:cNvSpPr/>
          <p:nvPr userDrawn="1">
            <p:custDataLst>
              <p:tags r:id="rId18"/>
            </p:custDataLst>
          </p:nvPr>
        </p:nvSpPr>
        <p:spPr>
          <a:xfrm flipH="1">
            <a:off x="5355093" y="4218416"/>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6" name="PA-平行四边形 2"/>
          <p:cNvSpPr/>
          <p:nvPr userDrawn="1">
            <p:custDataLst>
              <p:tags r:id="rId19"/>
            </p:custDataLst>
          </p:nvPr>
        </p:nvSpPr>
        <p:spPr>
          <a:xfrm flipH="1">
            <a:off x="6538305" y="4218415"/>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7" name="PA-平行四边形 2"/>
          <p:cNvSpPr/>
          <p:nvPr userDrawn="1">
            <p:custDataLst>
              <p:tags r:id="rId20"/>
            </p:custDataLst>
          </p:nvPr>
        </p:nvSpPr>
        <p:spPr>
          <a:xfrm flipH="1">
            <a:off x="7721517" y="4218414"/>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28" name="PA-平行四边形 2"/>
          <p:cNvSpPr/>
          <p:nvPr userDrawn="1">
            <p:custDataLst>
              <p:tags r:id="rId21"/>
            </p:custDataLst>
          </p:nvPr>
        </p:nvSpPr>
        <p:spPr>
          <a:xfrm flipH="1">
            <a:off x="8904729" y="4212665"/>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41" name="PA-平行四边形 2"/>
          <p:cNvSpPr/>
          <p:nvPr userDrawn="1">
            <p:custDataLst>
              <p:tags r:id="rId22"/>
            </p:custDataLst>
          </p:nvPr>
        </p:nvSpPr>
        <p:spPr>
          <a:xfrm flipH="1">
            <a:off x="10087940" y="4210003"/>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53" name="文本占位符 6"/>
          <p:cNvSpPr>
            <a:spLocks noGrp="1"/>
          </p:cNvSpPr>
          <p:nvPr>
            <p:ph type="body" sz="quarter" idx="20"/>
          </p:nvPr>
        </p:nvSpPr>
        <p:spPr>
          <a:xfrm>
            <a:off x="6893942" y="4742788"/>
            <a:ext cx="1247269" cy="461250"/>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4" name="文本占位符 6"/>
          <p:cNvSpPr>
            <a:spLocks noGrp="1"/>
          </p:cNvSpPr>
          <p:nvPr>
            <p:ph type="body" sz="quarter" idx="21"/>
          </p:nvPr>
        </p:nvSpPr>
        <p:spPr>
          <a:xfrm>
            <a:off x="9245472" y="4808154"/>
            <a:ext cx="1107557" cy="530464"/>
          </a:xfrm>
          <a:prstGeom prst="rect">
            <a:avLst/>
          </a:prstGeom>
        </p:spPr>
        <p:txBody>
          <a:bodyPr/>
          <a:lstStyle>
            <a:lvl1pPr marL="0" indent="0">
              <a:buNone/>
              <a:defRPr sz="1000">
                <a:latin typeface="+mn-ea"/>
                <a:ea typeface="+mn-ea"/>
              </a:defRPr>
            </a:lvl1pPr>
          </a:lstStyle>
          <a:p>
            <a:pPr marL="0" indent="0">
              <a:lnSpc>
                <a:spcPct val="100000"/>
              </a:lnSpc>
              <a:spcAft>
                <a:spcPts val="1200"/>
              </a:spcAft>
              <a:buNone/>
            </a:pPr>
            <a:endParaRPr lang="zh-CN" altLang="en-US" sz="1100" dirty="0">
              <a:solidFill>
                <a:schemeClr val="tx1">
                  <a:lumMod val="75000"/>
                  <a:lumOff val="25000"/>
                </a:schemeClr>
              </a:solidFill>
              <a:latin typeface="+mn-lt"/>
              <a:cs typeface="+mn-ea"/>
              <a:sym typeface="+mn-lt"/>
            </a:endParaRPr>
          </a:p>
        </p:txBody>
      </p:sp>
      <p:sp>
        <p:nvSpPr>
          <p:cNvPr id="56" name="文本占位符 55"/>
          <p:cNvSpPr>
            <a:spLocks noGrp="1"/>
          </p:cNvSpPr>
          <p:nvPr>
            <p:ph type="body" sz="quarter" idx="22"/>
          </p:nvPr>
        </p:nvSpPr>
        <p:spPr>
          <a:xfrm>
            <a:off x="746972"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7" name="文本占位符 55"/>
          <p:cNvSpPr>
            <a:spLocks noGrp="1"/>
          </p:cNvSpPr>
          <p:nvPr>
            <p:ph type="body" sz="quarter" idx="23"/>
          </p:nvPr>
        </p:nvSpPr>
        <p:spPr>
          <a:xfrm>
            <a:off x="1956273"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8" name="文本占位符 55"/>
          <p:cNvSpPr>
            <a:spLocks noGrp="1"/>
          </p:cNvSpPr>
          <p:nvPr>
            <p:ph type="body" sz="quarter" idx="24"/>
          </p:nvPr>
        </p:nvSpPr>
        <p:spPr>
          <a:xfrm>
            <a:off x="3091108" y="4173777"/>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59" name="PA-平行四边形 2"/>
          <p:cNvSpPr/>
          <p:nvPr userDrawn="1">
            <p:custDataLst>
              <p:tags r:id="rId23"/>
            </p:custDataLst>
          </p:nvPr>
        </p:nvSpPr>
        <p:spPr>
          <a:xfrm flipH="1">
            <a:off x="4181754" y="4228618"/>
            <a:ext cx="801953" cy="137145"/>
          </a:xfrm>
          <a:prstGeom prst="parallelogram">
            <a:avLst>
              <a:gd name="adj" fmla="val 72727"/>
            </a:avLst>
          </a:prstGeom>
          <a:solidFill>
            <a:schemeClr val="accent3">
              <a:lumMod val="100000"/>
            </a:scheme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i="0" u="none" strike="noStrike" kern="0" cap="none" spc="0" normalizeH="0" baseline="0" noProof="0" dirty="0">
              <a:ln>
                <a:noFill/>
              </a:ln>
              <a:solidFill>
                <a:schemeClr val="lt1"/>
              </a:solidFill>
              <a:effectLst/>
              <a:uLnTx/>
              <a:uFillTx/>
              <a:cs typeface="+mn-ea"/>
              <a:sym typeface="+mn-lt"/>
            </a:endParaRPr>
          </a:p>
        </p:txBody>
      </p:sp>
      <p:sp>
        <p:nvSpPr>
          <p:cNvPr id="60" name="文本占位符 55"/>
          <p:cNvSpPr>
            <a:spLocks noGrp="1"/>
          </p:cNvSpPr>
          <p:nvPr>
            <p:ph type="body" sz="quarter" idx="25"/>
          </p:nvPr>
        </p:nvSpPr>
        <p:spPr>
          <a:xfrm>
            <a:off x="4284193" y="4174269"/>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lvl="0"/>
            <a:endParaRPr lang="zh-CN" altLang="en-US" dirty="0"/>
          </a:p>
        </p:txBody>
      </p:sp>
      <p:sp>
        <p:nvSpPr>
          <p:cNvPr id="61" name="文本占位符 55"/>
          <p:cNvSpPr>
            <a:spLocks noGrp="1"/>
          </p:cNvSpPr>
          <p:nvPr>
            <p:ph type="body" sz="quarter" idx="26"/>
          </p:nvPr>
        </p:nvSpPr>
        <p:spPr>
          <a:xfrm>
            <a:off x="5502171" y="4153111"/>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2" name="文本占位符 55"/>
          <p:cNvSpPr>
            <a:spLocks noGrp="1"/>
          </p:cNvSpPr>
          <p:nvPr>
            <p:ph type="body" sz="quarter" idx="27"/>
          </p:nvPr>
        </p:nvSpPr>
        <p:spPr>
          <a:xfrm>
            <a:off x="6600042" y="4143330"/>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5" name="文本占位符 55"/>
          <p:cNvSpPr>
            <a:spLocks noGrp="1"/>
          </p:cNvSpPr>
          <p:nvPr>
            <p:ph type="body" sz="quarter" idx="28"/>
          </p:nvPr>
        </p:nvSpPr>
        <p:spPr>
          <a:xfrm>
            <a:off x="7818490" y="4153111"/>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6" name="文本占位符 55"/>
          <p:cNvSpPr>
            <a:spLocks noGrp="1"/>
          </p:cNvSpPr>
          <p:nvPr>
            <p:ph type="body" sz="quarter" idx="29"/>
          </p:nvPr>
        </p:nvSpPr>
        <p:spPr>
          <a:xfrm>
            <a:off x="9001702" y="4143875"/>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sp>
        <p:nvSpPr>
          <p:cNvPr id="67" name="文本占位符 55"/>
          <p:cNvSpPr>
            <a:spLocks noGrp="1"/>
          </p:cNvSpPr>
          <p:nvPr>
            <p:ph type="body" sz="quarter" idx="30"/>
          </p:nvPr>
        </p:nvSpPr>
        <p:spPr>
          <a:xfrm>
            <a:off x="10211776" y="4153672"/>
            <a:ext cx="597073" cy="297184"/>
          </a:xfrm>
          <a:prstGeom prst="rect">
            <a:avLst/>
          </a:prstGeom>
          <a:noFill/>
          <a:ln>
            <a:noFill/>
          </a:ln>
        </p:spPr>
        <p:txBody>
          <a:bodyPr/>
          <a:lstStyle>
            <a:lvl1pPr marL="0" indent="0">
              <a:buNone/>
              <a:defRPr sz="1200">
                <a:solidFill>
                  <a:schemeClr val="bg1"/>
                </a:solidFill>
              </a:defRPr>
            </a:lvl1pPr>
            <a:lvl2pPr>
              <a:defRPr sz="900"/>
            </a:lvl2pPr>
            <a:lvl3pPr>
              <a:defRPr sz="900"/>
            </a:lvl3pPr>
            <a:lvl4pPr>
              <a:defRPr sz="900"/>
            </a:lvl4pPr>
            <a:lvl5pPr>
              <a:defRPr sz="900"/>
            </a:lvl5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1200" i="0" u="none" strike="noStrike" kern="0" cap="none" spc="0" normalizeH="0" baseline="0" noProof="0" dirty="0">
              <a:ln>
                <a:noFill/>
              </a:ln>
              <a:solidFill>
                <a:schemeClr val="lt1"/>
              </a:solidFill>
              <a:effectLst/>
              <a:uLnTx/>
              <a:uFillTx/>
              <a:cs typeface="+mn-ea"/>
              <a:sym typeface="+mn-lt"/>
            </a:endParaRPr>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24"/>
          <a:stretch>
            <a:fillRect/>
          </a:stretch>
        </p:blipFill>
        <p:spPr>
          <a:xfrm>
            <a:off x="10414000" y="386715"/>
            <a:ext cx="1228090" cy="318135"/>
          </a:xfrm>
          <a:prstGeom prst="rect">
            <a:avLst/>
          </a:prstGeom>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逻辑-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666750" y="1016332"/>
            <a:ext cx="10858500" cy="3080120"/>
            <a:chOff x="660400" y="1308764"/>
            <a:chExt cx="10858500" cy="3080120"/>
          </a:xfrm>
        </p:grpSpPr>
        <p:sp>
          <p:nvSpPr>
            <p:cNvPr id="3" name="文本框 31"/>
            <p:cNvSpPr txBox="1"/>
            <p:nvPr userDrawn="1"/>
          </p:nvSpPr>
          <p:spPr>
            <a:xfrm>
              <a:off x="673100" y="1308764"/>
              <a:ext cx="10845800" cy="852564"/>
            </a:xfrm>
            <a:prstGeom prst="rect">
              <a:avLst/>
            </a:prstGeom>
            <a:noFill/>
          </p:spPr>
          <p:txBody>
            <a:bodyPr vert="horz" wrap="square" rtlCol="0" anchor="t" anchorCtr="1">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dirty="0"/>
            </a:p>
          </p:txBody>
        </p:sp>
        <p:grpSp>
          <p:nvGrpSpPr>
            <p:cNvPr id="4" name="组合 3"/>
            <p:cNvGrpSpPr/>
            <p:nvPr userDrawn="1"/>
          </p:nvGrpSpPr>
          <p:grpSpPr>
            <a:xfrm>
              <a:off x="660400" y="2432706"/>
              <a:ext cx="2481128" cy="1956178"/>
              <a:chOff x="1008746" y="2254242"/>
              <a:chExt cx="2481128" cy="1956178"/>
            </a:xfrm>
          </p:grpSpPr>
          <p:sp>
            <p:nvSpPr>
              <p:cNvPr id="28" name="流程图: 资料带 27"/>
              <p:cNvSpPr/>
              <p:nvPr userDrawn="1"/>
            </p:nvSpPr>
            <p:spPr>
              <a:xfrm rot="6651585">
                <a:off x="1561541" y="2834884"/>
                <a:ext cx="1375536" cy="1375536"/>
              </a:xfrm>
              <a:prstGeom prst="flowChartPunchedTape">
                <a:avLst/>
              </a:prstGeom>
              <a:solidFill>
                <a:schemeClr val="accent3">
                  <a:lumMod val="100000"/>
                </a:schemeClr>
              </a:solidFill>
              <a:ln>
                <a:noFill/>
              </a:ln>
              <a:effectLst>
                <a:outerShdw blurRad="127000" dist="508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29" name="任意多边形: 形状 28"/>
              <p:cNvSpPr/>
              <p:nvPr userDrawn="1"/>
            </p:nvSpPr>
            <p:spPr bwMode="auto">
              <a:xfrm>
                <a:off x="2059906" y="3244796"/>
                <a:ext cx="378806" cy="555713"/>
              </a:xfrm>
              <a:custGeom>
                <a:avLst/>
                <a:gdLst>
                  <a:gd name="connsiteX0" fmla="*/ 264933 w 587568"/>
                  <a:gd name="connsiteY0" fmla="*/ 574916 h 861969"/>
                  <a:gd name="connsiteX1" fmla="*/ 255005 w 587568"/>
                  <a:gd name="connsiteY1" fmla="*/ 584814 h 861969"/>
                  <a:gd name="connsiteX2" fmla="*/ 255005 w 587568"/>
                  <a:gd name="connsiteY2" fmla="*/ 614510 h 861969"/>
                  <a:gd name="connsiteX3" fmla="*/ 255005 w 587568"/>
                  <a:gd name="connsiteY3" fmla="*/ 624408 h 861969"/>
                  <a:gd name="connsiteX4" fmla="*/ 225224 w 587568"/>
                  <a:gd name="connsiteY4" fmla="*/ 748138 h 861969"/>
                  <a:gd name="connsiteX5" fmla="*/ 235151 w 587568"/>
                  <a:gd name="connsiteY5" fmla="*/ 767935 h 861969"/>
                  <a:gd name="connsiteX6" fmla="*/ 284787 w 587568"/>
                  <a:gd name="connsiteY6" fmla="*/ 817426 h 861969"/>
                  <a:gd name="connsiteX7" fmla="*/ 304642 w 587568"/>
                  <a:gd name="connsiteY7" fmla="*/ 817426 h 861969"/>
                  <a:gd name="connsiteX8" fmla="*/ 354278 w 587568"/>
                  <a:gd name="connsiteY8" fmla="*/ 767935 h 861969"/>
                  <a:gd name="connsiteX9" fmla="*/ 359241 w 587568"/>
                  <a:gd name="connsiteY9" fmla="*/ 748138 h 861969"/>
                  <a:gd name="connsiteX10" fmla="*/ 334423 w 587568"/>
                  <a:gd name="connsiteY10" fmla="*/ 624408 h 861969"/>
                  <a:gd name="connsiteX11" fmla="*/ 329460 w 587568"/>
                  <a:gd name="connsiteY11" fmla="*/ 614510 h 861969"/>
                  <a:gd name="connsiteX12" fmla="*/ 334423 w 587568"/>
                  <a:gd name="connsiteY12" fmla="*/ 584814 h 861969"/>
                  <a:gd name="connsiteX13" fmla="*/ 324496 w 587568"/>
                  <a:gd name="connsiteY13" fmla="*/ 574916 h 861969"/>
                  <a:gd name="connsiteX14" fmla="*/ 264933 w 587568"/>
                  <a:gd name="connsiteY14" fmla="*/ 574916 h 861969"/>
                  <a:gd name="connsiteX15" fmla="*/ 165660 w 587568"/>
                  <a:gd name="connsiteY15" fmla="*/ 525424 h 861969"/>
                  <a:gd name="connsiteX16" fmla="*/ 175587 w 587568"/>
                  <a:gd name="connsiteY16" fmla="*/ 525424 h 861969"/>
                  <a:gd name="connsiteX17" fmla="*/ 418805 w 587568"/>
                  <a:gd name="connsiteY17" fmla="*/ 525424 h 861969"/>
                  <a:gd name="connsiteX18" fmla="*/ 483332 w 587568"/>
                  <a:gd name="connsiteY18" fmla="*/ 579865 h 861969"/>
                  <a:gd name="connsiteX19" fmla="*/ 587568 w 587568"/>
                  <a:gd name="connsiteY19" fmla="*/ 847122 h 861969"/>
                  <a:gd name="connsiteX20" fmla="*/ 572677 w 587568"/>
                  <a:gd name="connsiteY20" fmla="*/ 861969 h 861969"/>
                  <a:gd name="connsiteX21" fmla="*/ 508150 w 587568"/>
                  <a:gd name="connsiteY21" fmla="*/ 861969 h 861969"/>
                  <a:gd name="connsiteX22" fmla="*/ 488296 w 587568"/>
                  <a:gd name="connsiteY22" fmla="*/ 847122 h 861969"/>
                  <a:gd name="connsiteX23" fmla="*/ 443623 w 587568"/>
                  <a:gd name="connsiteY23" fmla="*/ 718443 h 861969"/>
                  <a:gd name="connsiteX24" fmla="*/ 438659 w 587568"/>
                  <a:gd name="connsiteY24" fmla="*/ 718443 h 861969"/>
                  <a:gd name="connsiteX25" fmla="*/ 438659 w 587568"/>
                  <a:gd name="connsiteY25" fmla="*/ 837223 h 861969"/>
                  <a:gd name="connsiteX26" fmla="*/ 423769 w 587568"/>
                  <a:gd name="connsiteY26" fmla="*/ 861969 h 861969"/>
                  <a:gd name="connsiteX27" fmla="*/ 175587 w 587568"/>
                  <a:gd name="connsiteY27" fmla="*/ 861969 h 861969"/>
                  <a:gd name="connsiteX28" fmla="*/ 160697 w 587568"/>
                  <a:gd name="connsiteY28" fmla="*/ 842172 h 861969"/>
                  <a:gd name="connsiteX29" fmla="*/ 160697 w 587568"/>
                  <a:gd name="connsiteY29" fmla="*/ 723392 h 861969"/>
                  <a:gd name="connsiteX30" fmla="*/ 155733 w 587568"/>
                  <a:gd name="connsiteY30" fmla="*/ 718443 h 861969"/>
                  <a:gd name="connsiteX31" fmla="*/ 106097 w 587568"/>
                  <a:gd name="connsiteY31" fmla="*/ 847122 h 861969"/>
                  <a:gd name="connsiteX32" fmla="*/ 91206 w 587568"/>
                  <a:gd name="connsiteY32" fmla="*/ 861969 h 861969"/>
                  <a:gd name="connsiteX33" fmla="*/ 16751 w 587568"/>
                  <a:gd name="connsiteY33" fmla="*/ 861969 h 861969"/>
                  <a:gd name="connsiteX34" fmla="*/ 1861 w 587568"/>
                  <a:gd name="connsiteY34" fmla="*/ 847122 h 861969"/>
                  <a:gd name="connsiteX35" fmla="*/ 101133 w 587568"/>
                  <a:gd name="connsiteY35" fmla="*/ 579865 h 861969"/>
                  <a:gd name="connsiteX36" fmla="*/ 165660 w 587568"/>
                  <a:gd name="connsiteY36" fmla="*/ 525424 h 861969"/>
                  <a:gd name="connsiteX37" fmla="*/ 293949 w 587568"/>
                  <a:gd name="connsiteY37" fmla="*/ 346849 h 861969"/>
                  <a:gd name="connsiteX38" fmla="*/ 309402 w 587568"/>
                  <a:gd name="connsiteY38" fmla="*/ 364020 h 861969"/>
                  <a:gd name="connsiteX39" fmla="*/ 293949 w 587568"/>
                  <a:gd name="connsiteY39" fmla="*/ 381191 h 861969"/>
                  <a:gd name="connsiteX40" fmla="*/ 278496 w 587568"/>
                  <a:gd name="connsiteY40" fmla="*/ 364020 h 861969"/>
                  <a:gd name="connsiteX41" fmla="*/ 293949 w 587568"/>
                  <a:gd name="connsiteY41" fmla="*/ 346849 h 861969"/>
                  <a:gd name="connsiteX42" fmla="*/ 293948 w 587568"/>
                  <a:gd name="connsiteY42" fmla="*/ 212916 h 861969"/>
                  <a:gd name="connsiteX43" fmla="*/ 312835 w 587568"/>
                  <a:gd name="connsiteY43" fmla="*/ 227698 h 861969"/>
                  <a:gd name="connsiteX44" fmla="*/ 303392 w 587568"/>
                  <a:gd name="connsiteY44" fmla="*/ 316390 h 861969"/>
                  <a:gd name="connsiteX45" fmla="*/ 293948 w 587568"/>
                  <a:gd name="connsiteY45" fmla="*/ 326244 h 861969"/>
                  <a:gd name="connsiteX46" fmla="*/ 279783 w 587568"/>
                  <a:gd name="connsiteY46" fmla="*/ 316390 h 861969"/>
                  <a:gd name="connsiteX47" fmla="*/ 275061 w 587568"/>
                  <a:gd name="connsiteY47" fmla="*/ 227698 h 861969"/>
                  <a:gd name="connsiteX48" fmla="*/ 293948 w 587568"/>
                  <a:gd name="connsiteY48" fmla="*/ 212916 h 861969"/>
                  <a:gd name="connsiteX49" fmla="*/ 294702 w 587568"/>
                  <a:gd name="connsiteY49" fmla="*/ 170529 h 861969"/>
                  <a:gd name="connsiteX50" fmla="*/ 186014 w 587568"/>
                  <a:gd name="connsiteY50" fmla="*/ 265606 h 861969"/>
                  <a:gd name="connsiteX51" fmla="*/ 220597 w 587568"/>
                  <a:gd name="connsiteY51" fmla="*/ 340666 h 861969"/>
                  <a:gd name="connsiteX52" fmla="*/ 255179 w 587568"/>
                  <a:gd name="connsiteY52" fmla="*/ 410723 h 861969"/>
                  <a:gd name="connsiteX53" fmla="*/ 260119 w 587568"/>
                  <a:gd name="connsiteY53" fmla="*/ 415727 h 861969"/>
                  <a:gd name="connsiteX54" fmla="*/ 294702 w 587568"/>
                  <a:gd name="connsiteY54" fmla="*/ 420731 h 861969"/>
                  <a:gd name="connsiteX55" fmla="*/ 324344 w 587568"/>
                  <a:gd name="connsiteY55" fmla="*/ 415727 h 861969"/>
                  <a:gd name="connsiteX56" fmla="*/ 329284 w 587568"/>
                  <a:gd name="connsiteY56" fmla="*/ 410723 h 861969"/>
                  <a:gd name="connsiteX57" fmla="*/ 363866 w 587568"/>
                  <a:gd name="connsiteY57" fmla="*/ 340666 h 861969"/>
                  <a:gd name="connsiteX58" fmla="*/ 398449 w 587568"/>
                  <a:gd name="connsiteY58" fmla="*/ 265606 h 861969"/>
                  <a:gd name="connsiteX59" fmla="*/ 294702 w 587568"/>
                  <a:gd name="connsiteY59" fmla="*/ 170529 h 861969"/>
                  <a:gd name="connsiteX60" fmla="*/ 294702 w 587568"/>
                  <a:gd name="connsiteY60" fmla="*/ 130497 h 861969"/>
                  <a:gd name="connsiteX61" fmla="*/ 393508 w 587568"/>
                  <a:gd name="connsiteY61" fmla="*/ 170529 h 861969"/>
                  <a:gd name="connsiteX62" fmla="*/ 433031 w 587568"/>
                  <a:gd name="connsiteY62" fmla="*/ 265606 h 861969"/>
                  <a:gd name="connsiteX63" fmla="*/ 388568 w 587568"/>
                  <a:gd name="connsiteY63" fmla="*/ 370691 h 861969"/>
                  <a:gd name="connsiteX64" fmla="*/ 363866 w 587568"/>
                  <a:gd name="connsiteY64" fmla="*/ 405719 h 861969"/>
                  <a:gd name="connsiteX65" fmla="*/ 373747 w 587568"/>
                  <a:gd name="connsiteY65" fmla="*/ 420731 h 861969"/>
                  <a:gd name="connsiteX66" fmla="*/ 344105 w 587568"/>
                  <a:gd name="connsiteY66" fmla="*/ 455759 h 861969"/>
                  <a:gd name="connsiteX67" fmla="*/ 339165 w 587568"/>
                  <a:gd name="connsiteY67" fmla="*/ 460763 h 861969"/>
                  <a:gd name="connsiteX68" fmla="*/ 294702 w 587568"/>
                  <a:gd name="connsiteY68" fmla="*/ 480779 h 861969"/>
                  <a:gd name="connsiteX69" fmla="*/ 245298 w 587568"/>
                  <a:gd name="connsiteY69" fmla="*/ 460763 h 861969"/>
                  <a:gd name="connsiteX70" fmla="*/ 245298 w 587568"/>
                  <a:gd name="connsiteY70" fmla="*/ 455759 h 861969"/>
                  <a:gd name="connsiteX71" fmla="*/ 215656 w 587568"/>
                  <a:gd name="connsiteY71" fmla="*/ 420731 h 861969"/>
                  <a:gd name="connsiteX72" fmla="*/ 220597 w 587568"/>
                  <a:gd name="connsiteY72" fmla="*/ 405719 h 861969"/>
                  <a:gd name="connsiteX73" fmla="*/ 200835 w 587568"/>
                  <a:gd name="connsiteY73" fmla="*/ 370691 h 861969"/>
                  <a:gd name="connsiteX74" fmla="*/ 195895 w 587568"/>
                  <a:gd name="connsiteY74" fmla="*/ 370691 h 861969"/>
                  <a:gd name="connsiteX75" fmla="*/ 151432 w 587568"/>
                  <a:gd name="connsiteY75" fmla="*/ 265606 h 861969"/>
                  <a:gd name="connsiteX76" fmla="*/ 195895 w 587568"/>
                  <a:gd name="connsiteY76" fmla="*/ 170529 h 861969"/>
                  <a:gd name="connsiteX77" fmla="*/ 294702 w 587568"/>
                  <a:gd name="connsiteY77" fmla="*/ 130497 h 861969"/>
                  <a:gd name="connsiteX78" fmla="*/ 81664 w 587568"/>
                  <a:gd name="connsiteY78" fmla="*/ 91128 h 861969"/>
                  <a:gd name="connsiteX79" fmla="*/ 96304 w 587568"/>
                  <a:gd name="connsiteY79" fmla="*/ 94194 h 861969"/>
                  <a:gd name="connsiteX80" fmla="*/ 140225 w 587568"/>
                  <a:gd name="connsiteY80" fmla="*/ 118724 h 861969"/>
                  <a:gd name="connsiteX81" fmla="*/ 145105 w 587568"/>
                  <a:gd name="connsiteY81" fmla="*/ 148159 h 861969"/>
                  <a:gd name="connsiteX82" fmla="*/ 130465 w 587568"/>
                  <a:gd name="connsiteY82" fmla="*/ 157971 h 861969"/>
                  <a:gd name="connsiteX83" fmla="*/ 120705 w 587568"/>
                  <a:gd name="connsiteY83" fmla="*/ 153065 h 861969"/>
                  <a:gd name="connsiteX84" fmla="*/ 76784 w 587568"/>
                  <a:gd name="connsiteY84" fmla="*/ 128536 h 861969"/>
                  <a:gd name="connsiteX85" fmla="*/ 67024 w 587568"/>
                  <a:gd name="connsiteY85" fmla="*/ 99100 h 861969"/>
                  <a:gd name="connsiteX86" fmla="*/ 81664 w 587568"/>
                  <a:gd name="connsiteY86" fmla="*/ 91128 h 861969"/>
                  <a:gd name="connsiteX87" fmla="*/ 504337 w 587568"/>
                  <a:gd name="connsiteY87" fmla="*/ 91128 h 861969"/>
                  <a:gd name="connsiteX88" fmla="*/ 517358 w 587568"/>
                  <a:gd name="connsiteY88" fmla="*/ 99100 h 861969"/>
                  <a:gd name="connsiteX89" fmla="*/ 507437 w 587568"/>
                  <a:gd name="connsiteY89" fmla="*/ 128536 h 861969"/>
                  <a:gd name="connsiteX90" fmla="*/ 462793 w 587568"/>
                  <a:gd name="connsiteY90" fmla="*/ 153065 h 861969"/>
                  <a:gd name="connsiteX91" fmla="*/ 452873 w 587568"/>
                  <a:gd name="connsiteY91" fmla="*/ 157971 h 861969"/>
                  <a:gd name="connsiteX92" fmla="*/ 437991 w 587568"/>
                  <a:gd name="connsiteY92" fmla="*/ 148159 h 861969"/>
                  <a:gd name="connsiteX93" fmla="*/ 442952 w 587568"/>
                  <a:gd name="connsiteY93" fmla="*/ 118724 h 861969"/>
                  <a:gd name="connsiteX94" fmla="*/ 487595 w 587568"/>
                  <a:gd name="connsiteY94" fmla="*/ 94194 h 861969"/>
                  <a:gd name="connsiteX95" fmla="*/ 504337 w 587568"/>
                  <a:gd name="connsiteY95" fmla="*/ 91128 h 861969"/>
                  <a:gd name="connsiteX96" fmla="*/ 293948 w 587568"/>
                  <a:gd name="connsiteY96" fmla="*/ 0 h 861969"/>
                  <a:gd name="connsiteX97" fmla="*/ 312835 w 587568"/>
                  <a:gd name="connsiteY97" fmla="*/ 19842 h 861969"/>
                  <a:gd name="connsiteX98" fmla="*/ 312835 w 587568"/>
                  <a:gd name="connsiteY98" fmla="*/ 69446 h 861969"/>
                  <a:gd name="connsiteX99" fmla="*/ 293948 w 587568"/>
                  <a:gd name="connsiteY99" fmla="*/ 89288 h 861969"/>
                  <a:gd name="connsiteX100" fmla="*/ 275061 w 587568"/>
                  <a:gd name="connsiteY100" fmla="*/ 69446 h 861969"/>
                  <a:gd name="connsiteX101" fmla="*/ 275061 w 587568"/>
                  <a:gd name="connsiteY101" fmla="*/ 19842 h 861969"/>
                  <a:gd name="connsiteX102" fmla="*/ 293948 w 587568"/>
                  <a:gd name="connsiteY102" fmla="*/ 0 h 861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7568" h="861969">
                    <a:moveTo>
                      <a:pt x="264933" y="574916"/>
                    </a:moveTo>
                    <a:cubicBezTo>
                      <a:pt x="259969" y="574916"/>
                      <a:pt x="255005" y="579865"/>
                      <a:pt x="255005" y="584814"/>
                    </a:cubicBezTo>
                    <a:cubicBezTo>
                      <a:pt x="255005" y="584814"/>
                      <a:pt x="255005" y="604611"/>
                      <a:pt x="255005" y="614510"/>
                    </a:cubicBezTo>
                    <a:cubicBezTo>
                      <a:pt x="255005" y="614510"/>
                      <a:pt x="255005" y="619459"/>
                      <a:pt x="255005" y="624408"/>
                    </a:cubicBezTo>
                    <a:cubicBezTo>
                      <a:pt x="255005" y="624408"/>
                      <a:pt x="255005" y="624408"/>
                      <a:pt x="225224" y="748138"/>
                    </a:cubicBezTo>
                    <a:cubicBezTo>
                      <a:pt x="225224" y="758036"/>
                      <a:pt x="230187" y="762985"/>
                      <a:pt x="235151" y="767935"/>
                    </a:cubicBezTo>
                    <a:cubicBezTo>
                      <a:pt x="235151" y="767935"/>
                      <a:pt x="235151" y="767935"/>
                      <a:pt x="284787" y="817426"/>
                    </a:cubicBezTo>
                    <a:cubicBezTo>
                      <a:pt x="289751" y="822376"/>
                      <a:pt x="299678" y="822376"/>
                      <a:pt x="304642" y="817426"/>
                    </a:cubicBezTo>
                    <a:cubicBezTo>
                      <a:pt x="304642" y="817426"/>
                      <a:pt x="304642" y="817426"/>
                      <a:pt x="354278" y="767935"/>
                    </a:cubicBezTo>
                    <a:cubicBezTo>
                      <a:pt x="359241" y="762985"/>
                      <a:pt x="359241" y="758036"/>
                      <a:pt x="359241" y="748138"/>
                    </a:cubicBezTo>
                    <a:cubicBezTo>
                      <a:pt x="359241" y="748138"/>
                      <a:pt x="359241" y="748138"/>
                      <a:pt x="334423" y="624408"/>
                    </a:cubicBezTo>
                    <a:cubicBezTo>
                      <a:pt x="334423" y="619459"/>
                      <a:pt x="329460" y="614510"/>
                      <a:pt x="329460" y="614510"/>
                    </a:cubicBezTo>
                    <a:cubicBezTo>
                      <a:pt x="334423" y="604611"/>
                      <a:pt x="334423" y="584814"/>
                      <a:pt x="334423" y="584814"/>
                    </a:cubicBezTo>
                    <a:cubicBezTo>
                      <a:pt x="334423" y="579865"/>
                      <a:pt x="329460" y="574916"/>
                      <a:pt x="324496" y="574916"/>
                    </a:cubicBezTo>
                    <a:cubicBezTo>
                      <a:pt x="324496" y="574916"/>
                      <a:pt x="324496" y="574916"/>
                      <a:pt x="264933" y="574916"/>
                    </a:cubicBezTo>
                    <a:close/>
                    <a:moveTo>
                      <a:pt x="165660" y="525424"/>
                    </a:moveTo>
                    <a:cubicBezTo>
                      <a:pt x="165660" y="525424"/>
                      <a:pt x="165660" y="525424"/>
                      <a:pt x="175587" y="525424"/>
                    </a:cubicBezTo>
                    <a:cubicBezTo>
                      <a:pt x="185515" y="525424"/>
                      <a:pt x="408878" y="525424"/>
                      <a:pt x="418805" y="525424"/>
                    </a:cubicBezTo>
                    <a:cubicBezTo>
                      <a:pt x="458514" y="525424"/>
                      <a:pt x="483332" y="569967"/>
                      <a:pt x="483332" y="579865"/>
                    </a:cubicBezTo>
                    <a:cubicBezTo>
                      <a:pt x="483332" y="579865"/>
                      <a:pt x="483332" y="579865"/>
                      <a:pt x="587568" y="847122"/>
                    </a:cubicBezTo>
                    <a:cubicBezTo>
                      <a:pt x="587568" y="852071"/>
                      <a:pt x="587568" y="861969"/>
                      <a:pt x="572677" y="861969"/>
                    </a:cubicBezTo>
                    <a:cubicBezTo>
                      <a:pt x="572677" y="861969"/>
                      <a:pt x="572677" y="861969"/>
                      <a:pt x="508150" y="861969"/>
                    </a:cubicBezTo>
                    <a:cubicBezTo>
                      <a:pt x="493259" y="861969"/>
                      <a:pt x="488296" y="847122"/>
                      <a:pt x="488296" y="847122"/>
                    </a:cubicBezTo>
                    <a:cubicBezTo>
                      <a:pt x="488296" y="847122"/>
                      <a:pt x="488296" y="847122"/>
                      <a:pt x="443623" y="718443"/>
                    </a:cubicBezTo>
                    <a:cubicBezTo>
                      <a:pt x="443623" y="718443"/>
                      <a:pt x="438659" y="708544"/>
                      <a:pt x="438659" y="718443"/>
                    </a:cubicBezTo>
                    <a:cubicBezTo>
                      <a:pt x="438659" y="743189"/>
                      <a:pt x="438659" y="802579"/>
                      <a:pt x="438659" y="837223"/>
                    </a:cubicBezTo>
                    <a:cubicBezTo>
                      <a:pt x="438659" y="852071"/>
                      <a:pt x="443623" y="861969"/>
                      <a:pt x="423769" y="861969"/>
                    </a:cubicBezTo>
                    <a:cubicBezTo>
                      <a:pt x="423769" y="861969"/>
                      <a:pt x="423769" y="861969"/>
                      <a:pt x="175587" y="861969"/>
                    </a:cubicBezTo>
                    <a:cubicBezTo>
                      <a:pt x="165660" y="861969"/>
                      <a:pt x="160697" y="852071"/>
                      <a:pt x="160697" y="842172"/>
                    </a:cubicBezTo>
                    <a:cubicBezTo>
                      <a:pt x="160697" y="812477"/>
                      <a:pt x="160697" y="748138"/>
                      <a:pt x="160697" y="723392"/>
                    </a:cubicBezTo>
                    <a:cubicBezTo>
                      <a:pt x="160697" y="703595"/>
                      <a:pt x="155733" y="718443"/>
                      <a:pt x="155733" y="718443"/>
                    </a:cubicBezTo>
                    <a:cubicBezTo>
                      <a:pt x="155733" y="718443"/>
                      <a:pt x="155733" y="718443"/>
                      <a:pt x="106097" y="847122"/>
                    </a:cubicBezTo>
                    <a:cubicBezTo>
                      <a:pt x="106097" y="847122"/>
                      <a:pt x="101133" y="861969"/>
                      <a:pt x="91206" y="861969"/>
                    </a:cubicBezTo>
                    <a:cubicBezTo>
                      <a:pt x="91206" y="861969"/>
                      <a:pt x="91206" y="861969"/>
                      <a:pt x="16751" y="861969"/>
                    </a:cubicBezTo>
                    <a:cubicBezTo>
                      <a:pt x="1861" y="861969"/>
                      <a:pt x="-3103" y="852071"/>
                      <a:pt x="1861" y="847122"/>
                    </a:cubicBezTo>
                    <a:cubicBezTo>
                      <a:pt x="1861" y="847122"/>
                      <a:pt x="1861" y="847122"/>
                      <a:pt x="101133" y="579865"/>
                    </a:cubicBezTo>
                    <a:cubicBezTo>
                      <a:pt x="106097" y="569967"/>
                      <a:pt x="120988" y="525424"/>
                      <a:pt x="165660" y="525424"/>
                    </a:cubicBezTo>
                    <a:close/>
                    <a:moveTo>
                      <a:pt x="293949" y="346849"/>
                    </a:moveTo>
                    <a:cubicBezTo>
                      <a:pt x="302483" y="346849"/>
                      <a:pt x="309402" y="354537"/>
                      <a:pt x="309402" y="364020"/>
                    </a:cubicBezTo>
                    <a:cubicBezTo>
                      <a:pt x="309402" y="373503"/>
                      <a:pt x="302483" y="381191"/>
                      <a:pt x="293949" y="381191"/>
                    </a:cubicBezTo>
                    <a:cubicBezTo>
                      <a:pt x="285415" y="381191"/>
                      <a:pt x="278496" y="373503"/>
                      <a:pt x="278496" y="364020"/>
                    </a:cubicBezTo>
                    <a:cubicBezTo>
                      <a:pt x="278496" y="354537"/>
                      <a:pt x="285415" y="346849"/>
                      <a:pt x="293949" y="346849"/>
                    </a:cubicBezTo>
                    <a:close/>
                    <a:moveTo>
                      <a:pt x="293948" y="212916"/>
                    </a:moveTo>
                    <a:cubicBezTo>
                      <a:pt x="303392" y="212916"/>
                      <a:pt x="312835" y="217843"/>
                      <a:pt x="312835" y="227698"/>
                    </a:cubicBezTo>
                    <a:lnTo>
                      <a:pt x="303392" y="316390"/>
                    </a:lnTo>
                    <a:cubicBezTo>
                      <a:pt x="303392" y="321317"/>
                      <a:pt x="298670" y="326244"/>
                      <a:pt x="293948" y="326244"/>
                    </a:cubicBezTo>
                    <a:cubicBezTo>
                      <a:pt x="284505" y="326244"/>
                      <a:pt x="279783" y="321317"/>
                      <a:pt x="279783" y="316390"/>
                    </a:cubicBezTo>
                    <a:cubicBezTo>
                      <a:pt x="275061" y="227698"/>
                      <a:pt x="275061" y="227698"/>
                      <a:pt x="275061" y="227698"/>
                    </a:cubicBezTo>
                    <a:cubicBezTo>
                      <a:pt x="275061" y="217843"/>
                      <a:pt x="279783" y="212916"/>
                      <a:pt x="293948" y="212916"/>
                    </a:cubicBezTo>
                    <a:close/>
                    <a:moveTo>
                      <a:pt x="294702" y="170529"/>
                    </a:moveTo>
                    <a:cubicBezTo>
                      <a:pt x="230477" y="170529"/>
                      <a:pt x="186014" y="210562"/>
                      <a:pt x="186014" y="265606"/>
                    </a:cubicBezTo>
                    <a:cubicBezTo>
                      <a:pt x="186014" y="310642"/>
                      <a:pt x="205776" y="325654"/>
                      <a:pt x="220597" y="340666"/>
                    </a:cubicBezTo>
                    <a:cubicBezTo>
                      <a:pt x="235418" y="355678"/>
                      <a:pt x="255179" y="375695"/>
                      <a:pt x="255179" y="410723"/>
                    </a:cubicBezTo>
                    <a:cubicBezTo>
                      <a:pt x="255179" y="410723"/>
                      <a:pt x="255179" y="415727"/>
                      <a:pt x="260119" y="415727"/>
                    </a:cubicBezTo>
                    <a:cubicBezTo>
                      <a:pt x="265060" y="415727"/>
                      <a:pt x="270000" y="420731"/>
                      <a:pt x="294702" y="420731"/>
                    </a:cubicBezTo>
                    <a:cubicBezTo>
                      <a:pt x="314463" y="420731"/>
                      <a:pt x="324344" y="415727"/>
                      <a:pt x="324344" y="415727"/>
                    </a:cubicBezTo>
                    <a:cubicBezTo>
                      <a:pt x="329284" y="415727"/>
                      <a:pt x="329284" y="410723"/>
                      <a:pt x="329284" y="410723"/>
                    </a:cubicBezTo>
                    <a:cubicBezTo>
                      <a:pt x="329284" y="380699"/>
                      <a:pt x="349045" y="360682"/>
                      <a:pt x="363866" y="340666"/>
                    </a:cubicBezTo>
                    <a:cubicBezTo>
                      <a:pt x="383628" y="325654"/>
                      <a:pt x="398449" y="310642"/>
                      <a:pt x="398449" y="265606"/>
                    </a:cubicBezTo>
                    <a:cubicBezTo>
                      <a:pt x="398449" y="210562"/>
                      <a:pt x="353986" y="170529"/>
                      <a:pt x="294702" y="170529"/>
                    </a:cubicBezTo>
                    <a:close/>
                    <a:moveTo>
                      <a:pt x="294702" y="130497"/>
                    </a:moveTo>
                    <a:cubicBezTo>
                      <a:pt x="329284" y="130497"/>
                      <a:pt x="363866" y="145509"/>
                      <a:pt x="393508" y="170529"/>
                    </a:cubicBezTo>
                    <a:cubicBezTo>
                      <a:pt x="418210" y="195549"/>
                      <a:pt x="433031" y="230578"/>
                      <a:pt x="433031" y="265606"/>
                    </a:cubicBezTo>
                    <a:cubicBezTo>
                      <a:pt x="433031" y="325654"/>
                      <a:pt x="408329" y="350674"/>
                      <a:pt x="388568" y="370691"/>
                    </a:cubicBezTo>
                    <a:cubicBezTo>
                      <a:pt x="373747" y="380699"/>
                      <a:pt x="358926" y="390707"/>
                      <a:pt x="363866" y="405719"/>
                    </a:cubicBezTo>
                    <a:cubicBezTo>
                      <a:pt x="368807" y="410723"/>
                      <a:pt x="373747" y="415727"/>
                      <a:pt x="373747" y="420731"/>
                    </a:cubicBezTo>
                    <a:cubicBezTo>
                      <a:pt x="373747" y="430739"/>
                      <a:pt x="368807" y="450755"/>
                      <a:pt x="344105" y="455759"/>
                    </a:cubicBezTo>
                    <a:cubicBezTo>
                      <a:pt x="339165" y="460763"/>
                      <a:pt x="339165" y="460763"/>
                      <a:pt x="339165" y="460763"/>
                    </a:cubicBezTo>
                    <a:cubicBezTo>
                      <a:pt x="334224" y="470771"/>
                      <a:pt x="319403" y="480779"/>
                      <a:pt x="294702" y="480779"/>
                    </a:cubicBezTo>
                    <a:cubicBezTo>
                      <a:pt x="265060" y="480779"/>
                      <a:pt x="255179" y="470771"/>
                      <a:pt x="245298" y="460763"/>
                    </a:cubicBezTo>
                    <a:cubicBezTo>
                      <a:pt x="245298" y="460763"/>
                      <a:pt x="245298" y="460763"/>
                      <a:pt x="245298" y="455759"/>
                    </a:cubicBezTo>
                    <a:cubicBezTo>
                      <a:pt x="215656" y="450755"/>
                      <a:pt x="215656" y="435743"/>
                      <a:pt x="215656" y="420731"/>
                    </a:cubicBezTo>
                    <a:cubicBezTo>
                      <a:pt x="215656" y="415727"/>
                      <a:pt x="220597" y="410723"/>
                      <a:pt x="220597" y="405719"/>
                    </a:cubicBezTo>
                    <a:cubicBezTo>
                      <a:pt x="225537" y="390707"/>
                      <a:pt x="210716" y="380699"/>
                      <a:pt x="200835" y="370691"/>
                    </a:cubicBezTo>
                    <a:cubicBezTo>
                      <a:pt x="200835" y="370691"/>
                      <a:pt x="200835" y="370691"/>
                      <a:pt x="195895" y="370691"/>
                    </a:cubicBezTo>
                    <a:cubicBezTo>
                      <a:pt x="176134" y="350674"/>
                      <a:pt x="151432" y="325654"/>
                      <a:pt x="151432" y="265606"/>
                    </a:cubicBezTo>
                    <a:cubicBezTo>
                      <a:pt x="151432" y="230578"/>
                      <a:pt x="166253" y="195549"/>
                      <a:pt x="195895" y="170529"/>
                    </a:cubicBezTo>
                    <a:cubicBezTo>
                      <a:pt x="220597" y="145509"/>
                      <a:pt x="255179" y="130497"/>
                      <a:pt x="294702" y="130497"/>
                    </a:cubicBezTo>
                    <a:close/>
                    <a:moveTo>
                      <a:pt x="81664" y="91128"/>
                    </a:moveTo>
                    <a:cubicBezTo>
                      <a:pt x="86544" y="90515"/>
                      <a:pt x="91424" y="91741"/>
                      <a:pt x="96304" y="94194"/>
                    </a:cubicBezTo>
                    <a:cubicBezTo>
                      <a:pt x="140225" y="118724"/>
                      <a:pt x="140225" y="118724"/>
                      <a:pt x="140225" y="118724"/>
                    </a:cubicBezTo>
                    <a:cubicBezTo>
                      <a:pt x="149985" y="128536"/>
                      <a:pt x="154865" y="138347"/>
                      <a:pt x="145105" y="148159"/>
                    </a:cubicBezTo>
                    <a:cubicBezTo>
                      <a:pt x="145105" y="153065"/>
                      <a:pt x="135345" y="157971"/>
                      <a:pt x="130465" y="157971"/>
                    </a:cubicBezTo>
                    <a:cubicBezTo>
                      <a:pt x="125585" y="157971"/>
                      <a:pt x="120705" y="157971"/>
                      <a:pt x="120705" y="153065"/>
                    </a:cubicBezTo>
                    <a:cubicBezTo>
                      <a:pt x="76784" y="128536"/>
                      <a:pt x="76784" y="128536"/>
                      <a:pt x="76784" y="128536"/>
                    </a:cubicBezTo>
                    <a:cubicBezTo>
                      <a:pt x="67024" y="123630"/>
                      <a:pt x="62144" y="108912"/>
                      <a:pt x="67024" y="99100"/>
                    </a:cubicBezTo>
                    <a:cubicBezTo>
                      <a:pt x="71904" y="94194"/>
                      <a:pt x="76784" y="91741"/>
                      <a:pt x="81664" y="91128"/>
                    </a:cubicBezTo>
                    <a:close/>
                    <a:moveTo>
                      <a:pt x="504337" y="91128"/>
                    </a:moveTo>
                    <a:cubicBezTo>
                      <a:pt x="509917" y="91741"/>
                      <a:pt x="514878" y="94194"/>
                      <a:pt x="517358" y="99100"/>
                    </a:cubicBezTo>
                    <a:cubicBezTo>
                      <a:pt x="522318" y="108912"/>
                      <a:pt x="517358" y="123630"/>
                      <a:pt x="507437" y="128536"/>
                    </a:cubicBezTo>
                    <a:cubicBezTo>
                      <a:pt x="462793" y="153065"/>
                      <a:pt x="462793" y="153065"/>
                      <a:pt x="462793" y="153065"/>
                    </a:cubicBezTo>
                    <a:cubicBezTo>
                      <a:pt x="462793" y="157971"/>
                      <a:pt x="457833" y="157971"/>
                      <a:pt x="452873" y="157971"/>
                    </a:cubicBezTo>
                    <a:cubicBezTo>
                      <a:pt x="447912" y="157971"/>
                      <a:pt x="442952" y="153065"/>
                      <a:pt x="437991" y="148159"/>
                    </a:cubicBezTo>
                    <a:cubicBezTo>
                      <a:pt x="433031" y="138347"/>
                      <a:pt x="433031" y="128536"/>
                      <a:pt x="442952" y="118724"/>
                    </a:cubicBezTo>
                    <a:cubicBezTo>
                      <a:pt x="487595" y="94194"/>
                      <a:pt x="487595" y="94194"/>
                      <a:pt x="487595" y="94194"/>
                    </a:cubicBezTo>
                    <a:cubicBezTo>
                      <a:pt x="492556" y="91741"/>
                      <a:pt x="498756" y="90515"/>
                      <a:pt x="504337" y="91128"/>
                    </a:cubicBezTo>
                    <a:close/>
                    <a:moveTo>
                      <a:pt x="293948" y="0"/>
                    </a:moveTo>
                    <a:cubicBezTo>
                      <a:pt x="303392" y="0"/>
                      <a:pt x="312835" y="9921"/>
                      <a:pt x="312835" y="19842"/>
                    </a:cubicBezTo>
                    <a:cubicBezTo>
                      <a:pt x="312835" y="69446"/>
                      <a:pt x="312835" y="69446"/>
                      <a:pt x="312835" y="69446"/>
                    </a:cubicBezTo>
                    <a:cubicBezTo>
                      <a:pt x="312835" y="84327"/>
                      <a:pt x="303392" y="89288"/>
                      <a:pt x="293948" y="89288"/>
                    </a:cubicBezTo>
                    <a:cubicBezTo>
                      <a:pt x="279783" y="89288"/>
                      <a:pt x="275061" y="84327"/>
                      <a:pt x="275061" y="69446"/>
                    </a:cubicBezTo>
                    <a:cubicBezTo>
                      <a:pt x="275061" y="19842"/>
                      <a:pt x="275061" y="19842"/>
                      <a:pt x="275061" y="19842"/>
                    </a:cubicBezTo>
                    <a:cubicBezTo>
                      <a:pt x="275061" y="9921"/>
                      <a:pt x="279783" y="0"/>
                      <a:pt x="293948"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32" name="矩形 31"/>
              <p:cNvSpPr/>
              <p:nvPr userDrawn="1"/>
            </p:nvSpPr>
            <p:spPr>
              <a:xfrm>
                <a:off x="1008746"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01</a:t>
                </a:r>
                <a:endParaRPr lang="zh-CN" altLang="en-US" b="1" dirty="0"/>
              </a:p>
            </p:txBody>
          </p:sp>
        </p:grpSp>
        <p:grpSp>
          <p:nvGrpSpPr>
            <p:cNvPr id="5" name="组合 4"/>
            <p:cNvGrpSpPr/>
            <p:nvPr userDrawn="1"/>
          </p:nvGrpSpPr>
          <p:grpSpPr>
            <a:xfrm>
              <a:off x="3452857" y="2432706"/>
              <a:ext cx="2481128" cy="1956178"/>
              <a:chOff x="3612698" y="2254242"/>
              <a:chExt cx="2481128" cy="1956178"/>
            </a:xfrm>
          </p:grpSpPr>
          <p:sp>
            <p:nvSpPr>
              <p:cNvPr id="23" name="流程图: 资料带 22"/>
              <p:cNvSpPr/>
              <p:nvPr userDrawn="1"/>
            </p:nvSpPr>
            <p:spPr>
              <a:xfrm rot="14948415" flipV="1">
                <a:off x="4165493" y="2834884"/>
                <a:ext cx="1375536" cy="1375536"/>
              </a:xfrm>
              <a:prstGeom prst="flowChartPunchedTape">
                <a:avLst/>
              </a:prstGeom>
              <a:solidFill>
                <a:schemeClr val="accent2"/>
              </a:solidFill>
              <a:ln>
                <a:noFill/>
              </a:ln>
              <a:effectLst>
                <a:outerShdw blurRad="127000" dist="508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24" name="任意多边形: 形状 23"/>
              <p:cNvSpPr/>
              <p:nvPr userDrawn="1"/>
            </p:nvSpPr>
            <p:spPr bwMode="auto">
              <a:xfrm>
                <a:off x="4613553" y="3264720"/>
                <a:ext cx="479418" cy="515864"/>
              </a:xfrm>
              <a:custGeom>
                <a:avLst/>
                <a:gdLst>
                  <a:gd name="connsiteX0" fmla="*/ 624897 w 743627"/>
                  <a:gd name="connsiteY0" fmla="*/ 517493 h 800159"/>
                  <a:gd name="connsiteX1" fmla="*/ 656142 w 743627"/>
                  <a:gd name="connsiteY1" fmla="*/ 530056 h 800159"/>
                  <a:gd name="connsiteX2" fmla="*/ 693635 w 743627"/>
                  <a:gd name="connsiteY2" fmla="*/ 574026 h 800159"/>
                  <a:gd name="connsiteX3" fmla="*/ 699884 w 743627"/>
                  <a:gd name="connsiteY3" fmla="*/ 574026 h 800159"/>
                  <a:gd name="connsiteX4" fmla="*/ 706133 w 743627"/>
                  <a:gd name="connsiteY4" fmla="*/ 574026 h 800159"/>
                  <a:gd name="connsiteX5" fmla="*/ 743627 w 743627"/>
                  <a:gd name="connsiteY5" fmla="*/ 611715 h 800159"/>
                  <a:gd name="connsiteX6" fmla="*/ 706133 w 743627"/>
                  <a:gd name="connsiteY6" fmla="*/ 643123 h 800159"/>
                  <a:gd name="connsiteX7" fmla="*/ 674889 w 743627"/>
                  <a:gd name="connsiteY7" fmla="*/ 611715 h 800159"/>
                  <a:gd name="connsiteX8" fmla="*/ 668640 w 743627"/>
                  <a:gd name="connsiteY8" fmla="*/ 599152 h 800159"/>
                  <a:gd name="connsiteX9" fmla="*/ 643644 w 743627"/>
                  <a:gd name="connsiteY9" fmla="*/ 574026 h 800159"/>
                  <a:gd name="connsiteX10" fmla="*/ 631146 w 743627"/>
                  <a:gd name="connsiteY10" fmla="*/ 574026 h 800159"/>
                  <a:gd name="connsiteX11" fmla="*/ 393685 w 743627"/>
                  <a:gd name="connsiteY11" fmla="*/ 680811 h 800159"/>
                  <a:gd name="connsiteX12" fmla="*/ 387436 w 743627"/>
                  <a:gd name="connsiteY12" fmla="*/ 687093 h 800159"/>
                  <a:gd name="connsiteX13" fmla="*/ 387436 w 743627"/>
                  <a:gd name="connsiteY13" fmla="*/ 731063 h 800159"/>
                  <a:gd name="connsiteX14" fmla="*/ 387436 w 743627"/>
                  <a:gd name="connsiteY14" fmla="*/ 737345 h 800159"/>
                  <a:gd name="connsiteX15" fmla="*/ 399934 w 743627"/>
                  <a:gd name="connsiteY15" fmla="*/ 762470 h 800159"/>
                  <a:gd name="connsiteX16" fmla="*/ 368689 w 743627"/>
                  <a:gd name="connsiteY16" fmla="*/ 800159 h 800159"/>
                  <a:gd name="connsiteX17" fmla="*/ 331195 w 743627"/>
                  <a:gd name="connsiteY17" fmla="*/ 762470 h 800159"/>
                  <a:gd name="connsiteX18" fmla="*/ 343693 w 743627"/>
                  <a:gd name="connsiteY18" fmla="*/ 737345 h 800159"/>
                  <a:gd name="connsiteX19" fmla="*/ 349942 w 743627"/>
                  <a:gd name="connsiteY19" fmla="*/ 731063 h 800159"/>
                  <a:gd name="connsiteX20" fmla="*/ 349942 w 743627"/>
                  <a:gd name="connsiteY20" fmla="*/ 687093 h 800159"/>
                  <a:gd name="connsiteX21" fmla="*/ 337444 w 743627"/>
                  <a:gd name="connsiteY21" fmla="*/ 680811 h 800159"/>
                  <a:gd name="connsiteX22" fmla="*/ 99984 w 743627"/>
                  <a:gd name="connsiteY22" fmla="*/ 580308 h 800159"/>
                  <a:gd name="connsiteX23" fmla="*/ 87486 w 743627"/>
                  <a:gd name="connsiteY23" fmla="*/ 580308 h 800159"/>
                  <a:gd name="connsiteX24" fmla="*/ 68739 w 743627"/>
                  <a:gd name="connsiteY24" fmla="*/ 599152 h 800159"/>
                  <a:gd name="connsiteX25" fmla="*/ 68739 w 743627"/>
                  <a:gd name="connsiteY25" fmla="*/ 611715 h 800159"/>
                  <a:gd name="connsiteX26" fmla="*/ 31245 w 743627"/>
                  <a:gd name="connsiteY26" fmla="*/ 643123 h 800159"/>
                  <a:gd name="connsiteX27" fmla="*/ 0 w 743627"/>
                  <a:gd name="connsiteY27" fmla="*/ 611715 h 800159"/>
                  <a:gd name="connsiteX28" fmla="*/ 31245 w 743627"/>
                  <a:gd name="connsiteY28" fmla="*/ 574026 h 800159"/>
                  <a:gd name="connsiteX29" fmla="*/ 37494 w 743627"/>
                  <a:gd name="connsiteY29" fmla="*/ 574026 h 800159"/>
                  <a:gd name="connsiteX30" fmla="*/ 43743 w 743627"/>
                  <a:gd name="connsiteY30" fmla="*/ 574026 h 800159"/>
                  <a:gd name="connsiteX31" fmla="*/ 87486 w 743627"/>
                  <a:gd name="connsiteY31" fmla="*/ 530056 h 800159"/>
                  <a:gd name="connsiteX32" fmla="*/ 112482 w 743627"/>
                  <a:gd name="connsiteY32" fmla="*/ 530056 h 800159"/>
                  <a:gd name="connsiteX33" fmla="*/ 118730 w 743627"/>
                  <a:gd name="connsiteY33" fmla="*/ 542619 h 800159"/>
                  <a:gd name="connsiteX34" fmla="*/ 362440 w 743627"/>
                  <a:gd name="connsiteY34" fmla="*/ 643123 h 800159"/>
                  <a:gd name="connsiteX35" fmla="*/ 612399 w 743627"/>
                  <a:gd name="connsiteY35" fmla="*/ 536338 h 800159"/>
                  <a:gd name="connsiteX36" fmla="*/ 624897 w 743627"/>
                  <a:gd name="connsiteY36" fmla="*/ 517493 h 800159"/>
                  <a:gd name="connsiteX37" fmla="*/ 335818 w 743627"/>
                  <a:gd name="connsiteY37" fmla="*/ 339470 h 800159"/>
                  <a:gd name="connsiteX38" fmla="*/ 329536 w 743627"/>
                  <a:gd name="connsiteY38" fmla="*/ 351972 h 800159"/>
                  <a:gd name="connsiteX39" fmla="*/ 329536 w 743627"/>
                  <a:gd name="connsiteY39" fmla="*/ 370726 h 800159"/>
                  <a:gd name="connsiteX40" fmla="*/ 329536 w 743627"/>
                  <a:gd name="connsiteY40" fmla="*/ 383229 h 800159"/>
                  <a:gd name="connsiteX41" fmla="*/ 304411 w 743627"/>
                  <a:gd name="connsiteY41" fmla="*/ 489500 h 800159"/>
                  <a:gd name="connsiteX42" fmla="*/ 310692 w 743627"/>
                  <a:gd name="connsiteY42" fmla="*/ 502003 h 800159"/>
                  <a:gd name="connsiteX43" fmla="*/ 354662 w 743627"/>
                  <a:gd name="connsiteY43" fmla="*/ 545762 h 800159"/>
                  <a:gd name="connsiteX44" fmla="*/ 360944 w 743627"/>
                  <a:gd name="connsiteY44" fmla="*/ 545762 h 800159"/>
                  <a:gd name="connsiteX45" fmla="*/ 367225 w 743627"/>
                  <a:gd name="connsiteY45" fmla="*/ 545762 h 800159"/>
                  <a:gd name="connsiteX46" fmla="*/ 411195 w 743627"/>
                  <a:gd name="connsiteY46" fmla="*/ 502003 h 800159"/>
                  <a:gd name="connsiteX47" fmla="*/ 417477 w 743627"/>
                  <a:gd name="connsiteY47" fmla="*/ 489500 h 800159"/>
                  <a:gd name="connsiteX48" fmla="*/ 398632 w 743627"/>
                  <a:gd name="connsiteY48" fmla="*/ 383229 h 800159"/>
                  <a:gd name="connsiteX49" fmla="*/ 392351 w 743627"/>
                  <a:gd name="connsiteY49" fmla="*/ 370726 h 800159"/>
                  <a:gd name="connsiteX50" fmla="*/ 398632 w 743627"/>
                  <a:gd name="connsiteY50" fmla="*/ 351972 h 800159"/>
                  <a:gd name="connsiteX51" fmla="*/ 386069 w 743627"/>
                  <a:gd name="connsiteY51" fmla="*/ 339470 h 800159"/>
                  <a:gd name="connsiteX52" fmla="*/ 335818 w 743627"/>
                  <a:gd name="connsiteY52" fmla="*/ 339470 h 800159"/>
                  <a:gd name="connsiteX53" fmla="*/ 254159 w 743627"/>
                  <a:gd name="connsiteY53" fmla="*/ 295711 h 800159"/>
                  <a:gd name="connsiteX54" fmla="*/ 260440 w 743627"/>
                  <a:gd name="connsiteY54" fmla="*/ 295711 h 800159"/>
                  <a:gd name="connsiteX55" fmla="*/ 360944 w 743627"/>
                  <a:gd name="connsiteY55" fmla="*/ 295711 h 800159"/>
                  <a:gd name="connsiteX56" fmla="*/ 461447 w 743627"/>
                  <a:gd name="connsiteY56" fmla="*/ 295711 h 800159"/>
                  <a:gd name="connsiteX57" fmla="*/ 467728 w 743627"/>
                  <a:gd name="connsiteY57" fmla="*/ 295711 h 800159"/>
                  <a:gd name="connsiteX58" fmla="*/ 524262 w 743627"/>
                  <a:gd name="connsiteY58" fmla="*/ 339470 h 800159"/>
                  <a:gd name="connsiteX59" fmla="*/ 587076 w 743627"/>
                  <a:gd name="connsiteY59" fmla="*/ 502003 h 800159"/>
                  <a:gd name="connsiteX60" fmla="*/ 574513 w 743627"/>
                  <a:gd name="connsiteY60" fmla="*/ 527008 h 800159"/>
                  <a:gd name="connsiteX61" fmla="*/ 524262 w 743627"/>
                  <a:gd name="connsiteY61" fmla="*/ 552013 h 800159"/>
                  <a:gd name="connsiteX62" fmla="*/ 511699 w 743627"/>
                  <a:gd name="connsiteY62" fmla="*/ 545762 h 800159"/>
                  <a:gd name="connsiteX63" fmla="*/ 480291 w 743627"/>
                  <a:gd name="connsiteY63" fmla="*/ 464495 h 800159"/>
                  <a:gd name="connsiteX64" fmla="*/ 474010 w 743627"/>
                  <a:gd name="connsiteY64" fmla="*/ 464495 h 800159"/>
                  <a:gd name="connsiteX65" fmla="*/ 474010 w 743627"/>
                  <a:gd name="connsiteY65" fmla="*/ 545762 h 800159"/>
                  <a:gd name="connsiteX66" fmla="*/ 461447 w 743627"/>
                  <a:gd name="connsiteY66" fmla="*/ 570767 h 800159"/>
                  <a:gd name="connsiteX67" fmla="*/ 360944 w 743627"/>
                  <a:gd name="connsiteY67" fmla="*/ 595772 h 800159"/>
                  <a:gd name="connsiteX68" fmla="*/ 260440 w 743627"/>
                  <a:gd name="connsiteY68" fmla="*/ 570767 h 800159"/>
                  <a:gd name="connsiteX69" fmla="*/ 247877 w 743627"/>
                  <a:gd name="connsiteY69" fmla="*/ 545762 h 800159"/>
                  <a:gd name="connsiteX70" fmla="*/ 247877 w 743627"/>
                  <a:gd name="connsiteY70" fmla="*/ 464495 h 800159"/>
                  <a:gd name="connsiteX71" fmla="*/ 216470 w 743627"/>
                  <a:gd name="connsiteY71" fmla="*/ 545762 h 800159"/>
                  <a:gd name="connsiteX72" fmla="*/ 197626 w 743627"/>
                  <a:gd name="connsiteY72" fmla="*/ 552013 h 800159"/>
                  <a:gd name="connsiteX73" fmla="*/ 147374 w 743627"/>
                  <a:gd name="connsiteY73" fmla="*/ 527008 h 800159"/>
                  <a:gd name="connsiteX74" fmla="*/ 141093 w 743627"/>
                  <a:gd name="connsiteY74" fmla="*/ 502003 h 800159"/>
                  <a:gd name="connsiteX75" fmla="*/ 197626 w 743627"/>
                  <a:gd name="connsiteY75" fmla="*/ 339470 h 800159"/>
                  <a:gd name="connsiteX76" fmla="*/ 254159 w 743627"/>
                  <a:gd name="connsiteY76" fmla="*/ 295711 h 800159"/>
                  <a:gd name="connsiteX77" fmla="*/ 365291 w 743627"/>
                  <a:gd name="connsiteY77" fmla="*/ 0 h 800159"/>
                  <a:gd name="connsiteX78" fmla="*/ 495752 w 743627"/>
                  <a:gd name="connsiteY78" fmla="*/ 128287 h 800159"/>
                  <a:gd name="connsiteX79" fmla="*/ 365291 w 743627"/>
                  <a:gd name="connsiteY79" fmla="*/ 256574 h 800159"/>
                  <a:gd name="connsiteX80" fmla="*/ 234830 w 743627"/>
                  <a:gd name="connsiteY80" fmla="*/ 128287 h 800159"/>
                  <a:gd name="connsiteX81" fmla="*/ 365291 w 743627"/>
                  <a:gd name="connsiteY81" fmla="*/ 0 h 800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743627" h="800159">
                    <a:moveTo>
                      <a:pt x="624897" y="517493"/>
                    </a:moveTo>
                    <a:cubicBezTo>
                      <a:pt x="643644" y="517493"/>
                      <a:pt x="649893" y="523775"/>
                      <a:pt x="656142" y="530056"/>
                    </a:cubicBezTo>
                    <a:cubicBezTo>
                      <a:pt x="656142" y="530056"/>
                      <a:pt x="656142" y="530056"/>
                      <a:pt x="693635" y="574026"/>
                    </a:cubicBezTo>
                    <a:cubicBezTo>
                      <a:pt x="699884" y="574026"/>
                      <a:pt x="699884" y="574026"/>
                      <a:pt x="699884" y="574026"/>
                    </a:cubicBezTo>
                    <a:cubicBezTo>
                      <a:pt x="706133" y="574026"/>
                      <a:pt x="706133" y="574026"/>
                      <a:pt x="706133" y="574026"/>
                    </a:cubicBezTo>
                    <a:cubicBezTo>
                      <a:pt x="724880" y="574026"/>
                      <a:pt x="743627" y="592871"/>
                      <a:pt x="743627" y="611715"/>
                    </a:cubicBezTo>
                    <a:cubicBezTo>
                      <a:pt x="743627" y="630560"/>
                      <a:pt x="724880" y="643123"/>
                      <a:pt x="706133" y="643123"/>
                    </a:cubicBezTo>
                    <a:cubicBezTo>
                      <a:pt x="687387" y="643123"/>
                      <a:pt x="674889" y="630560"/>
                      <a:pt x="674889" y="611715"/>
                    </a:cubicBezTo>
                    <a:cubicBezTo>
                      <a:pt x="674889" y="605434"/>
                      <a:pt x="674889" y="605434"/>
                      <a:pt x="668640" y="599152"/>
                    </a:cubicBezTo>
                    <a:cubicBezTo>
                      <a:pt x="668640" y="599152"/>
                      <a:pt x="668640" y="599152"/>
                      <a:pt x="643644" y="574026"/>
                    </a:cubicBezTo>
                    <a:cubicBezTo>
                      <a:pt x="637395" y="567745"/>
                      <a:pt x="637395" y="574026"/>
                      <a:pt x="631146" y="574026"/>
                    </a:cubicBezTo>
                    <a:cubicBezTo>
                      <a:pt x="587403" y="630560"/>
                      <a:pt x="499917" y="668248"/>
                      <a:pt x="393685" y="680811"/>
                    </a:cubicBezTo>
                    <a:cubicBezTo>
                      <a:pt x="393685" y="680811"/>
                      <a:pt x="387436" y="680811"/>
                      <a:pt x="387436" y="687093"/>
                    </a:cubicBezTo>
                    <a:cubicBezTo>
                      <a:pt x="387436" y="687093"/>
                      <a:pt x="387436" y="687093"/>
                      <a:pt x="387436" y="731063"/>
                    </a:cubicBezTo>
                    <a:cubicBezTo>
                      <a:pt x="387436" y="737345"/>
                      <a:pt x="387436" y="737345"/>
                      <a:pt x="387436" y="737345"/>
                    </a:cubicBezTo>
                    <a:cubicBezTo>
                      <a:pt x="393685" y="743626"/>
                      <a:pt x="399934" y="756189"/>
                      <a:pt x="399934" y="762470"/>
                    </a:cubicBezTo>
                    <a:cubicBezTo>
                      <a:pt x="399934" y="781315"/>
                      <a:pt x="387436" y="800159"/>
                      <a:pt x="368689" y="800159"/>
                    </a:cubicBezTo>
                    <a:cubicBezTo>
                      <a:pt x="349942" y="800159"/>
                      <a:pt x="331195" y="781315"/>
                      <a:pt x="331195" y="762470"/>
                    </a:cubicBezTo>
                    <a:cubicBezTo>
                      <a:pt x="331195" y="756189"/>
                      <a:pt x="337444" y="743626"/>
                      <a:pt x="343693" y="737345"/>
                    </a:cubicBezTo>
                    <a:cubicBezTo>
                      <a:pt x="343693" y="737345"/>
                      <a:pt x="349942" y="737345"/>
                      <a:pt x="349942" y="731063"/>
                    </a:cubicBezTo>
                    <a:cubicBezTo>
                      <a:pt x="349942" y="731063"/>
                      <a:pt x="349942" y="731063"/>
                      <a:pt x="349942" y="687093"/>
                    </a:cubicBezTo>
                    <a:cubicBezTo>
                      <a:pt x="349942" y="680811"/>
                      <a:pt x="343693" y="680811"/>
                      <a:pt x="337444" y="680811"/>
                    </a:cubicBezTo>
                    <a:cubicBezTo>
                      <a:pt x="237461" y="674530"/>
                      <a:pt x="149975" y="636841"/>
                      <a:pt x="99984" y="580308"/>
                    </a:cubicBezTo>
                    <a:cubicBezTo>
                      <a:pt x="99984" y="580308"/>
                      <a:pt x="93735" y="574026"/>
                      <a:pt x="87486" y="580308"/>
                    </a:cubicBezTo>
                    <a:cubicBezTo>
                      <a:pt x="87486" y="580308"/>
                      <a:pt x="87486" y="580308"/>
                      <a:pt x="68739" y="599152"/>
                    </a:cubicBezTo>
                    <a:cubicBezTo>
                      <a:pt x="68739" y="605434"/>
                      <a:pt x="68739" y="605434"/>
                      <a:pt x="68739" y="611715"/>
                    </a:cubicBezTo>
                    <a:cubicBezTo>
                      <a:pt x="68739" y="630560"/>
                      <a:pt x="49992" y="643123"/>
                      <a:pt x="31245" y="643123"/>
                    </a:cubicBezTo>
                    <a:cubicBezTo>
                      <a:pt x="12498" y="643123"/>
                      <a:pt x="0" y="630560"/>
                      <a:pt x="0" y="611715"/>
                    </a:cubicBezTo>
                    <a:cubicBezTo>
                      <a:pt x="0" y="592871"/>
                      <a:pt x="12498" y="574026"/>
                      <a:pt x="31245" y="574026"/>
                    </a:cubicBezTo>
                    <a:cubicBezTo>
                      <a:pt x="37494" y="574026"/>
                      <a:pt x="37494" y="574026"/>
                      <a:pt x="37494" y="574026"/>
                    </a:cubicBezTo>
                    <a:cubicBezTo>
                      <a:pt x="37494" y="574026"/>
                      <a:pt x="43743" y="574026"/>
                      <a:pt x="43743" y="574026"/>
                    </a:cubicBezTo>
                    <a:cubicBezTo>
                      <a:pt x="43743" y="574026"/>
                      <a:pt x="43743" y="574026"/>
                      <a:pt x="87486" y="530056"/>
                    </a:cubicBezTo>
                    <a:cubicBezTo>
                      <a:pt x="93735" y="523775"/>
                      <a:pt x="106233" y="523775"/>
                      <a:pt x="112482" y="530056"/>
                    </a:cubicBezTo>
                    <a:cubicBezTo>
                      <a:pt x="112482" y="536338"/>
                      <a:pt x="118730" y="536338"/>
                      <a:pt x="118730" y="542619"/>
                    </a:cubicBezTo>
                    <a:cubicBezTo>
                      <a:pt x="143726" y="599152"/>
                      <a:pt x="249959" y="643123"/>
                      <a:pt x="362440" y="643123"/>
                    </a:cubicBezTo>
                    <a:cubicBezTo>
                      <a:pt x="474922" y="643123"/>
                      <a:pt x="593652" y="592871"/>
                      <a:pt x="612399" y="536338"/>
                    </a:cubicBezTo>
                    <a:cubicBezTo>
                      <a:pt x="618648" y="536338"/>
                      <a:pt x="618648" y="523775"/>
                      <a:pt x="624897" y="517493"/>
                    </a:cubicBezTo>
                    <a:close/>
                    <a:moveTo>
                      <a:pt x="335818" y="339470"/>
                    </a:moveTo>
                    <a:cubicBezTo>
                      <a:pt x="329536" y="339470"/>
                      <a:pt x="329536" y="345721"/>
                      <a:pt x="329536" y="351972"/>
                    </a:cubicBezTo>
                    <a:cubicBezTo>
                      <a:pt x="329536" y="351972"/>
                      <a:pt x="329536" y="364475"/>
                      <a:pt x="329536" y="370726"/>
                    </a:cubicBezTo>
                    <a:cubicBezTo>
                      <a:pt x="329536" y="370726"/>
                      <a:pt x="329536" y="376977"/>
                      <a:pt x="329536" y="383229"/>
                    </a:cubicBezTo>
                    <a:cubicBezTo>
                      <a:pt x="329536" y="383229"/>
                      <a:pt x="329536" y="383229"/>
                      <a:pt x="304411" y="489500"/>
                    </a:cubicBezTo>
                    <a:cubicBezTo>
                      <a:pt x="304411" y="495751"/>
                      <a:pt x="304411" y="502003"/>
                      <a:pt x="310692" y="502003"/>
                    </a:cubicBezTo>
                    <a:cubicBezTo>
                      <a:pt x="310692" y="502003"/>
                      <a:pt x="310692" y="502003"/>
                      <a:pt x="354662" y="545762"/>
                    </a:cubicBezTo>
                    <a:cubicBezTo>
                      <a:pt x="354662" y="545762"/>
                      <a:pt x="360944" y="545762"/>
                      <a:pt x="360944" y="545762"/>
                    </a:cubicBezTo>
                    <a:cubicBezTo>
                      <a:pt x="367225" y="545762"/>
                      <a:pt x="367225" y="545762"/>
                      <a:pt x="367225" y="545762"/>
                    </a:cubicBezTo>
                    <a:cubicBezTo>
                      <a:pt x="367225" y="545762"/>
                      <a:pt x="367225" y="545762"/>
                      <a:pt x="411195" y="502003"/>
                    </a:cubicBezTo>
                    <a:cubicBezTo>
                      <a:pt x="417477" y="502003"/>
                      <a:pt x="417477" y="495751"/>
                      <a:pt x="417477" y="489500"/>
                    </a:cubicBezTo>
                    <a:cubicBezTo>
                      <a:pt x="417477" y="489500"/>
                      <a:pt x="417477" y="489500"/>
                      <a:pt x="398632" y="383229"/>
                    </a:cubicBezTo>
                    <a:cubicBezTo>
                      <a:pt x="398632" y="376977"/>
                      <a:pt x="392351" y="370726"/>
                      <a:pt x="392351" y="370726"/>
                    </a:cubicBezTo>
                    <a:cubicBezTo>
                      <a:pt x="398632" y="364475"/>
                      <a:pt x="398632" y="351972"/>
                      <a:pt x="398632" y="351972"/>
                    </a:cubicBezTo>
                    <a:cubicBezTo>
                      <a:pt x="398632" y="345721"/>
                      <a:pt x="392351" y="339470"/>
                      <a:pt x="386069" y="339470"/>
                    </a:cubicBezTo>
                    <a:cubicBezTo>
                      <a:pt x="386069" y="339470"/>
                      <a:pt x="386069" y="339470"/>
                      <a:pt x="335818" y="339470"/>
                    </a:cubicBezTo>
                    <a:close/>
                    <a:moveTo>
                      <a:pt x="254159" y="295711"/>
                    </a:moveTo>
                    <a:cubicBezTo>
                      <a:pt x="254159" y="295711"/>
                      <a:pt x="254159" y="295711"/>
                      <a:pt x="260440" y="295711"/>
                    </a:cubicBezTo>
                    <a:cubicBezTo>
                      <a:pt x="266722" y="295711"/>
                      <a:pt x="310692" y="295711"/>
                      <a:pt x="360944" y="295711"/>
                    </a:cubicBezTo>
                    <a:cubicBezTo>
                      <a:pt x="411195" y="295711"/>
                      <a:pt x="461447" y="295711"/>
                      <a:pt x="461447" y="295711"/>
                    </a:cubicBezTo>
                    <a:cubicBezTo>
                      <a:pt x="461447" y="295711"/>
                      <a:pt x="461447" y="295711"/>
                      <a:pt x="467728" y="295711"/>
                    </a:cubicBezTo>
                    <a:cubicBezTo>
                      <a:pt x="511699" y="295711"/>
                      <a:pt x="524262" y="339470"/>
                      <a:pt x="524262" y="339470"/>
                    </a:cubicBezTo>
                    <a:cubicBezTo>
                      <a:pt x="524262" y="339470"/>
                      <a:pt x="524262" y="339470"/>
                      <a:pt x="587076" y="502003"/>
                    </a:cubicBezTo>
                    <a:cubicBezTo>
                      <a:pt x="587076" y="508254"/>
                      <a:pt x="587076" y="520757"/>
                      <a:pt x="574513" y="527008"/>
                    </a:cubicBezTo>
                    <a:cubicBezTo>
                      <a:pt x="561950" y="539511"/>
                      <a:pt x="543106" y="552013"/>
                      <a:pt x="524262" y="552013"/>
                    </a:cubicBezTo>
                    <a:cubicBezTo>
                      <a:pt x="511699" y="552013"/>
                      <a:pt x="511699" y="545762"/>
                      <a:pt x="511699" y="545762"/>
                    </a:cubicBezTo>
                    <a:cubicBezTo>
                      <a:pt x="511699" y="545762"/>
                      <a:pt x="511699" y="545762"/>
                      <a:pt x="480291" y="464495"/>
                    </a:cubicBezTo>
                    <a:cubicBezTo>
                      <a:pt x="480291" y="464495"/>
                      <a:pt x="474010" y="445741"/>
                      <a:pt x="474010" y="464495"/>
                    </a:cubicBezTo>
                    <a:cubicBezTo>
                      <a:pt x="474010" y="483249"/>
                      <a:pt x="474010" y="520757"/>
                      <a:pt x="474010" y="545762"/>
                    </a:cubicBezTo>
                    <a:cubicBezTo>
                      <a:pt x="474010" y="558265"/>
                      <a:pt x="474010" y="564516"/>
                      <a:pt x="461447" y="570767"/>
                    </a:cubicBezTo>
                    <a:cubicBezTo>
                      <a:pt x="430040" y="595772"/>
                      <a:pt x="398632" y="595772"/>
                      <a:pt x="360944" y="595772"/>
                    </a:cubicBezTo>
                    <a:cubicBezTo>
                      <a:pt x="323255" y="595772"/>
                      <a:pt x="298129" y="595772"/>
                      <a:pt x="260440" y="570767"/>
                    </a:cubicBezTo>
                    <a:cubicBezTo>
                      <a:pt x="254159" y="564516"/>
                      <a:pt x="247877" y="558265"/>
                      <a:pt x="247877" y="545762"/>
                    </a:cubicBezTo>
                    <a:cubicBezTo>
                      <a:pt x="247877" y="520757"/>
                      <a:pt x="247877" y="483249"/>
                      <a:pt x="247877" y="464495"/>
                    </a:cubicBezTo>
                    <a:cubicBezTo>
                      <a:pt x="247877" y="464495"/>
                      <a:pt x="247877" y="464495"/>
                      <a:pt x="216470" y="545762"/>
                    </a:cubicBezTo>
                    <a:cubicBezTo>
                      <a:pt x="216470" y="545762"/>
                      <a:pt x="210189" y="552013"/>
                      <a:pt x="197626" y="552013"/>
                    </a:cubicBezTo>
                    <a:cubicBezTo>
                      <a:pt x="178781" y="552013"/>
                      <a:pt x="159937" y="539511"/>
                      <a:pt x="147374" y="527008"/>
                    </a:cubicBezTo>
                    <a:cubicBezTo>
                      <a:pt x="141093" y="520757"/>
                      <a:pt x="134811" y="508254"/>
                      <a:pt x="141093" y="502003"/>
                    </a:cubicBezTo>
                    <a:cubicBezTo>
                      <a:pt x="141093" y="502003"/>
                      <a:pt x="141093" y="502003"/>
                      <a:pt x="197626" y="339470"/>
                    </a:cubicBezTo>
                    <a:cubicBezTo>
                      <a:pt x="203907" y="339470"/>
                      <a:pt x="216470" y="295711"/>
                      <a:pt x="254159" y="295711"/>
                    </a:cubicBezTo>
                    <a:close/>
                    <a:moveTo>
                      <a:pt x="365291" y="0"/>
                    </a:moveTo>
                    <a:cubicBezTo>
                      <a:pt x="437343" y="0"/>
                      <a:pt x="495752" y="57436"/>
                      <a:pt x="495752" y="128287"/>
                    </a:cubicBezTo>
                    <a:cubicBezTo>
                      <a:pt x="495752" y="199138"/>
                      <a:pt x="437343" y="256574"/>
                      <a:pt x="365291" y="256574"/>
                    </a:cubicBezTo>
                    <a:cubicBezTo>
                      <a:pt x="293239" y="256574"/>
                      <a:pt x="234830" y="199138"/>
                      <a:pt x="234830" y="128287"/>
                    </a:cubicBezTo>
                    <a:cubicBezTo>
                      <a:pt x="234830" y="57436"/>
                      <a:pt x="293239" y="0"/>
                      <a:pt x="365291"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7" name="矩形 26"/>
              <p:cNvSpPr/>
              <p:nvPr userDrawn="1"/>
            </p:nvSpPr>
            <p:spPr>
              <a:xfrm>
                <a:off x="3612698"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02</a:t>
                </a:r>
                <a:endParaRPr lang="zh-CN" altLang="en-US" b="1" dirty="0"/>
              </a:p>
            </p:txBody>
          </p:sp>
        </p:grpSp>
        <p:grpSp>
          <p:nvGrpSpPr>
            <p:cNvPr id="6" name="组合 5"/>
            <p:cNvGrpSpPr/>
            <p:nvPr userDrawn="1"/>
          </p:nvGrpSpPr>
          <p:grpSpPr>
            <a:xfrm>
              <a:off x="6245314" y="2432706"/>
              <a:ext cx="2481128" cy="1956178"/>
              <a:chOff x="6330950" y="2254242"/>
              <a:chExt cx="2481128" cy="1956178"/>
            </a:xfrm>
          </p:grpSpPr>
          <p:sp>
            <p:nvSpPr>
              <p:cNvPr id="18" name="流程图: 资料带 17"/>
              <p:cNvSpPr/>
              <p:nvPr userDrawn="1"/>
            </p:nvSpPr>
            <p:spPr>
              <a:xfrm rot="6651585">
                <a:off x="6883745" y="2834884"/>
                <a:ext cx="1375536" cy="1375536"/>
              </a:xfrm>
              <a:prstGeom prst="flowChartPunchedTape">
                <a:avLst/>
              </a:prstGeom>
              <a:solidFill>
                <a:schemeClr val="accent3">
                  <a:lumMod val="100000"/>
                </a:schemeClr>
              </a:solidFill>
              <a:ln>
                <a:noFill/>
              </a:ln>
              <a:effectLst>
                <a:outerShdw blurRad="127000" dist="508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19" name="任意多边形: 形状 18"/>
              <p:cNvSpPr/>
              <p:nvPr userDrawn="1"/>
            </p:nvSpPr>
            <p:spPr bwMode="auto">
              <a:xfrm>
                <a:off x="7390729" y="3262946"/>
                <a:ext cx="361570" cy="519412"/>
              </a:xfrm>
              <a:custGeom>
                <a:avLst/>
                <a:gdLst>
                  <a:gd name="connsiteX0" fmla="*/ 28775 w 590822"/>
                  <a:gd name="connsiteY0" fmla="*/ 534776 h 848743"/>
                  <a:gd name="connsiteX1" fmla="*/ 562697 w 590822"/>
                  <a:gd name="connsiteY1" fmla="*/ 534776 h 848743"/>
                  <a:gd name="connsiteX2" fmla="*/ 587646 w 590822"/>
                  <a:gd name="connsiteY2" fmla="*/ 574645 h 848743"/>
                  <a:gd name="connsiteX3" fmla="*/ 567687 w 590822"/>
                  <a:gd name="connsiteY3" fmla="*/ 619497 h 848743"/>
                  <a:gd name="connsiteX4" fmla="*/ 537747 w 590822"/>
                  <a:gd name="connsiteY4" fmla="*/ 659366 h 848743"/>
                  <a:gd name="connsiteX5" fmla="*/ 512797 w 590822"/>
                  <a:gd name="connsiteY5" fmla="*/ 694251 h 848743"/>
                  <a:gd name="connsiteX6" fmla="*/ 487848 w 590822"/>
                  <a:gd name="connsiteY6" fmla="*/ 813858 h 848743"/>
                  <a:gd name="connsiteX7" fmla="*/ 442939 w 590822"/>
                  <a:gd name="connsiteY7" fmla="*/ 848743 h 848743"/>
                  <a:gd name="connsiteX8" fmla="*/ 148533 w 590822"/>
                  <a:gd name="connsiteY8" fmla="*/ 848743 h 848743"/>
                  <a:gd name="connsiteX9" fmla="*/ 103624 w 590822"/>
                  <a:gd name="connsiteY9" fmla="*/ 813858 h 848743"/>
                  <a:gd name="connsiteX10" fmla="*/ 78674 w 590822"/>
                  <a:gd name="connsiteY10" fmla="*/ 694251 h 848743"/>
                  <a:gd name="connsiteX11" fmla="*/ 53724 w 590822"/>
                  <a:gd name="connsiteY11" fmla="*/ 659366 h 848743"/>
                  <a:gd name="connsiteX12" fmla="*/ 18795 w 590822"/>
                  <a:gd name="connsiteY12" fmla="*/ 619497 h 848743"/>
                  <a:gd name="connsiteX13" fmla="*/ 3825 w 590822"/>
                  <a:gd name="connsiteY13" fmla="*/ 574645 h 848743"/>
                  <a:gd name="connsiteX14" fmla="*/ 28775 w 590822"/>
                  <a:gd name="connsiteY14" fmla="*/ 534776 h 848743"/>
                  <a:gd name="connsiteX15" fmla="*/ 273268 w 590822"/>
                  <a:gd name="connsiteY15" fmla="*/ 290030 h 848743"/>
                  <a:gd name="connsiteX16" fmla="*/ 268276 w 590822"/>
                  <a:gd name="connsiteY16" fmla="*/ 294990 h 848743"/>
                  <a:gd name="connsiteX17" fmla="*/ 268276 w 590822"/>
                  <a:gd name="connsiteY17" fmla="*/ 314829 h 848743"/>
                  <a:gd name="connsiteX18" fmla="*/ 268276 w 590822"/>
                  <a:gd name="connsiteY18" fmla="*/ 324748 h 848743"/>
                  <a:gd name="connsiteX19" fmla="*/ 248305 w 590822"/>
                  <a:gd name="connsiteY19" fmla="*/ 414022 h 848743"/>
                  <a:gd name="connsiteX20" fmla="*/ 253298 w 590822"/>
                  <a:gd name="connsiteY20" fmla="*/ 428900 h 848743"/>
                  <a:gd name="connsiteX21" fmla="*/ 288246 w 590822"/>
                  <a:gd name="connsiteY21" fmla="*/ 463618 h 848743"/>
                  <a:gd name="connsiteX22" fmla="*/ 303224 w 590822"/>
                  <a:gd name="connsiteY22" fmla="*/ 463618 h 848743"/>
                  <a:gd name="connsiteX23" fmla="*/ 338172 w 590822"/>
                  <a:gd name="connsiteY23" fmla="*/ 428900 h 848743"/>
                  <a:gd name="connsiteX24" fmla="*/ 343165 w 590822"/>
                  <a:gd name="connsiteY24" fmla="*/ 414022 h 848743"/>
                  <a:gd name="connsiteX25" fmla="*/ 323195 w 590822"/>
                  <a:gd name="connsiteY25" fmla="*/ 324748 h 848743"/>
                  <a:gd name="connsiteX26" fmla="*/ 323195 w 590822"/>
                  <a:gd name="connsiteY26" fmla="*/ 314829 h 848743"/>
                  <a:gd name="connsiteX27" fmla="*/ 323195 w 590822"/>
                  <a:gd name="connsiteY27" fmla="*/ 294990 h 848743"/>
                  <a:gd name="connsiteX28" fmla="*/ 318202 w 590822"/>
                  <a:gd name="connsiteY28" fmla="*/ 290030 h 848743"/>
                  <a:gd name="connsiteX29" fmla="*/ 273268 w 590822"/>
                  <a:gd name="connsiteY29" fmla="*/ 290030 h 848743"/>
                  <a:gd name="connsiteX30" fmla="*/ 203372 w 590822"/>
                  <a:gd name="connsiteY30" fmla="*/ 255313 h 848743"/>
                  <a:gd name="connsiteX31" fmla="*/ 213357 w 590822"/>
                  <a:gd name="connsiteY31" fmla="*/ 255313 h 848743"/>
                  <a:gd name="connsiteX32" fmla="*/ 383106 w 590822"/>
                  <a:gd name="connsiteY32" fmla="*/ 255313 h 848743"/>
                  <a:gd name="connsiteX33" fmla="*/ 433032 w 590822"/>
                  <a:gd name="connsiteY33" fmla="*/ 290030 h 848743"/>
                  <a:gd name="connsiteX34" fmla="*/ 502929 w 590822"/>
                  <a:gd name="connsiteY34" fmla="*/ 483457 h 848743"/>
                  <a:gd name="connsiteX35" fmla="*/ 492943 w 590822"/>
                  <a:gd name="connsiteY35" fmla="*/ 493376 h 848743"/>
                  <a:gd name="connsiteX36" fmla="*/ 448010 w 590822"/>
                  <a:gd name="connsiteY36" fmla="*/ 493376 h 848743"/>
                  <a:gd name="connsiteX37" fmla="*/ 438025 w 590822"/>
                  <a:gd name="connsiteY37" fmla="*/ 483457 h 848743"/>
                  <a:gd name="connsiteX38" fmla="*/ 403076 w 590822"/>
                  <a:gd name="connsiteY38" fmla="*/ 389223 h 848743"/>
                  <a:gd name="connsiteX39" fmla="*/ 398084 w 590822"/>
                  <a:gd name="connsiteY39" fmla="*/ 394183 h 848743"/>
                  <a:gd name="connsiteX40" fmla="*/ 398084 w 590822"/>
                  <a:gd name="connsiteY40" fmla="*/ 478497 h 848743"/>
                  <a:gd name="connsiteX41" fmla="*/ 388099 w 590822"/>
                  <a:gd name="connsiteY41" fmla="*/ 493376 h 848743"/>
                  <a:gd name="connsiteX42" fmla="*/ 213357 w 590822"/>
                  <a:gd name="connsiteY42" fmla="*/ 493376 h 848743"/>
                  <a:gd name="connsiteX43" fmla="*/ 203372 w 590822"/>
                  <a:gd name="connsiteY43" fmla="*/ 483457 h 848743"/>
                  <a:gd name="connsiteX44" fmla="*/ 198379 w 590822"/>
                  <a:gd name="connsiteY44" fmla="*/ 394183 h 848743"/>
                  <a:gd name="connsiteX45" fmla="*/ 163431 w 590822"/>
                  <a:gd name="connsiteY45" fmla="*/ 483457 h 848743"/>
                  <a:gd name="connsiteX46" fmla="*/ 148453 w 590822"/>
                  <a:gd name="connsiteY46" fmla="*/ 493376 h 848743"/>
                  <a:gd name="connsiteX47" fmla="*/ 93534 w 590822"/>
                  <a:gd name="connsiteY47" fmla="*/ 493376 h 848743"/>
                  <a:gd name="connsiteX48" fmla="*/ 83549 w 590822"/>
                  <a:gd name="connsiteY48" fmla="*/ 483457 h 848743"/>
                  <a:gd name="connsiteX49" fmla="*/ 158438 w 590822"/>
                  <a:gd name="connsiteY49" fmla="*/ 290030 h 848743"/>
                  <a:gd name="connsiteX50" fmla="*/ 203372 w 590822"/>
                  <a:gd name="connsiteY50" fmla="*/ 255313 h 848743"/>
                  <a:gd name="connsiteX51" fmla="*/ 292284 w 590822"/>
                  <a:gd name="connsiteY51" fmla="*/ 0 h 848743"/>
                  <a:gd name="connsiteX52" fmla="*/ 400965 w 590822"/>
                  <a:gd name="connsiteY52" fmla="*/ 110406 h 848743"/>
                  <a:gd name="connsiteX53" fmla="*/ 292284 w 590822"/>
                  <a:gd name="connsiteY53" fmla="*/ 220812 h 848743"/>
                  <a:gd name="connsiteX54" fmla="*/ 183603 w 590822"/>
                  <a:gd name="connsiteY54" fmla="*/ 110406 h 848743"/>
                  <a:gd name="connsiteX55" fmla="*/ 292284 w 590822"/>
                  <a:gd name="connsiteY55" fmla="*/ 0 h 84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0822" h="848743">
                    <a:moveTo>
                      <a:pt x="28775" y="534776"/>
                    </a:moveTo>
                    <a:cubicBezTo>
                      <a:pt x="28775" y="534776"/>
                      <a:pt x="28775" y="534776"/>
                      <a:pt x="562697" y="534776"/>
                    </a:cubicBezTo>
                    <a:cubicBezTo>
                      <a:pt x="582656" y="534776"/>
                      <a:pt x="597626" y="554711"/>
                      <a:pt x="587646" y="574645"/>
                    </a:cubicBezTo>
                    <a:lnTo>
                      <a:pt x="567687" y="619497"/>
                    </a:lnTo>
                    <a:cubicBezTo>
                      <a:pt x="562697" y="639432"/>
                      <a:pt x="547727" y="659366"/>
                      <a:pt x="537747" y="659366"/>
                    </a:cubicBezTo>
                    <a:cubicBezTo>
                      <a:pt x="527767" y="659366"/>
                      <a:pt x="512797" y="674317"/>
                      <a:pt x="512797" y="694251"/>
                    </a:cubicBezTo>
                    <a:cubicBezTo>
                      <a:pt x="512797" y="694251"/>
                      <a:pt x="512797" y="694251"/>
                      <a:pt x="487848" y="813858"/>
                    </a:cubicBezTo>
                    <a:cubicBezTo>
                      <a:pt x="482858" y="833792"/>
                      <a:pt x="462898" y="848743"/>
                      <a:pt x="442939" y="848743"/>
                    </a:cubicBezTo>
                    <a:cubicBezTo>
                      <a:pt x="442939" y="848743"/>
                      <a:pt x="442939" y="848743"/>
                      <a:pt x="148533" y="848743"/>
                    </a:cubicBezTo>
                    <a:cubicBezTo>
                      <a:pt x="123583" y="848743"/>
                      <a:pt x="103624" y="833792"/>
                      <a:pt x="103624" y="813858"/>
                    </a:cubicBezTo>
                    <a:cubicBezTo>
                      <a:pt x="103624" y="813858"/>
                      <a:pt x="103624" y="813858"/>
                      <a:pt x="78674" y="694251"/>
                    </a:cubicBezTo>
                    <a:cubicBezTo>
                      <a:pt x="73684" y="674317"/>
                      <a:pt x="63704" y="659366"/>
                      <a:pt x="53724" y="659366"/>
                    </a:cubicBezTo>
                    <a:cubicBezTo>
                      <a:pt x="43745" y="659366"/>
                      <a:pt x="28775" y="639432"/>
                      <a:pt x="18795" y="619497"/>
                    </a:cubicBezTo>
                    <a:cubicBezTo>
                      <a:pt x="18795" y="619497"/>
                      <a:pt x="18795" y="619497"/>
                      <a:pt x="3825" y="574645"/>
                    </a:cubicBezTo>
                    <a:cubicBezTo>
                      <a:pt x="-6155" y="554711"/>
                      <a:pt x="3825" y="534776"/>
                      <a:pt x="28775" y="534776"/>
                    </a:cubicBezTo>
                    <a:close/>
                    <a:moveTo>
                      <a:pt x="273268" y="290030"/>
                    </a:moveTo>
                    <a:cubicBezTo>
                      <a:pt x="268276" y="290030"/>
                      <a:pt x="268276" y="294990"/>
                      <a:pt x="268276" y="294990"/>
                    </a:cubicBezTo>
                    <a:cubicBezTo>
                      <a:pt x="268276" y="294990"/>
                      <a:pt x="268276" y="309869"/>
                      <a:pt x="268276" y="314829"/>
                    </a:cubicBezTo>
                    <a:cubicBezTo>
                      <a:pt x="268276" y="319788"/>
                      <a:pt x="268276" y="319788"/>
                      <a:pt x="268276" y="324748"/>
                    </a:cubicBezTo>
                    <a:cubicBezTo>
                      <a:pt x="268276" y="324748"/>
                      <a:pt x="268276" y="324748"/>
                      <a:pt x="248305" y="414022"/>
                    </a:cubicBezTo>
                    <a:cubicBezTo>
                      <a:pt x="248305" y="418981"/>
                      <a:pt x="248305" y="423941"/>
                      <a:pt x="253298" y="428900"/>
                    </a:cubicBezTo>
                    <a:cubicBezTo>
                      <a:pt x="253298" y="428900"/>
                      <a:pt x="253298" y="428900"/>
                      <a:pt x="288246" y="463618"/>
                    </a:cubicBezTo>
                    <a:cubicBezTo>
                      <a:pt x="293239" y="463618"/>
                      <a:pt x="298232" y="463618"/>
                      <a:pt x="303224" y="463618"/>
                    </a:cubicBezTo>
                    <a:cubicBezTo>
                      <a:pt x="303224" y="463618"/>
                      <a:pt x="303224" y="463618"/>
                      <a:pt x="338172" y="428900"/>
                    </a:cubicBezTo>
                    <a:cubicBezTo>
                      <a:pt x="343165" y="423941"/>
                      <a:pt x="343165" y="418981"/>
                      <a:pt x="343165" y="414022"/>
                    </a:cubicBezTo>
                    <a:cubicBezTo>
                      <a:pt x="343165" y="414022"/>
                      <a:pt x="343165" y="414022"/>
                      <a:pt x="323195" y="324748"/>
                    </a:cubicBezTo>
                    <a:cubicBezTo>
                      <a:pt x="323195" y="319788"/>
                      <a:pt x="323195" y="319788"/>
                      <a:pt x="323195" y="314829"/>
                    </a:cubicBezTo>
                    <a:cubicBezTo>
                      <a:pt x="323195" y="309869"/>
                      <a:pt x="323195" y="294990"/>
                      <a:pt x="323195" y="294990"/>
                    </a:cubicBezTo>
                    <a:cubicBezTo>
                      <a:pt x="323195" y="294990"/>
                      <a:pt x="318202" y="290030"/>
                      <a:pt x="318202" y="290030"/>
                    </a:cubicBezTo>
                    <a:cubicBezTo>
                      <a:pt x="318202" y="290030"/>
                      <a:pt x="318202" y="290030"/>
                      <a:pt x="273268" y="290030"/>
                    </a:cubicBezTo>
                    <a:close/>
                    <a:moveTo>
                      <a:pt x="203372" y="255313"/>
                    </a:moveTo>
                    <a:cubicBezTo>
                      <a:pt x="203372" y="255313"/>
                      <a:pt x="203372" y="255313"/>
                      <a:pt x="213357" y="255313"/>
                    </a:cubicBezTo>
                    <a:cubicBezTo>
                      <a:pt x="218350" y="255313"/>
                      <a:pt x="378113" y="255313"/>
                      <a:pt x="383106" y="255313"/>
                    </a:cubicBezTo>
                    <a:cubicBezTo>
                      <a:pt x="413062" y="255313"/>
                      <a:pt x="428039" y="285071"/>
                      <a:pt x="433032" y="290030"/>
                    </a:cubicBezTo>
                    <a:cubicBezTo>
                      <a:pt x="433032" y="290030"/>
                      <a:pt x="433032" y="290030"/>
                      <a:pt x="502929" y="483457"/>
                    </a:cubicBezTo>
                    <a:cubicBezTo>
                      <a:pt x="507921" y="488416"/>
                      <a:pt x="507921" y="493376"/>
                      <a:pt x="492943" y="493376"/>
                    </a:cubicBezTo>
                    <a:cubicBezTo>
                      <a:pt x="492943" y="493376"/>
                      <a:pt x="492943" y="493376"/>
                      <a:pt x="448010" y="493376"/>
                    </a:cubicBezTo>
                    <a:cubicBezTo>
                      <a:pt x="438025" y="493376"/>
                      <a:pt x="438025" y="483457"/>
                      <a:pt x="438025" y="483457"/>
                    </a:cubicBezTo>
                    <a:cubicBezTo>
                      <a:pt x="438025" y="483457"/>
                      <a:pt x="438025" y="483457"/>
                      <a:pt x="403076" y="389223"/>
                    </a:cubicBezTo>
                    <a:cubicBezTo>
                      <a:pt x="403076" y="389223"/>
                      <a:pt x="398084" y="384264"/>
                      <a:pt x="398084" y="394183"/>
                    </a:cubicBezTo>
                    <a:cubicBezTo>
                      <a:pt x="398084" y="409062"/>
                      <a:pt x="398084" y="453699"/>
                      <a:pt x="398084" y="478497"/>
                    </a:cubicBezTo>
                    <a:cubicBezTo>
                      <a:pt x="398084" y="488416"/>
                      <a:pt x="403076" y="493376"/>
                      <a:pt x="388099" y="493376"/>
                    </a:cubicBezTo>
                    <a:cubicBezTo>
                      <a:pt x="388099" y="493376"/>
                      <a:pt x="388099" y="493376"/>
                      <a:pt x="213357" y="493376"/>
                    </a:cubicBezTo>
                    <a:cubicBezTo>
                      <a:pt x="203372" y="493376"/>
                      <a:pt x="203372" y="488416"/>
                      <a:pt x="203372" y="483457"/>
                    </a:cubicBezTo>
                    <a:cubicBezTo>
                      <a:pt x="198379" y="458658"/>
                      <a:pt x="198379" y="409062"/>
                      <a:pt x="198379" y="394183"/>
                    </a:cubicBezTo>
                    <a:cubicBezTo>
                      <a:pt x="198379" y="394183"/>
                      <a:pt x="198379" y="394183"/>
                      <a:pt x="163431" y="483457"/>
                    </a:cubicBezTo>
                    <a:cubicBezTo>
                      <a:pt x="163431" y="483457"/>
                      <a:pt x="158438" y="493376"/>
                      <a:pt x="148453" y="493376"/>
                    </a:cubicBezTo>
                    <a:cubicBezTo>
                      <a:pt x="148453" y="493376"/>
                      <a:pt x="148453" y="493376"/>
                      <a:pt x="93534" y="493376"/>
                    </a:cubicBezTo>
                    <a:cubicBezTo>
                      <a:pt x="83549" y="493376"/>
                      <a:pt x="83549" y="488416"/>
                      <a:pt x="83549" y="483457"/>
                    </a:cubicBezTo>
                    <a:cubicBezTo>
                      <a:pt x="83549" y="483457"/>
                      <a:pt x="83549" y="483457"/>
                      <a:pt x="158438" y="290030"/>
                    </a:cubicBezTo>
                    <a:cubicBezTo>
                      <a:pt x="158438" y="285071"/>
                      <a:pt x="173416" y="255313"/>
                      <a:pt x="203372" y="255313"/>
                    </a:cubicBezTo>
                    <a:close/>
                    <a:moveTo>
                      <a:pt x="292284" y="0"/>
                    </a:moveTo>
                    <a:cubicBezTo>
                      <a:pt x="352307" y="0"/>
                      <a:pt x="400965" y="49430"/>
                      <a:pt x="400965" y="110406"/>
                    </a:cubicBezTo>
                    <a:cubicBezTo>
                      <a:pt x="400965" y="171382"/>
                      <a:pt x="352307" y="220812"/>
                      <a:pt x="292284" y="220812"/>
                    </a:cubicBezTo>
                    <a:cubicBezTo>
                      <a:pt x="232261" y="220812"/>
                      <a:pt x="183603" y="171382"/>
                      <a:pt x="183603" y="110406"/>
                    </a:cubicBezTo>
                    <a:cubicBezTo>
                      <a:pt x="183603" y="49430"/>
                      <a:pt x="232261" y="0"/>
                      <a:pt x="292284"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22" name="矩形 21"/>
              <p:cNvSpPr/>
              <p:nvPr userDrawn="1"/>
            </p:nvSpPr>
            <p:spPr>
              <a:xfrm>
                <a:off x="6330950"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03</a:t>
                </a:r>
                <a:endParaRPr lang="zh-CN" altLang="en-US" b="1" dirty="0"/>
              </a:p>
            </p:txBody>
          </p:sp>
        </p:grpSp>
        <p:grpSp>
          <p:nvGrpSpPr>
            <p:cNvPr id="7" name="组合 6"/>
            <p:cNvGrpSpPr/>
            <p:nvPr userDrawn="1"/>
          </p:nvGrpSpPr>
          <p:grpSpPr>
            <a:xfrm>
              <a:off x="9037772" y="2432706"/>
              <a:ext cx="2481128" cy="1956178"/>
              <a:chOff x="9037772" y="2254242"/>
              <a:chExt cx="2481128" cy="1956178"/>
            </a:xfrm>
          </p:grpSpPr>
          <p:sp>
            <p:nvSpPr>
              <p:cNvPr id="8" name="流程图: 资料带 7"/>
              <p:cNvSpPr/>
              <p:nvPr userDrawn="1"/>
            </p:nvSpPr>
            <p:spPr>
              <a:xfrm rot="14948415" flipV="1">
                <a:off x="9590567" y="2834884"/>
                <a:ext cx="1375536" cy="1375536"/>
              </a:xfrm>
              <a:prstGeom prst="flowChartPunchedTape">
                <a:avLst/>
              </a:prstGeom>
              <a:solidFill>
                <a:schemeClr val="accent2"/>
              </a:solidFill>
              <a:ln>
                <a:noFill/>
              </a:ln>
              <a:effectLst>
                <a:outerShdw blurRad="127000" dist="50800" dir="2700000" algn="tl"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dirty="0"/>
              </a:p>
            </p:txBody>
          </p:sp>
          <p:sp>
            <p:nvSpPr>
              <p:cNvPr id="9" name="任意多边形: 形状 8"/>
              <p:cNvSpPr/>
              <p:nvPr userDrawn="1"/>
            </p:nvSpPr>
            <p:spPr bwMode="auto">
              <a:xfrm>
                <a:off x="10062522" y="3311918"/>
                <a:ext cx="431625" cy="421469"/>
              </a:xfrm>
              <a:custGeom>
                <a:avLst/>
                <a:gdLst>
                  <a:gd name="connsiteX0" fmla="*/ 62448 w 669496"/>
                  <a:gd name="connsiteY0" fmla="*/ 563163 h 653743"/>
                  <a:gd name="connsiteX1" fmla="*/ 152464 w 669496"/>
                  <a:gd name="connsiteY1" fmla="*/ 563163 h 653743"/>
                  <a:gd name="connsiteX2" fmla="*/ 163716 w 669496"/>
                  <a:gd name="connsiteY2" fmla="*/ 574486 h 653743"/>
                  <a:gd name="connsiteX3" fmla="*/ 141212 w 669496"/>
                  <a:gd name="connsiteY3" fmla="*/ 636759 h 653743"/>
                  <a:gd name="connsiteX4" fmla="*/ 124334 w 669496"/>
                  <a:gd name="connsiteY4" fmla="*/ 653743 h 653743"/>
                  <a:gd name="connsiteX5" fmla="*/ 62448 w 669496"/>
                  <a:gd name="connsiteY5" fmla="*/ 653743 h 653743"/>
                  <a:gd name="connsiteX6" fmla="*/ 51196 w 669496"/>
                  <a:gd name="connsiteY6" fmla="*/ 636759 h 653743"/>
                  <a:gd name="connsiteX7" fmla="*/ 51196 w 669496"/>
                  <a:gd name="connsiteY7" fmla="*/ 574486 h 653743"/>
                  <a:gd name="connsiteX8" fmla="*/ 62448 w 669496"/>
                  <a:gd name="connsiteY8" fmla="*/ 563163 h 653743"/>
                  <a:gd name="connsiteX9" fmla="*/ 313442 w 669496"/>
                  <a:gd name="connsiteY9" fmla="*/ 401696 h 653743"/>
                  <a:gd name="connsiteX10" fmla="*/ 319097 w 669496"/>
                  <a:gd name="connsiteY10" fmla="*/ 401696 h 653743"/>
                  <a:gd name="connsiteX11" fmla="*/ 500052 w 669496"/>
                  <a:gd name="connsiteY11" fmla="*/ 401696 h 653743"/>
                  <a:gd name="connsiteX12" fmla="*/ 550946 w 669496"/>
                  <a:gd name="connsiteY12" fmla="*/ 441794 h 653743"/>
                  <a:gd name="connsiteX13" fmla="*/ 624459 w 669496"/>
                  <a:gd name="connsiteY13" fmla="*/ 642285 h 653743"/>
                  <a:gd name="connsiteX14" fmla="*/ 618804 w 669496"/>
                  <a:gd name="connsiteY14" fmla="*/ 653741 h 653743"/>
                  <a:gd name="connsiteX15" fmla="*/ 567911 w 669496"/>
                  <a:gd name="connsiteY15" fmla="*/ 653741 h 653743"/>
                  <a:gd name="connsiteX16" fmla="*/ 556601 w 669496"/>
                  <a:gd name="connsiteY16" fmla="*/ 642285 h 653743"/>
                  <a:gd name="connsiteX17" fmla="*/ 522672 w 669496"/>
                  <a:gd name="connsiteY17" fmla="*/ 544904 h 653743"/>
                  <a:gd name="connsiteX18" fmla="*/ 517017 w 669496"/>
                  <a:gd name="connsiteY18" fmla="*/ 544904 h 653743"/>
                  <a:gd name="connsiteX19" fmla="*/ 517017 w 669496"/>
                  <a:gd name="connsiteY19" fmla="*/ 636556 h 653743"/>
                  <a:gd name="connsiteX20" fmla="*/ 505707 w 669496"/>
                  <a:gd name="connsiteY20" fmla="*/ 653741 h 653743"/>
                  <a:gd name="connsiteX21" fmla="*/ 319097 w 669496"/>
                  <a:gd name="connsiteY21" fmla="*/ 653741 h 653743"/>
                  <a:gd name="connsiteX22" fmla="*/ 313442 w 669496"/>
                  <a:gd name="connsiteY22" fmla="*/ 642285 h 653743"/>
                  <a:gd name="connsiteX23" fmla="*/ 313442 w 669496"/>
                  <a:gd name="connsiteY23" fmla="*/ 544904 h 653743"/>
                  <a:gd name="connsiteX24" fmla="*/ 307787 w 669496"/>
                  <a:gd name="connsiteY24" fmla="*/ 544904 h 653743"/>
                  <a:gd name="connsiteX25" fmla="*/ 268203 w 669496"/>
                  <a:gd name="connsiteY25" fmla="*/ 642285 h 653743"/>
                  <a:gd name="connsiteX26" fmla="*/ 256894 w 669496"/>
                  <a:gd name="connsiteY26" fmla="*/ 653741 h 653743"/>
                  <a:gd name="connsiteX27" fmla="*/ 200345 w 669496"/>
                  <a:gd name="connsiteY27" fmla="*/ 653741 h 653743"/>
                  <a:gd name="connsiteX28" fmla="*/ 189035 w 669496"/>
                  <a:gd name="connsiteY28" fmla="*/ 642285 h 653743"/>
                  <a:gd name="connsiteX29" fmla="*/ 268203 w 669496"/>
                  <a:gd name="connsiteY29" fmla="*/ 441794 h 653743"/>
                  <a:gd name="connsiteX30" fmla="*/ 313442 w 669496"/>
                  <a:gd name="connsiteY30" fmla="*/ 401696 h 653743"/>
                  <a:gd name="connsiteX31" fmla="*/ 409573 w 669496"/>
                  <a:gd name="connsiteY31" fmla="*/ 137838 h 653743"/>
                  <a:gd name="connsiteX32" fmla="*/ 523781 w 669496"/>
                  <a:gd name="connsiteY32" fmla="*/ 250077 h 653743"/>
                  <a:gd name="connsiteX33" fmla="*/ 409573 w 669496"/>
                  <a:gd name="connsiteY33" fmla="*/ 362316 h 653743"/>
                  <a:gd name="connsiteX34" fmla="*/ 295365 w 669496"/>
                  <a:gd name="connsiteY34" fmla="*/ 250077 h 653743"/>
                  <a:gd name="connsiteX35" fmla="*/ 409573 w 669496"/>
                  <a:gd name="connsiteY35" fmla="*/ 137838 h 653743"/>
                  <a:gd name="connsiteX36" fmla="*/ 22695 w 669496"/>
                  <a:gd name="connsiteY36" fmla="*/ 0 h 653743"/>
                  <a:gd name="connsiteX37" fmla="*/ 641127 w 669496"/>
                  <a:gd name="connsiteY37" fmla="*/ 0 h 653743"/>
                  <a:gd name="connsiteX38" fmla="*/ 669496 w 669496"/>
                  <a:gd name="connsiteY38" fmla="*/ 28372 h 653743"/>
                  <a:gd name="connsiteX39" fmla="*/ 669496 w 669496"/>
                  <a:gd name="connsiteY39" fmla="*/ 499346 h 653743"/>
                  <a:gd name="connsiteX40" fmla="*/ 646801 w 669496"/>
                  <a:gd name="connsiteY40" fmla="*/ 527718 h 653743"/>
                  <a:gd name="connsiteX41" fmla="*/ 635454 w 669496"/>
                  <a:gd name="connsiteY41" fmla="*/ 522044 h 653743"/>
                  <a:gd name="connsiteX42" fmla="*/ 601412 w 669496"/>
                  <a:gd name="connsiteY42" fmla="*/ 431254 h 653743"/>
                  <a:gd name="connsiteX43" fmla="*/ 612759 w 669496"/>
                  <a:gd name="connsiteY43" fmla="*/ 419905 h 653743"/>
                  <a:gd name="connsiteX44" fmla="*/ 629780 w 669496"/>
                  <a:gd name="connsiteY44" fmla="*/ 391533 h 653743"/>
                  <a:gd name="connsiteX45" fmla="*/ 629780 w 669496"/>
                  <a:gd name="connsiteY45" fmla="*/ 73767 h 653743"/>
                  <a:gd name="connsiteX46" fmla="*/ 601412 w 669496"/>
                  <a:gd name="connsiteY46" fmla="*/ 45395 h 653743"/>
                  <a:gd name="connsiteX47" fmla="*/ 68085 w 669496"/>
                  <a:gd name="connsiteY47" fmla="*/ 45395 h 653743"/>
                  <a:gd name="connsiteX48" fmla="*/ 39716 w 669496"/>
                  <a:gd name="connsiteY48" fmla="*/ 73767 h 653743"/>
                  <a:gd name="connsiteX49" fmla="*/ 39716 w 669496"/>
                  <a:gd name="connsiteY49" fmla="*/ 391533 h 653743"/>
                  <a:gd name="connsiteX50" fmla="*/ 68085 w 669496"/>
                  <a:gd name="connsiteY50" fmla="*/ 419905 h 653743"/>
                  <a:gd name="connsiteX51" fmla="*/ 204253 w 669496"/>
                  <a:gd name="connsiteY51" fmla="*/ 419905 h 653743"/>
                  <a:gd name="connsiteX52" fmla="*/ 215601 w 669496"/>
                  <a:gd name="connsiteY52" fmla="*/ 431254 h 653743"/>
                  <a:gd name="connsiteX53" fmla="*/ 181558 w 669496"/>
                  <a:gd name="connsiteY53" fmla="*/ 522044 h 653743"/>
                  <a:gd name="connsiteX54" fmla="*/ 164537 w 669496"/>
                  <a:gd name="connsiteY54" fmla="*/ 527718 h 653743"/>
                  <a:gd name="connsiteX55" fmla="*/ 22695 w 669496"/>
                  <a:gd name="connsiteY55" fmla="*/ 527718 h 653743"/>
                  <a:gd name="connsiteX56" fmla="*/ 0 w 669496"/>
                  <a:gd name="connsiteY56" fmla="*/ 499346 h 653743"/>
                  <a:gd name="connsiteX57" fmla="*/ 0 w 669496"/>
                  <a:gd name="connsiteY57" fmla="*/ 28372 h 653743"/>
                  <a:gd name="connsiteX58" fmla="*/ 22695 w 669496"/>
                  <a:gd name="connsiteY58" fmla="*/ 0 h 65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9496" h="653743">
                    <a:moveTo>
                      <a:pt x="62448" y="563163"/>
                    </a:moveTo>
                    <a:cubicBezTo>
                      <a:pt x="62448" y="563163"/>
                      <a:pt x="62448" y="563163"/>
                      <a:pt x="152464" y="563163"/>
                    </a:cubicBezTo>
                    <a:cubicBezTo>
                      <a:pt x="169342" y="563163"/>
                      <a:pt x="163716" y="574486"/>
                      <a:pt x="163716" y="574486"/>
                    </a:cubicBezTo>
                    <a:cubicBezTo>
                      <a:pt x="163716" y="574486"/>
                      <a:pt x="163716" y="574486"/>
                      <a:pt x="141212" y="636759"/>
                    </a:cubicBezTo>
                    <a:cubicBezTo>
                      <a:pt x="141212" y="636759"/>
                      <a:pt x="135586" y="653743"/>
                      <a:pt x="124334" y="653743"/>
                    </a:cubicBezTo>
                    <a:cubicBezTo>
                      <a:pt x="124334" y="653743"/>
                      <a:pt x="124334" y="653743"/>
                      <a:pt x="62448" y="653743"/>
                    </a:cubicBezTo>
                    <a:cubicBezTo>
                      <a:pt x="56822" y="653743"/>
                      <a:pt x="51196" y="648082"/>
                      <a:pt x="51196" y="636759"/>
                    </a:cubicBezTo>
                    <a:cubicBezTo>
                      <a:pt x="51196" y="636759"/>
                      <a:pt x="51196" y="636759"/>
                      <a:pt x="51196" y="574486"/>
                    </a:cubicBezTo>
                    <a:cubicBezTo>
                      <a:pt x="51196" y="568824"/>
                      <a:pt x="56822" y="563163"/>
                      <a:pt x="62448" y="563163"/>
                    </a:cubicBezTo>
                    <a:close/>
                    <a:moveTo>
                      <a:pt x="313442" y="401696"/>
                    </a:moveTo>
                    <a:cubicBezTo>
                      <a:pt x="313442" y="401696"/>
                      <a:pt x="313442" y="401696"/>
                      <a:pt x="319097" y="401696"/>
                    </a:cubicBezTo>
                    <a:cubicBezTo>
                      <a:pt x="324752" y="401696"/>
                      <a:pt x="494397" y="401696"/>
                      <a:pt x="500052" y="401696"/>
                    </a:cubicBezTo>
                    <a:cubicBezTo>
                      <a:pt x="533981" y="401696"/>
                      <a:pt x="550946" y="436066"/>
                      <a:pt x="550946" y="441794"/>
                    </a:cubicBezTo>
                    <a:cubicBezTo>
                      <a:pt x="550946" y="441794"/>
                      <a:pt x="550946" y="441794"/>
                      <a:pt x="624459" y="642285"/>
                    </a:cubicBezTo>
                    <a:cubicBezTo>
                      <a:pt x="630114" y="648013"/>
                      <a:pt x="624459" y="653741"/>
                      <a:pt x="618804" y="653741"/>
                    </a:cubicBezTo>
                    <a:cubicBezTo>
                      <a:pt x="618804" y="653741"/>
                      <a:pt x="618804" y="653741"/>
                      <a:pt x="567911" y="653741"/>
                    </a:cubicBezTo>
                    <a:cubicBezTo>
                      <a:pt x="556601" y="653741"/>
                      <a:pt x="556601" y="642285"/>
                      <a:pt x="556601" y="642285"/>
                    </a:cubicBezTo>
                    <a:cubicBezTo>
                      <a:pt x="556601" y="642285"/>
                      <a:pt x="556601" y="642285"/>
                      <a:pt x="522672" y="544904"/>
                    </a:cubicBezTo>
                    <a:cubicBezTo>
                      <a:pt x="522672" y="544904"/>
                      <a:pt x="517017" y="539175"/>
                      <a:pt x="517017" y="544904"/>
                    </a:cubicBezTo>
                    <a:cubicBezTo>
                      <a:pt x="517017" y="562089"/>
                      <a:pt x="517017" y="613643"/>
                      <a:pt x="517017" y="636556"/>
                    </a:cubicBezTo>
                    <a:cubicBezTo>
                      <a:pt x="517017" y="648013"/>
                      <a:pt x="517017" y="653741"/>
                      <a:pt x="505707" y="653741"/>
                    </a:cubicBezTo>
                    <a:cubicBezTo>
                      <a:pt x="505707" y="653741"/>
                      <a:pt x="505707" y="653741"/>
                      <a:pt x="319097" y="653741"/>
                    </a:cubicBezTo>
                    <a:cubicBezTo>
                      <a:pt x="313442" y="653741"/>
                      <a:pt x="313442" y="648013"/>
                      <a:pt x="313442" y="642285"/>
                    </a:cubicBezTo>
                    <a:cubicBezTo>
                      <a:pt x="313442" y="613643"/>
                      <a:pt x="313442" y="567817"/>
                      <a:pt x="313442" y="544904"/>
                    </a:cubicBezTo>
                    <a:cubicBezTo>
                      <a:pt x="313442" y="533447"/>
                      <a:pt x="307787" y="544904"/>
                      <a:pt x="307787" y="544904"/>
                    </a:cubicBezTo>
                    <a:cubicBezTo>
                      <a:pt x="307787" y="544904"/>
                      <a:pt x="307787" y="544904"/>
                      <a:pt x="268203" y="642285"/>
                    </a:cubicBezTo>
                    <a:cubicBezTo>
                      <a:pt x="268203" y="642285"/>
                      <a:pt x="268203" y="653741"/>
                      <a:pt x="256894" y="653741"/>
                    </a:cubicBezTo>
                    <a:cubicBezTo>
                      <a:pt x="256894" y="653741"/>
                      <a:pt x="256894" y="653741"/>
                      <a:pt x="200345" y="653741"/>
                    </a:cubicBezTo>
                    <a:cubicBezTo>
                      <a:pt x="189035" y="653741"/>
                      <a:pt x="189035" y="648013"/>
                      <a:pt x="189035" y="642285"/>
                    </a:cubicBezTo>
                    <a:cubicBezTo>
                      <a:pt x="189035" y="642285"/>
                      <a:pt x="189035" y="642285"/>
                      <a:pt x="268203" y="441794"/>
                    </a:cubicBezTo>
                    <a:cubicBezTo>
                      <a:pt x="268203" y="436066"/>
                      <a:pt x="279513" y="401696"/>
                      <a:pt x="313442" y="401696"/>
                    </a:cubicBezTo>
                    <a:close/>
                    <a:moveTo>
                      <a:pt x="409573" y="137838"/>
                    </a:moveTo>
                    <a:cubicBezTo>
                      <a:pt x="472648" y="137838"/>
                      <a:pt x="523781" y="188089"/>
                      <a:pt x="523781" y="250077"/>
                    </a:cubicBezTo>
                    <a:cubicBezTo>
                      <a:pt x="523781" y="312065"/>
                      <a:pt x="472648" y="362316"/>
                      <a:pt x="409573" y="362316"/>
                    </a:cubicBezTo>
                    <a:cubicBezTo>
                      <a:pt x="346498" y="362316"/>
                      <a:pt x="295365" y="312065"/>
                      <a:pt x="295365" y="250077"/>
                    </a:cubicBezTo>
                    <a:cubicBezTo>
                      <a:pt x="295365" y="188089"/>
                      <a:pt x="346498" y="137838"/>
                      <a:pt x="409573" y="137838"/>
                    </a:cubicBezTo>
                    <a:close/>
                    <a:moveTo>
                      <a:pt x="22695" y="0"/>
                    </a:moveTo>
                    <a:cubicBezTo>
                      <a:pt x="22695" y="0"/>
                      <a:pt x="22695" y="0"/>
                      <a:pt x="641127" y="0"/>
                    </a:cubicBezTo>
                    <a:cubicBezTo>
                      <a:pt x="658149" y="0"/>
                      <a:pt x="669496" y="11349"/>
                      <a:pt x="669496" y="28372"/>
                    </a:cubicBezTo>
                    <a:cubicBezTo>
                      <a:pt x="669496" y="28372"/>
                      <a:pt x="669496" y="28372"/>
                      <a:pt x="669496" y="499346"/>
                    </a:cubicBezTo>
                    <a:cubicBezTo>
                      <a:pt x="669496" y="516369"/>
                      <a:pt x="663822" y="527718"/>
                      <a:pt x="646801" y="527718"/>
                    </a:cubicBezTo>
                    <a:cubicBezTo>
                      <a:pt x="641127" y="527718"/>
                      <a:pt x="635454" y="522044"/>
                      <a:pt x="635454" y="522044"/>
                    </a:cubicBezTo>
                    <a:cubicBezTo>
                      <a:pt x="635454" y="522044"/>
                      <a:pt x="635454" y="522044"/>
                      <a:pt x="601412" y="431254"/>
                    </a:cubicBezTo>
                    <a:cubicBezTo>
                      <a:pt x="601412" y="431254"/>
                      <a:pt x="601412" y="425579"/>
                      <a:pt x="612759" y="419905"/>
                    </a:cubicBezTo>
                    <a:cubicBezTo>
                      <a:pt x="624106" y="414230"/>
                      <a:pt x="629780" y="408556"/>
                      <a:pt x="629780" y="391533"/>
                    </a:cubicBezTo>
                    <a:cubicBezTo>
                      <a:pt x="629780" y="391533"/>
                      <a:pt x="629780" y="391533"/>
                      <a:pt x="629780" y="73767"/>
                    </a:cubicBezTo>
                    <a:cubicBezTo>
                      <a:pt x="629780" y="56744"/>
                      <a:pt x="618433" y="45395"/>
                      <a:pt x="601412" y="45395"/>
                    </a:cubicBezTo>
                    <a:cubicBezTo>
                      <a:pt x="601412" y="45395"/>
                      <a:pt x="601412" y="45395"/>
                      <a:pt x="68085" y="45395"/>
                    </a:cubicBezTo>
                    <a:cubicBezTo>
                      <a:pt x="51064" y="45395"/>
                      <a:pt x="39716" y="56744"/>
                      <a:pt x="39716" y="73767"/>
                    </a:cubicBezTo>
                    <a:cubicBezTo>
                      <a:pt x="39716" y="73767"/>
                      <a:pt x="39716" y="73767"/>
                      <a:pt x="39716" y="391533"/>
                    </a:cubicBezTo>
                    <a:cubicBezTo>
                      <a:pt x="39716" y="408556"/>
                      <a:pt x="51064" y="419905"/>
                      <a:pt x="68085" y="419905"/>
                    </a:cubicBezTo>
                    <a:cubicBezTo>
                      <a:pt x="68085" y="419905"/>
                      <a:pt x="68085" y="419905"/>
                      <a:pt x="204253" y="419905"/>
                    </a:cubicBezTo>
                    <a:cubicBezTo>
                      <a:pt x="215601" y="419905"/>
                      <a:pt x="215601" y="431254"/>
                      <a:pt x="215601" y="431254"/>
                    </a:cubicBezTo>
                    <a:cubicBezTo>
                      <a:pt x="215601" y="431254"/>
                      <a:pt x="215601" y="431254"/>
                      <a:pt x="181558" y="522044"/>
                    </a:cubicBezTo>
                    <a:cubicBezTo>
                      <a:pt x="181558" y="522044"/>
                      <a:pt x="175885" y="527718"/>
                      <a:pt x="164537" y="527718"/>
                    </a:cubicBezTo>
                    <a:cubicBezTo>
                      <a:pt x="164537" y="527718"/>
                      <a:pt x="164537" y="527718"/>
                      <a:pt x="22695" y="527718"/>
                    </a:cubicBezTo>
                    <a:cubicBezTo>
                      <a:pt x="11348" y="527718"/>
                      <a:pt x="0" y="516369"/>
                      <a:pt x="0" y="499346"/>
                    </a:cubicBezTo>
                    <a:cubicBezTo>
                      <a:pt x="0" y="499346"/>
                      <a:pt x="0" y="499346"/>
                      <a:pt x="0" y="28372"/>
                    </a:cubicBezTo>
                    <a:cubicBezTo>
                      <a:pt x="0" y="11349"/>
                      <a:pt x="11348" y="0"/>
                      <a:pt x="22695" y="0"/>
                    </a:cubicBezTo>
                    <a:close/>
                  </a:path>
                </a:pathLst>
              </a:custGeom>
              <a:solidFill>
                <a:srgbClr val="FFFFFF"/>
              </a:solidFill>
              <a:ln w="9525">
                <a:noFill/>
                <a:round/>
              </a:ln>
            </p:spPr>
            <p:txBody>
              <a:bodyPr wrap="square" lIns="91440" tIns="45720" rIns="91440" bIns="4572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p>
            </p:txBody>
          </p:sp>
          <p:sp>
            <p:nvSpPr>
              <p:cNvPr id="17" name="矩形 16"/>
              <p:cNvSpPr/>
              <p:nvPr userDrawn="1"/>
            </p:nvSpPr>
            <p:spPr>
              <a:xfrm>
                <a:off x="9037772" y="2254242"/>
                <a:ext cx="2481128" cy="446763"/>
              </a:xfrm>
              <a:prstGeom prst="rect">
                <a:avLst/>
              </a:prstGeom>
            </p:spPr>
            <p:txBody>
              <a:bodyPr wrap="non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lgn="ctr"/>
                <a:r>
                  <a:rPr lang="en-US" altLang="zh-CN" b="1" dirty="0"/>
                  <a:t>04</a:t>
                </a:r>
                <a:endParaRPr lang="zh-CN" altLang="en-US" b="1" dirty="0"/>
              </a:p>
            </p:txBody>
          </p:sp>
        </p:grpSp>
      </p:grpSp>
      <p:sp>
        <p:nvSpPr>
          <p:cNvPr id="33" name="文本占位符 374"/>
          <p:cNvSpPr>
            <a:spLocks noGrp="1"/>
          </p:cNvSpPr>
          <p:nvPr>
            <p:ph type="body" sz="quarter" idx="19" hasCustomPrompt="1"/>
          </p:nvPr>
        </p:nvSpPr>
        <p:spPr>
          <a:xfrm>
            <a:off x="1227191"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0" hasCustomPrompt="1"/>
          </p:nvPr>
        </p:nvSpPr>
        <p:spPr>
          <a:xfrm>
            <a:off x="707398"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5" name="文本占位符 374"/>
          <p:cNvSpPr>
            <a:spLocks noGrp="1"/>
          </p:cNvSpPr>
          <p:nvPr>
            <p:ph type="body" sz="quarter" idx="21" hasCustomPrompt="1"/>
          </p:nvPr>
        </p:nvSpPr>
        <p:spPr>
          <a:xfrm>
            <a:off x="4019648"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2" hasCustomPrompt="1"/>
          </p:nvPr>
        </p:nvSpPr>
        <p:spPr>
          <a:xfrm>
            <a:off x="3499855"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7" name="文本占位符 374"/>
          <p:cNvSpPr>
            <a:spLocks noGrp="1"/>
          </p:cNvSpPr>
          <p:nvPr>
            <p:ph type="body" sz="quarter" idx="23" hasCustomPrompt="1"/>
          </p:nvPr>
        </p:nvSpPr>
        <p:spPr>
          <a:xfrm>
            <a:off x="6812105"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8" name="文本占位符 374"/>
          <p:cNvSpPr>
            <a:spLocks noGrp="1"/>
          </p:cNvSpPr>
          <p:nvPr>
            <p:ph type="body" sz="quarter" idx="24" hasCustomPrompt="1"/>
          </p:nvPr>
        </p:nvSpPr>
        <p:spPr>
          <a:xfrm>
            <a:off x="6292312"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9" name="文本占位符 374"/>
          <p:cNvSpPr>
            <a:spLocks noGrp="1"/>
          </p:cNvSpPr>
          <p:nvPr>
            <p:ph type="body" sz="quarter" idx="25" hasCustomPrompt="1"/>
          </p:nvPr>
        </p:nvSpPr>
        <p:spPr>
          <a:xfrm>
            <a:off x="9604562" y="460347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 name="文本占位符 374"/>
          <p:cNvSpPr>
            <a:spLocks noGrp="1"/>
          </p:cNvSpPr>
          <p:nvPr>
            <p:ph type="body" sz="quarter" idx="26" hasCustomPrompt="1"/>
          </p:nvPr>
        </p:nvSpPr>
        <p:spPr>
          <a:xfrm>
            <a:off x="9084769" y="527295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逻辑-4">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52" name="矩形: 圆角 351"/>
          <p:cNvSpPr/>
          <p:nvPr userDrawn="1"/>
        </p:nvSpPr>
        <p:spPr>
          <a:xfrm>
            <a:off x="1072144"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5" name="文本占位符 374"/>
          <p:cNvSpPr>
            <a:spLocks noGrp="1"/>
          </p:cNvSpPr>
          <p:nvPr>
            <p:ph type="body" sz="quarter" idx="13" hasCustomPrompt="1"/>
          </p:nvPr>
        </p:nvSpPr>
        <p:spPr>
          <a:xfrm>
            <a:off x="1157828" y="4063790"/>
            <a:ext cx="1257902" cy="265112"/>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76" name="文本占位符 374"/>
          <p:cNvSpPr>
            <a:spLocks noGrp="1"/>
          </p:cNvSpPr>
          <p:nvPr>
            <p:ph type="body" sz="quarter" idx="14" hasCustomPrompt="1"/>
          </p:nvPr>
        </p:nvSpPr>
        <p:spPr>
          <a:xfrm>
            <a:off x="1134221"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grpSp>
        <p:nvGrpSpPr>
          <p:cNvPr id="2" name="组合 1"/>
          <p:cNvGrpSpPr/>
          <p:nvPr userDrawn="1"/>
        </p:nvGrpSpPr>
        <p:grpSpPr>
          <a:xfrm>
            <a:off x="1007011" y="1985720"/>
            <a:ext cx="10102141" cy="1683689"/>
            <a:chOff x="816330" y="-3753789"/>
            <a:chExt cx="10102141" cy="1683689"/>
          </a:xfrm>
          <a:noFill/>
        </p:grpSpPr>
        <p:sp>
          <p:nvSpPr>
            <p:cNvPr id="4" name="iS1íďé"/>
            <p:cNvSpPr/>
            <p:nvPr/>
          </p:nvSpPr>
          <p:spPr>
            <a:xfrm flipH="1">
              <a:off x="81633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iṩlîḋè"/>
            <p:cNvSpPr/>
            <p:nvPr/>
          </p:nvSpPr>
          <p:spPr>
            <a:xfrm flipH="1" flipV="1">
              <a:off x="250002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iṩlíde"/>
            <p:cNvSpPr/>
            <p:nvPr/>
          </p:nvSpPr>
          <p:spPr>
            <a:xfrm flipH="1">
              <a:off x="418371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iṧľïdê"/>
            <p:cNvSpPr/>
            <p:nvPr/>
          </p:nvSpPr>
          <p:spPr>
            <a:xfrm flipH="1" flipV="1">
              <a:off x="586740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iSļîḍe"/>
            <p:cNvSpPr/>
            <p:nvPr/>
          </p:nvSpPr>
          <p:spPr>
            <a:xfrm flipH="1">
              <a:off x="755109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išľîďe"/>
            <p:cNvSpPr/>
            <p:nvPr/>
          </p:nvSpPr>
          <p:spPr>
            <a:xfrm flipH="1" flipV="1">
              <a:off x="9234780" y="-3753789"/>
              <a:ext cx="1683691" cy="1683689"/>
            </a:xfrm>
            <a:prstGeom prst="arc">
              <a:avLst>
                <a:gd name="adj1" fmla="val 21443658"/>
                <a:gd name="adj2" fmla="val 10773378"/>
              </a:avLst>
            </a:prstGeom>
            <a:grpFill/>
            <a:ln w="127000" cap="rnd">
              <a:gradFill>
                <a:gsLst>
                  <a:gs pos="100000">
                    <a:schemeClr val="bg1">
                      <a:lumMod val="95000"/>
                      <a:alpha val="0"/>
                    </a:schemeClr>
                  </a:gs>
                  <a:gs pos="20000">
                    <a:schemeClr val="bg1">
                      <a:lumMod val="95000"/>
                    </a:schemeClr>
                  </a:gs>
                </a:gsLst>
                <a:lin ang="12000000" scaled="0"/>
              </a:gra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0" name="矩形: 圆角 19"/>
          <p:cNvSpPr/>
          <p:nvPr userDrawn="1"/>
        </p:nvSpPr>
        <p:spPr>
          <a:xfrm>
            <a:off x="2694654"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文本占位符 374"/>
          <p:cNvSpPr>
            <a:spLocks noGrp="1"/>
          </p:cNvSpPr>
          <p:nvPr>
            <p:ph type="body" sz="quarter" idx="15" hasCustomPrompt="1"/>
          </p:nvPr>
        </p:nvSpPr>
        <p:spPr>
          <a:xfrm>
            <a:off x="2829642" y="4063790"/>
            <a:ext cx="1236934" cy="416619"/>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16" hasCustomPrompt="1"/>
          </p:nvPr>
        </p:nvSpPr>
        <p:spPr>
          <a:xfrm>
            <a:off x="2756731"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3" name="矩形: 圆角 22"/>
          <p:cNvSpPr/>
          <p:nvPr userDrawn="1"/>
        </p:nvSpPr>
        <p:spPr>
          <a:xfrm>
            <a:off x="4411413"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文本占位符 374"/>
          <p:cNvSpPr>
            <a:spLocks noGrp="1"/>
          </p:cNvSpPr>
          <p:nvPr>
            <p:ph type="body" sz="quarter" idx="17" hasCustomPrompt="1"/>
          </p:nvPr>
        </p:nvSpPr>
        <p:spPr>
          <a:xfrm>
            <a:off x="4528725" y="4063790"/>
            <a:ext cx="1236934" cy="30503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18" hasCustomPrompt="1"/>
          </p:nvPr>
        </p:nvSpPr>
        <p:spPr>
          <a:xfrm>
            <a:off x="4473490"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6" name="矩形: 圆角 25"/>
          <p:cNvSpPr/>
          <p:nvPr userDrawn="1"/>
        </p:nvSpPr>
        <p:spPr>
          <a:xfrm>
            <a:off x="6033923"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文本占位符 374"/>
          <p:cNvSpPr>
            <a:spLocks noGrp="1"/>
          </p:cNvSpPr>
          <p:nvPr>
            <p:ph type="body" sz="quarter" idx="19" hasCustomPrompt="1"/>
          </p:nvPr>
        </p:nvSpPr>
        <p:spPr>
          <a:xfrm>
            <a:off x="6173159" y="4063790"/>
            <a:ext cx="1236934" cy="325596"/>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0" hasCustomPrompt="1"/>
          </p:nvPr>
        </p:nvSpPr>
        <p:spPr>
          <a:xfrm>
            <a:off x="6096000"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29" name="矩形: 圆角 28"/>
          <p:cNvSpPr/>
          <p:nvPr userDrawn="1"/>
        </p:nvSpPr>
        <p:spPr>
          <a:xfrm>
            <a:off x="7750682"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文本占位符 374"/>
          <p:cNvSpPr>
            <a:spLocks noGrp="1"/>
          </p:cNvSpPr>
          <p:nvPr>
            <p:ph type="body" sz="quarter" idx="21" hasCustomPrompt="1"/>
          </p:nvPr>
        </p:nvSpPr>
        <p:spPr>
          <a:xfrm>
            <a:off x="7839368" y="4063790"/>
            <a:ext cx="1257902" cy="30503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22" hasCustomPrompt="1"/>
          </p:nvPr>
        </p:nvSpPr>
        <p:spPr>
          <a:xfrm>
            <a:off x="7812759"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sp>
        <p:nvSpPr>
          <p:cNvPr id="32" name="矩形: 圆角 31"/>
          <p:cNvSpPr/>
          <p:nvPr userDrawn="1"/>
        </p:nvSpPr>
        <p:spPr>
          <a:xfrm>
            <a:off x="9373192" y="4013916"/>
            <a:ext cx="1429270" cy="416619"/>
          </a:xfrm>
          <a:prstGeom prst="roundRect">
            <a:avLst>
              <a:gd name="adj" fmla="val 50000"/>
            </a:avLst>
          </a:prstGeom>
          <a:solidFill>
            <a:schemeClr val="accent4">
              <a:alpha val="80000"/>
            </a:schemeClr>
          </a:solidFill>
          <a:ln w="9525">
            <a:noFill/>
          </a:ln>
          <a:effectLst>
            <a:outerShdw blurRad="190500" dist="88900" dir="5400000" algn="t" rotWithShape="0">
              <a:schemeClr val="accent4">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文本占位符 374"/>
          <p:cNvSpPr>
            <a:spLocks noGrp="1"/>
          </p:cNvSpPr>
          <p:nvPr>
            <p:ph type="body" sz="quarter" idx="23" hasCustomPrompt="1"/>
          </p:nvPr>
        </p:nvSpPr>
        <p:spPr>
          <a:xfrm>
            <a:off x="9467441" y="4063790"/>
            <a:ext cx="1214280" cy="254344"/>
          </a:xfrm>
          <a:prstGeom prst="rect">
            <a:avLst/>
          </a:prstGeom>
        </p:spPr>
        <p:txBody>
          <a:bodyPr/>
          <a:lstStyle>
            <a:lvl1pPr marL="0" indent="0" algn="ctr">
              <a:buNone/>
              <a:defRPr sz="2000" b="1">
                <a:solidFill>
                  <a:schemeClr val="bg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4" hasCustomPrompt="1"/>
          </p:nvPr>
        </p:nvSpPr>
        <p:spPr>
          <a:xfrm>
            <a:off x="9435269" y="4642706"/>
            <a:ext cx="1429270" cy="1054028"/>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solidFill>
                  <a:schemeClr val="tx1">
                    <a:lumMod val="75000"/>
                    <a:lumOff val="25000"/>
                  </a:schemeClr>
                </a:solidFill>
                <a:latin typeface="+mn-ea"/>
              </a:rPr>
              <a:t>请输入文本请输入文本请输入文本请输入文本请输入文本请输入文本请输入文本</a:t>
            </a:r>
            <a:endParaRPr lang="zh-CN" altLang="en-US" dirty="0"/>
          </a:p>
        </p:txBody>
      </p:sp>
      <p:pic>
        <p:nvPicPr>
          <p:cNvPr id="36" name="图形 35" descr="铃 纯色填充"/>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414742" y="2390926"/>
            <a:ext cx="914400" cy="914400"/>
          </a:xfrm>
          <a:prstGeom prst="rect">
            <a:avLst/>
          </a:prstGeom>
        </p:spPr>
      </p:pic>
      <p:pic>
        <p:nvPicPr>
          <p:cNvPr id="38" name="图形 37" descr="合上的书 纯色填充"/>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095695" y="2390926"/>
            <a:ext cx="914400" cy="914400"/>
          </a:xfrm>
          <a:prstGeom prst="rect">
            <a:avLst/>
          </a:prstGeom>
        </p:spPr>
      </p:pic>
      <p:pic>
        <p:nvPicPr>
          <p:cNvPr id="40" name="图形 39" descr="计算器 纯色填充"/>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730925" y="2390926"/>
            <a:ext cx="914400" cy="914400"/>
          </a:xfrm>
          <a:prstGeom prst="rect">
            <a:avLst/>
          </a:prstGeom>
        </p:spPr>
      </p:pic>
      <p:pic>
        <p:nvPicPr>
          <p:cNvPr id="42" name="图形 41" descr="关注 纯色填充"/>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442726" y="2370364"/>
            <a:ext cx="914400" cy="914400"/>
          </a:xfrm>
          <a:prstGeom prst="rect">
            <a:avLst/>
          </a:prstGeom>
        </p:spPr>
      </p:pic>
      <p:pic>
        <p:nvPicPr>
          <p:cNvPr id="44" name="图形 43" descr="好点子 纯色填充"/>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126416" y="2328610"/>
            <a:ext cx="914400" cy="914400"/>
          </a:xfrm>
          <a:prstGeom prst="rect">
            <a:avLst/>
          </a:prstGeom>
        </p:spPr>
      </p:pic>
      <p:pic>
        <p:nvPicPr>
          <p:cNvPr id="46" name="图形 45" descr="手提包 纯色填充"/>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865408" y="2237608"/>
            <a:ext cx="914400" cy="914400"/>
          </a:xfrm>
          <a:prstGeom prst="rect">
            <a:avLst/>
          </a:prstGeom>
        </p:spPr>
      </p:pic>
      <p:cxnSp>
        <p:nvCxnSpPr>
          <p:cNvPr id="16" name="直接连接符 1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7"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15"/>
          <a:stretch>
            <a:fillRect/>
          </a:stretch>
        </p:blipFill>
        <p:spPr>
          <a:xfrm>
            <a:off x="10414000" y="386715"/>
            <a:ext cx="1228090" cy="318135"/>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逻辑-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平行四边形 2"/>
          <p:cNvSpPr/>
          <p:nvPr userDrawn="1"/>
        </p:nvSpPr>
        <p:spPr>
          <a:xfrm>
            <a:off x="2303282" y="1899940"/>
            <a:ext cx="3648128" cy="512082"/>
          </a:xfrm>
          <a:prstGeom prst="parallelogram">
            <a:avLst>
              <a:gd name="adj" fmla="val 64681"/>
            </a:avLst>
          </a:prstGeom>
          <a:solidFill>
            <a:schemeClr val="accent1"/>
          </a:solidFill>
          <a:ln>
            <a:gradFill flip="none" rotWithShape="1">
              <a:gsLst>
                <a:gs pos="9000">
                  <a:schemeClr val="accent1">
                    <a:alpha val="0"/>
                  </a:schemeClr>
                </a:gs>
                <a:gs pos="58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4" name="平行四边形 3"/>
          <p:cNvSpPr/>
          <p:nvPr userDrawn="1"/>
        </p:nvSpPr>
        <p:spPr>
          <a:xfrm>
            <a:off x="5768599" y="1899940"/>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01</a:t>
            </a:r>
            <a:endParaRPr lang="zh-CN" altLang="en-US" dirty="0"/>
          </a:p>
        </p:txBody>
      </p:sp>
      <p:sp>
        <p:nvSpPr>
          <p:cNvPr id="6" name="平行四边形 5"/>
          <p:cNvSpPr/>
          <p:nvPr userDrawn="1"/>
        </p:nvSpPr>
        <p:spPr>
          <a:xfrm>
            <a:off x="2303282" y="4792390"/>
            <a:ext cx="3648128" cy="512082"/>
          </a:xfrm>
          <a:prstGeom prst="parallelogram">
            <a:avLst>
              <a:gd name="adj" fmla="val 64681"/>
            </a:avLst>
          </a:prstGeom>
          <a:solidFill>
            <a:schemeClr val="accent1"/>
          </a:solidFill>
          <a:ln>
            <a:gradFill flip="none" rotWithShape="1">
              <a:gsLst>
                <a:gs pos="9000">
                  <a:schemeClr val="accent1">
                    <a:alpha val="0"/>
                  </a:schemeClr>
                </a:gs>
                <a:gs pos="58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 name="平行四边形 6"/>
          <p:cNvSpPr/>
          <p:nvPr userDrawn="1"/>
        </p:nvSpPr>
        <p:spPr>
          <a:xfrm>
            <a:off x="5768599" y="4792390"/>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03</a:t>
            </a:r>
            <a:endParaRPr lang="zh-CN" altLang="en-US" dirty="0"/>
          </a:p>
        </p:txBody>
      </p:sp>
      <p:sp>
        <p:nvSpPr>
          <p:cNvPr id="10" name="平行四边形 9"/>
          <p:cNvSpPr/>
          <p:nvPr userDrawn="1"/>
        </p:nvSpPr>
        <p:spPr>
          <a:xfrm>
            <a:off x="6674480" y="3383669"/>
            <a:ext cx="3648128" cy="512082"/>
          </a:xfrm>
          <a:prstGeom prst="parallelogram">
            <a:avLst>
              <a:gd name="adj" fmla="val 64681"/>
            </a:avLst>
          </a:prstGeom>
          <a:solidFill>
            <a:schemeClr val="accent1"/>
          </a:solidFill>
          <a:ln>
            <a:gradFill flip="none" rotWithShape="1">
              <a:gsLst>
                <a:gs pos="91000">
                  <a:schemeClr val="accent1">
                    <a:alpha val="0"/>
                  </a:schemeClr>
                </a:gs>
                <a:gs pos="42000">
                  <a:schemeClr val="accent1"/>
                </a:gs>
              </a:gsLst>
              <a:lin ang="18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6" name="平行四边形 15"/>
          <p:cNvSpPr/>
          <p:nvPr userDrawn="1"/>
        </p:nvSpPr>
        <p:spPr>
          <a:xfrm>
            <a:off x="5768599" y="3383669"/>
            <a:ext cx="1068263" cy="512082"/>
          </a:xfrm>
          <a:prstGeom prst="parallelogram">
            <a:avLst>
              <a:gd name="adj" fmla="val 64681"/>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altLang="zh-CN" dirty="0"/>
              <a:t>02</a:t>
            </a:r>
            <a:endParaRPr lang="zh-CN" altLang="en-US" dirty="0"/>
          </a:p>
        </p:txBody>
      </p:sp>
      <p:sp>
        <p:nvSpPr>
          <p:cNvPr id="18" name="文本占位符 374"/>
          <p:cNvSpPr>
            <a:spLocks noGrp="1"/>
          </p:cNvSpPr>
          <p:nvPr>
            <p:ph type="body" sz="quarter" idx="15" hasCustomPrompt="1"/>
          </p:nvPr>
        </p:nvSpPr>
        <p:spPr>
          <a:xfrm>
            <a:off x="3632443" y="1997017"/>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9" name="文本占位符 374"/>
          <p:cNvSpPr>
            <a:spLocks noGrp="1"/>
          </p:cNvSpPr>
          <p:nvPr>
            <p:ph type="body" sz="quarter" idx="16" hasCustomPrompt="1"/>
          </p:nvPr>
        </p:nvSpPr>
        <p:spPr>
          <a:xfrm>
            <a:off x="3112650" y="2666492"/>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0" name="文本占位符 374"/>
          <p:cNvSpPr>
            <a:spLocks noGrp="1"/>
          </p:cNvSpPr>
          <p:nvPr>
            <p:ph type="body" sz="quarter" idx="17" hasCustomPrompt="1"/>
          </p:nvPr>
        </p:nvSpPr>
        <p:spPr>
          <a:xfrm>
            <a:off x="7682361" y="3516090"/>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18" hasCustomPrompt="1"/>
          </p:nvPr>
        </p:nvSpPr>
        <p:spPr>
          <a:xfrm>
            <a:off x="7162568" y="4185565"/>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4" name="文本占位符 374"/>
          <p:cNvSpPr>
            <a:spLocks noGrp="1"/>
          </p:cNvSpPr>
          <p:nvPr>
            <p:ph type="body" sz="quarter" idx="19" hasCustomPrompt="1"/>
          </p:nvPr>
        </p:nvSpPr>
        <p:spPr>
          <a:xfrm>
            <a:off x="3632443" y="4887526"/>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20" hasCustomPrompt="1"/>
          </p:nvPr>
        </p:nvSpPr>
        <p:spPr>
          <a:xfrm>
            <a:off x="3112650" y="5557001"/>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逻辑-1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13335"/>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07" name="文本占位符 374"/>
          <p:cNvSpPr>
            <a:spLocks noGrp="1"/>
          </p:cNvSpPr>
          <p:nvPr>
            <p:ph type="body" sz="quarter" idx="21" hasCustomPrompt="1"/>
          </p:nvPr>
        </p:nvSpPr>
        <p:spPr>
          <a:xfrm>
            <a:off x="3016702" y="2681822"/>
            <a:ext cx="1336223" cy="327958"/>
          </a:xfrm>
          <a:prstGeom prst="rect">
            <a:avLst/>
          </a:prstGeom>
        </p:spPr>
        <p:txBody>
          <a:bodyPr/>
          <a:lstStyle>
            <a:lvl1pPr marL="0" indent="0" algn="r">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2472268" y="316194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grpSp>
        <p:nvGrpSpPr>
          <p:cNvPr id="2"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a:off x="672306" y="1129675"/>
            <a:ext cx="10847388" cy="5017750"/>
            <a:chOff x="672306" y="1129675"/>
            <a:chExt cx="10847388" cy="5017750"/>
          </a:xfrm>
        </p:grpSpPr>
        <p:grpSp>
          <p:nvGrpSpPr>
            <p:cNvPr id="3" name="组合 2"/>
            <p:cNvGrpSpPr/>
            <p:nvPr/>
          </p:nvGrpSpPr>
          <p:grpSpPr>
            <a:xfrm>
              <a:off x="4011897" y="1129675"/>
              <a:ext cx="4852418" cy="5017750"/>
              <a:chOff x="6506958" y="705228"/>
              <a:chExt cx="5279207" cy="5459089"/>
            </a:xfrm>
          </p:grpSpPr>
          <p:sp>
            <p:nvSpPr>
              <p:cNvPr id="36" name="任意多边形: 形状 35"/>
              <p:cNvSpPr/>
              <p:nvPr/>
            </p:nvSpPr>
            <p:spPr bwMode="auto">
              <a:xfrm>
                <a:off x="6506958" y="705228"/>
                <a:ext cx="5279207" cy="5459089"/>
              </a:xfrm>
              <a:custGeom>
                <a:avLst/>
                <a:gdLst>
                  <a:gd name="connsiteX0" fmla="*/ 3859967 w 5879683"/>
                  <a:gd name="connsiteY0" fmla="*/ 0 h 6080019"/>
                  <a:gd name="connsiteX1" fmla="*/ 4112189 w 5879683"/>
                  <a:gd name="connsiteY1" fmla="*/ 1506708 h 6080019"/>
                  <a:gd name="connsiteX2" fmla="*/ 2712241 w 5879683"/>
                  <a:gd name="connsiteY2" fmla="*/ 2332968 h 6080019"/>
                  <a:gd name="connsiteX3" fmla="*/ 606535 w 5879683"/>
                  <a:gd name="connsiteY3" fmla="*/ 4372000 h 6080019"/>
                  <a:gd name="connsiteX4" fmla="*/ 1316921 w 5879683"/>
                  <a:gd name="connsiteY4" fmla="*/ 5047820 h 6080019"/>
                  <a:gd name="connsiteX5" fmla="*/ 4723998 w 5879683"/>
                  <a:gd name="connsiteY5" fmla="*/ 5435664 h 6080019"/>
                  <a:gd name="connsiteX6" fmla="*/ 4808310 w 5879683"/>
                  <a:gd name="connsiteY6" fmla="*/ 5429676 h 6080019"/>
                  <a:gd name="connsiteX7" fmla="*/ 4961760 w 5879683"/>
                  <a:gd name="connsiteY7" fmla="*/ 5207111 h 6080019"/>
                  <a:gd name="connsiteX8" fmla="*/ 5879683 w 5879683"/>
                  <a:gd name="connsiteY8" fmla="*/ 5581914 h 6080019"/>
                  <a:gd name="connsiteX9" fmla="*/ 4359923 w 5879683"/>
                  <a:gd name="connsiteY9" fmla="*/ 6080019 h 6080019"/>
                  <a:gd name="connsiteX10" fmla="*/ 4478454 w 5879683"/>
                  <a:gd name="connsiteY10" fmla="*/ 5908101 h 6080019"/>
                  <a:gd name="connsiteX11" fmla="*/ 4184148 w 5879683"/>
                  <a:gd name="connsiteY11" fmla="*/ 5922625 h 6080019"/>
                  <a:gd name="connsiteX12" fmla="*/ 1205851 w 5879683"/>
                  <a:gd name="connsiteY12" fmla="*/ 5552371 h 6080019"/>
                  <a:gd name="connsiteX13" fmla="*/ 625046 w 5879683"/>
                  <a:gd name="connsiteY13" fmla="*/ 5223719 h 6080019"/>
                  <a:gd name="connsiteX14" fmla="*/ 264068 w 5879683"/>
                  <a:gd name="connsiteY14" fmla="*/ 3453163 h 6080019"/>
                  <a:gd name="connsiteX15" fmla="*/ 3019998 w 5879683"/>
                  <a:gd name="connsiteY15" fmla="*/ 2011259 h 6080019"/>
                  <a:gd name="connsiteX16" fmla="*/ 3816002 w 5879683"/>
                  <a:gd name="connsiteY16" fmla="*/ 1564570 h 6080019"/>
                  <a:gd name="connsiteX17" fmla="*/ 3859967 w 5879683"/>
                  <a:gd name="connsiteY17" fmla="*/ 0 h 608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79683" h="6080019">
                    <a:moveTo>
                      <a:pt x="3859967" y="0"/>
                    </a:moveTo>
                    <a:cubicBezTo>
                      <a:pt x="4362097" y="358740"/>
                      <a:pt x="4642087" y="941982"/>
                      <a:pt x="4112189" y="1506708"/>
                    </a:cubicBezTo>
                    <a:cubicBezTo>
                      <a:pt x="3762781" y="1877021"/>
                      <a:pt x="3175034" y="2136239"/>
                      <a:pt x="2712241" y="2332968"/>
                    </a:cubicBezTo>
                    <a:cubicBezTo>
                      <a:pt x="1997227" y="2633847"/>
                      <a:pt x="171510" y="3247176"/>
                      <a:pt x="606535" y="4372000"/>
                    </a:cubicBezTo>
                    <a:cubicBezTo>
                      <a:pt x="729175" y="4686765"/>
                      <a:pt x="1029990" y="4897381"/>
                      <a:pt x="1316921" y="5047820"/>
                    </a:cubicBezTo>
                    <a:cubicBezTo>
                      <a:pt x="2186827" y="5499139"/>
                      <a:pt x="3628218" y="5507004"/>
                      <a:pt x="4723998" y="5435664"/>
                    </a:cubicBezTo>
                    <a:lnTo>
                      <a:pt x="4808310" y="5429676"/>
                    </a:lnTo>
                    <a:lnTo>
                      <a:pt x="4961760" y="5207111"/>
                    </a:lnTo>
                    <a:lnTo>
                      <a:pt x="5879683" y="5581914"/>
                    </a:lnTo>
                    <a:lnTo>
                      <a:pt x="4359923" y="6080019"/>
                    </a:lnTo>
                    <a:lnTo>
                      <a:pt x="4478454" y="5908101"/>
                    </a:lnTo>
                    <a:lnTo>
                      <a:pt x="4184148" y="5922625"/>
                    </a:lnTo>
                    <a:cubicBezTo>
                      <a:pt x="3187544" y="5964741"/>
                      <a:pt x="2102801" y="5947275"/>
                      <a:pt x="1205851" y="5552371"/>
                    </a:cubicBezTo>
                    <a:cubicBezTo>
                      <a:pt x="1002222" y="5462107"/>
                      <a:pt x="807849" y="5353328"/>
                      <a:pt x="625046" y="5223719"/>
                    </a:cubicBezTo>
                    <a:cubicBezTo>
                      <a:pt x="276" y="4774715"/>
                      <a:pt x="-221864" y="4103524"/>
                      <a:pt x="264068" y="3453163"/>
                    </a:cubicBezTo>
                    <a:cubicBezTo>
                      <a:pt x="743058" y="2809745"/>
                      <a:pt x="2263332" y="2351484"/>
                      <a:pt x="3019998" y="2011259"/>
                    </a:cubicBezTo>
                    <a:cubicBezTo>
                      <a:pt x="3293046" y="1888593"/>
                      <a:pt x="3577663" y="1745097"/>
                      <a:pt x="3816002" y="1564570"/>
                    </a:cubicBezTo>
                    <a:cubicBezTo>
                      <a:pt x="4491679" y="1057705"/>
                      <a:pt x="4359783" y="460576"/>
                      <a:pt x="3859967" y="0"/>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37" name="任意多边形: 形状 36"/>
              <p:cNvSpPr/>
              <p:nvPr/>
            </p:nvSpPr>
            <p:spPr bwMode="auto">
              <a:xfrm>
                <a:off x="6726849" y="793973"/>
                <a:ext cx="4081230" cy="5055164"/>
              </a:xfrm>
              <a:custGeom>
                <a:avLst/>
                <a:gdLst>
                  <a:gd name="connsiteX0" fmla="*/ 2256537 w 4545444"/>
                  <a:gd name="connsiteY0" fmla="*/ 5459202 h 5630150"/>
                  <a:gd name="connsiteX1" fmla="*/ 2494614 w 4545444"/>
                  <a:gd name="connsiteY1" fmla="*/ 5490324 h 5630150"/>
                  <a:gd name="connsiteX2" fmla="*/ 4501279 w 4545444"/>
                  <a:gd name="connsiteY2" fmla="*/ 5522041 h 5630150"/>
                  <a:gd name="connsiteX3" fmla="*/ 4545249 w 4545444"/>
                  <a:gd name="connsiteY3" fmla="*/ 5561385 h 5630150"/>
                  <a:gd name="connsiteX4" fmla="*/ 4505907 w 4545444"/>
                  <a:gd name="connsiteY4" fmla="*/ 5607672 h 5630150"/>
                  <a:gd name="connsiteX5" fmla="*/ 2419318 w 4545444"/>
                  <a:gd name="connsiteY5" fmla="*/ 5557726 h 5630150"/>
                  <a:gd name="connsiteX6" fmla="*/ 2235390 w 4545444"/>
                  <a:gd name="connsiteY6" fmla="*/ 5531069 h 5630150"/>
                  <a:gd name="connsiteX7" fmla="*/ 618660 w 4545444"/>
                  <a:gd name="connsiteY7" fmla="*/ 4907146 h 5630150"/>
                  <a:gd name="connsiteX8" fmla="*/ 632400 w 4545444"/>
                  <a:gd name="connsiteY8" fmla="*/ 4917588 h 5630150"/>
                  <a:gd name="connsiteX9" fmla="*/ 1856847 w 4545444"/>
                  <a:gd name="connsiteY9" fmla="*/ 5391925 h 5630150"/>
                  <a:gd name="connsiteX10" fmla="*/ 2034852 w 4545444"/>
                  <a:gd name="connsiteY10" fmla="*/ 5423658 h 5630150"/>
                  <a:gd name="connsiteX11" fmla="*/ 2014093 w 4545444"/>
                  <a:gd name="connsiteY11" fmla="*/ 5495358 h 5630150"/>
                  <a:gd name="connsiteX12" fmla="*/ 1758065 w 4545444"/>
                  <a:gd name="connsiteY12" fmla="*/ 5445168 h 5630150"/>
                  <a:gd name="connsiteX13" fmla="*/ 623058 w 4545444"/>
                  <a:gd name="connsiteY13" fmla="*/ 4995217 h 5630150"/>
                  <a:gd name="connsiteX14" fmla="*/ 574601 w 4545444"/>
                  <a:gd name="connsiteY14" fmla="*/ 4959683 h 5630150"/>
                  <a:gd name="connsiteX15" fmla="*/ 56894 w 4545444"/>
                  <a:gd name="connsiteY15" fmla="*/ 3655972 h 5630150"/>
                  <a:gd name="connsiteX16" fmla="*/ 114769 w 4545444"/>
                  <a:gd name="connsiteY16" fmla="*/ 3681320 h 5630150"/>
                  <a:gd name="connsiteX17" fmla="*/ 80108 w 4545444"/>
                  <a:gd name="connsiteY17" fmla="*/ 3791413 h 5630150"/>
                  <a:gd name="connsiteX18" fmla="*/ 203845 w 4545444"/>
                  <a:gd name="connsiteY18" fmla="*/ 4459754 h 5630150"/>
                  <a:gd name="connsiteX19" fmla="*/ 432817 w 4545444"/>
                  <a:gd name="connsiteY19" fmla="*/ 4753361 h 5630150"/>
                  <a:gd name="connsiteX20" fmla="*/ 437043 w 4545444"/>
                  <a:gd name="connsiteY20" fmla="*/ 4757128 h 5630150"/>
                  <a:gd name="connsiteX21" fmla="*/ 393339 w 4545444"/>
                  <a:gd name="connsiteY21" fmla="*/ 4809243 h 5630150"/>
                  <a:gd name="connsiteX22" fmla="*/ 316280 w 4545444"/>
                  <a:gd name="connsiteY22" fmla="*/ 4730599 h 5630150"/>
                  <a:gd name="connsiteX23" fmla="*/ 102021 w 4545444"/>
                  <a:gd name="connsiteY23" fmla="*/ 4404210 h 5630150"/>
                  <a:gd name="connsiteX24" fmla="*/ 42457 w 4545444"/>
                  <a:gd name="connsiteY24" fmla="*/ 3693267 h 5630150"/>
                  <a:gd name="connsiteX25" fmla="*/ 929004 w 4545444"/>
                  <a:gd name="connsiteY25" fmla="*/ 2786814 h 5630150"/>
                  <a:gd name="connsiteX26" fmla="*/ 956746 w 4545444"/>
                  <a:gd name="connsiteY26" fmla="*/ 2834023 h 5630150"/>
                  <a:gd name="connsiteX27" fmla="*/ 807170 w 4545444"/>
                  <a:gd name="connsiteY27" fmla="*/ 2926453 h 5630150"/>
                  <a:gd name="connsiteX28" fmla="*/ 289168 w 4545444"/>
                  <a:gd name="connsiteY28" fmla="*/ 3374474 h 5630150"/>
                  <a:gd name="connsiteX29" fmla="*/ 202845 w 4545444"/>
                  <a:gd name="connsiteY29" fmla="*/ 3497409 h 5630150"/>
                  <a:gd name="connsiteX30" fmla="*/ 145829 w 4545444"/>
                  <a:gd name="connsiteY30" fmla="*/ 3472437 h 5630150"/>
                  <a:gd name="connsiteX31" fmla="*/ 199129 w 4545444"/>
                  <a:gd name="connsiteY31" fmla="*/ 3391464 h 5630150"/>
                  <a:gd name="connsiteX32" fmla="*/ 889422 w 4545444"/>
                  <a:gd name="connsiteY32" fmla="*/ 2808754 h 5630150"/>
                  <a:gd name="connsiteX33" fmla="*/ 1866690 w 4545444"/>
                  <a:gd name="connsiteY33" fmla="*/ 2342652 h 5630150"/>
                  <a:gd name="connsiteX34" fmla="*/ 1887488 w 4545444"/>
                  <a:gd name="connsiteY34" fmla="*/ 2393291 h 5630150"/>
                  <a:gd name="connsiteX35" fmla="*/ 1840098 w 4545444"/>
                  <a:gd name="connsiteY35" fmla="*/ 2412028 h 5630150"/>
                  <a:gd name="connsiteX36" fmla="*/ 1553013 w 4545444"/>
                  <a:gd name="connsiteY36" fmla="*/ 2531900 h 5630150"/>
                  <a:gd name="connsiteX37" fmla="*/ 1263822 w 4545444"/>
                  <a:gd name="connsiteY37" fmla="*/ 2668275 h 5630150"/>
                  <a:gd name="connsiteX38" fmla="*/ 1050436 w 4545444"/>
                  <a:gd name="connsiteY38" fmla="*/ 2783374 h 5630150"/>
                  <a:gd name="connsiteX39" fmla="*/ 1022313 w 4545444"/>
                  <a:gd name="connsiteY39" fmla="*/ 2735091 h 5630150"/>
                  <a:gd name="connsiteX40" fmla="*/ 1139549 w 4545444"/>
                  <a:gd name="connsiteY40" fmla="*/ 2670106 h 5630150"/>
                  <a:gd name="connsiteX41" fmla="*/ 1666136 w 4545444"/>
                  <a:gd name="connsiteY41" fmla="*/ 2425016 h 5630150"/>
                  <a:gd name="connsiteX42" fmla="*/ 2691412 w 4545444"/>
                  <a:gd name="connsiteY42" fmla="*/ 2019045 h 5630150"/>
                  <a:gd name="connsiteX43" fmla="*/ 2709493 w 4545444"/>
                  <a:gd name="connsiteY43" fmla="*/ 2058447 h 5630150"/>
                  <a:gd name="connsiteX44" fmla="*/ 2515802 w 4545444"/>
                  <a:gd name="connsiteY44" fmla="*/ 2143103 h 5630150"/>
                  <a:gd name="connsiteX45" fmla="*/ 1999688 w 4545444"/>
                  <a:gd name="connsiteY45" fmla="*/ 2348928 h 5630150"/>
                  <a:gd name="connsiteX46" fmla="*/ 1967235 w 4545444"/>
                  <a:gd name="connsiteY46" fmla="*/ 2361760 h 5630150"/>
                  <a:gd name="connsiteX47" fmla="*/ 1946919 w 4545444"/>
                  <a:gd name="connsiteY47" fmla="*/ 2310047 h 5630150"/>
                  <a:gd name="connsiteX48" fmla="*/ 2182498 w 4545444"/>
                  <a:gd name="connsiteY48" fmla="*/ 2217829 h 5630150"/>
                  <a:gd name="connsiteX49" fmla="*/ 2634236 w 4545444"/>
                  <a:gd name="connsiteY49" fmla="*/ 2042495 h 5630150"/>
                  <a:gd name="connsiteX50" fmla="*/ 3419929 w 4545444"/>
                  <a:gd name="connsiteY50" fmla="*/ 1652893 h 5630150"/>
                  <a:gd name="connsiteX51" fmla="*/ 3435936 w 4545444"/>
                  <a:gd name="connsiteY51" fmla="*/ 1679865 h 5630150"/>
                  <a:gd name="connsiteX52" fmla="*/ 3366230 w 4545444"/>
                  <a:gd name="connsiteY52" fmla="*/ 1725659 h 5630150"/>
                  <a:gd name="connsiteX53" fmla="*/ 2868625 w 4545444"/>
                  <a:gd name="connsiteY53" fmla="*/ 1988895 h 5630150"/>
                  <a:gd name="connsiteX54" fmla="*/ 2779467 w 4545444"/>
                  <a:gd name="connsiteY54" fmla="*/ 2027864 h 5630150"/>
                  <a:gd name="connsiteX55" fmla="*/ 2761652 w 4545444"/>
                  <a:gd name="connsiteY55" fmla="*/ 1989574 h 5630150"/>
                  <a:gd name="connsiteX56" fmla="*/ 2818870 w 4545444"/>
                  <a:gd name="connsiteY56" fmla="*/ 1964884 h 5630150"/>
                  <a:gd name="connsiteX57" fmla="*/ 3218283 w 4545444"/>
                  <a:gd name="connsiteY57" fmla="*/ 1771311 h 5630150"/>
                  <a:gd name="connsiteX58" fmla="*/ 3856693 w 4545444"/>
                  <a:gd name="connsiteY58" fmla="*/ 1280930 h 5630150"/>
                  <a:gd name="connsiteX59" fmla="*/ 3878857 w 4545444"/>
                  <a:gd name="connsiteY59" fmla="*/ 1298486 h 5630150"/>
                  <a:gd name="connsiteX60" fmla="*/ 3876698 w 4545444"/>
                  <a:gd name="connsiteY60" fmla="*/ 1301552 h 5630150"/>
                  <a:gd name="connsiteX61" fmla="*/ 3514716 w 4545444"/>
                  <a:gd name="connsiteY61" fmla="*/ 1628110 h 5630150"/>
                  <a:gd name="connsiteX62" fmla="*/ 3492103 w 4545444"/>
                  <a:gd name="connsiteY62" fmla="*/ 1642966 h 5630150"/>
                  <a:gd name="connsiteX63" fmla="*/ 3475028 w 4545444"/>
                  <a:gd name="connsiteY63" fmla="*/ 1614196 h 5630150"/>
                  <a:gd name="connsiteX64" fmla="*/ 3617263 w 4545444"/>
                  <a:gd name="connsiteY64" fmla="*/ 1513296 h 5630150"/>
                  <a:gd name="connsiteX65" fmla="*/ 3790149 w 4545444"/>
                  <a:gd name="connsiteY65" fmla="*/ 1356801 h 5630150"/>
                  <a:gd name="connsiteX66" fmla="*/ 4049529 w 4545444"/>
                  <a:gd name="connsiteY66" fmla="*/ 911879 h 5630150"/>
                  <a:gd name="connsiteX67" fmla="*/ 4075412 w 4545444"/>
                  <a:gd name="connsiteY67" fmla="*/ 916031 h 5630150"/>
                  <a:gd name="connsiteX68" fmla="*/ 4071869 w 4545444"/>
                  <a:gd name="connsiteY68" fmla="*/ 931641 h 5630150"/>
                  <a:gd name="connsiteX69" fmla="*/ 3962076 w 4545444"/>
                  <a:gd name="connsiteY69" fmla="*/ 1180319 h 5630150"/>
                  <a:gd name="connsiteX70" fmla="*/ 3914053 w 4545444"/>
                  <a:gd name="connsiteY70" fmla="*/ 1248509 h 5630150"/>
                  <a:gd name="connsiteX71" fmla="*/ 3893587 w 4545444"/>
                  <a:gd name="connsiteY71" fmla="*/ 1232095 h 5630150"/>
                  <a:gd name="connsiteX72" fmla="*/ 3931196 w 4545444"/>
                  <a:gd name="connsiteY72" fmla="*/ 1180211 h 5630150"/>
                  <a:gd name="connsiteX73" fmla="*/ 4029829 w 4545444"/>
                  <a:gd name="connsiteY73" fmla="*/ 982194 h 5630150"/>
                  <a:gd name="connsiteX74" fmla="*/ 4087808 w 4545444"/>
                  <a:gd name="connsiteY74" fmla="*/ 593511 h 5630150"/>
                  <a:gd name="connsiteX75" fmla="*/ 4093474 w 4545444"/>
                  <a:gd name="connsiteY75" fmla="*/ 622281 h 5630150"/>
                  <a:gd name="connsiteX76" fmla="*/ 4089935 w 4545444"/>
                  <a:gd name="connsiteY76" fmla="*/ 852043 h 5630150"/>
                  <a:gd name="connsiteX77" fmla="*/ 4087219 w 4545444"/>
                  <a:gd name="connsiteY77" fmla="*/ 864013 h 5630150"/>
                  <a:gd name="connsiteX78" fmla="*/ 4061852 w 4545444"/>
                  <a:gd name="connsiteY78" fmla="*/ 860755 h 5630150"/>
                  <a:gd name="connsiteX79" fmla="*/ 4075471 w 4545444"/>
                  <a:gd name="connsiteY79" fmla="*/ 761421 h 5630150"/>
                  <a:gd name="connsiteX80" fmla="*/ 4074987 w 4545444"/>
                  <a:gd name="connsiteY80" fmla="*/ 646404 h 5630150"/>
                  <a:gd name="connsiteX81" fmla="*/ 4067029 w 4545444"/>
                  <a:gd name="connsiteY81" fmla="*/ 597339 h 5630150"/>
                  <a:gd name="connsiteX82" fmla="*/ 4011395 w 4545444"/>
                  <a:gd name="connsiteY82" fmla="*/ 373947 h 5630150"/>
                  <a:gd name="connsiteX83" fmla="*/ 4028427 w 4545444"/>
                  <a:gd name="connsiteY83" fmla="*/ 404785 h 5630150"/>
                  <a:gd name="connsiteX84" fmla="*/ 4078941 w 4545444"/>
                  <a:gd name="connsiteY84" fmla="*/ 548501 h 5630150"/>
                  <a:gd name="connsiteX85" fmla="*/ 4080499 w 4545444"/>
                  <a:gd name="connsiteY85" fmla="*/ 556408 h 5630150"/>
                  <a:gd name="connsiteX86" fmla="*/ 4060972 w 4545444"/>
                  <a:gd name="connsiteY86" fmla="*/ 560005 h 5630150"/>
                  <a:gd name="connsiteX87" fmla="*/ 4057716 w 4545444"/>
                  <a:gd name="connsiteY87" fmla="*/ 539931 h 5630150"/>
                  <a:gd name="connsiteX88" fmla="*/ 4025964 w 4545444"/>
                  <a:gd name="connsiteY88" fmla="*/ 440563 h 5630150"/>
                  <a:gd name="connsiteX89" fmla="*/ 3997595 w 4545444"/>
                  <a:gd name="connsiteY89" fmla="*/ 380051 h 5630150"/>
                  <a:gd name="connsiteX90" fmla="*/ 3901155 w 4545444"/>
                  <a:gd name="connsiteY90" fmla="*/ 197856 h 5630150"/>
                  <a:gd name="connsiteX91" fmla="*/ 3951662 w 4545444"/>
                  <a:gd name="connsiteY91" fmla="*/ 265789 h 5630150"/>
                  <a:gd name="connsiteX92" fmla="*/ 3997798 w 4545444"/>
                  <a:gd name="connsiteY92" fmla="*/ 349324 h 5630150"/>
                  <a:gd name="connsiteX93" fmla="*/ 3985699 w 4545444"/>
                  <a:gd name="connsiteY93" fmla="*/ 354676 h 5630150"/>
                  <a:gd name="connsiteX94" fmla="*/ 3982036 w 4545444"/>
                  <a:gd name="connsiteY94" fmla="*/ 346863 h 5630150"/>
                  <a:gd name="connsiteX95" fmla="*/ 3928236 w 4545444"/>
                  <a:gd name="connsiteY95" fmla="*/ 257395 h 5630150"/>
                  <a:gd name="connsiteX96" fmla="*/ 3891077 w 4545444"/>
                  <a:gd name="connsiteY96" fmla="*/ 204911 h 5630150"/>
                  <a:gd name="connsiteX97" fmla="*/ 3831079 w 4545444"/>
                  <a:gd name="connsiteY97" fmla="*/ 108914 h 5630150"/>
                  <a:gd name="connsiteX98" fmla="*/ 3851464 w 4545444"/>
                  <a:gd name="connsiteY98" fmla="*/ 131023 h 5630150"/>
                  <a:gd name="connsiteX99" fmla="*/ 3891271 w 4545444"/>
                  <a:gd name="connsiteY99" fmla="*/ 184563 h 5630150"/>
                  <a:gd name="connsiteX100" fmla="*/ 3881402 w 4545444"/>
                  <a:gd name="connsiteY100" fmla="*/ 191248 h 5630150"/>
                  <a:gd name="connsiteX101" fmla="*/ 3866868 w 4545444"/>
                  <a:gd name="connsiteY101" fmla="*/ 170720 h 5630150"/>
                  <a:gd name="connsiteX102" fmla="*/ 3823189 w 4545444"/>
                  <a:gd name="connsiteY102" fmla="*/ 115974 h 5630150"/>
                  <a:gd name="connsiteX103" fmla="*/ 3730658 w 4545444"/>
                  <a:gd name="connsiteY103" fmla="*/ 0 h 5630150"/>
                  <a:gd name="connsiteX104" fmla="*/ 3822781 w 4545444"/>
                  <a:gd name="connsiteY104" fmla="*/ 99914 h 5630150"/>
                  <a:gd name="connsiteX105" fmla="*/ 3814969 w 4545444"/>
                  <a:gd name="connsiteY105" fmla="*/ 105670 h 5630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545444" h="5630150">
                    <a:moveTo>
                      <a:pt x="2256537" y="5459202"/>
                    </a:moveTo>
                    <a:lnTo>
                      <a:pt x="2494614" y="5490324"/>
                    </a:lnTo>
                    <a:cubicBezTo>
                      <a:pt x="3248051" y="5573048"/>
                      <a:pt x="4008214" y="5552417"/>
                      <a:pt x="4501279" y="5522041"/>
                    </a:cubicBezTo>
                    <a:cubicBezTo>
                      <a:pt x="4524421" y="5522041"/>
                      <a:pt x="4542935" y="5538242"/>
                      <a:pt x="4545249" y="5561385"/>
                    </a:cubicBezTo>
                    <a:cubicBezTo>
                      <a:pt x="4547563" y="5584529"/>
                      <a:pt x="4529049" y="5605358"/>
                      <a:pt x="4505907" y="5607672"/>
                    </a:cubicBezTo>
                    <a:cubicBezTo>
                      <a:pt x="3998668" y="5636023"/>
                      <a:pt x="3202626" y="5653742"/>
                      <a:pt x="2419318" y="5557726"/>
                    </a:cubicBezTo>
                    <a:lnTo>
                      <a:pt x="2235390" y="5531069"/>
                    </a:lnTo>
                    <a:close/>
                    <a:moveTo>
                      <a:pt x="618660" y="4907146"/>
                    </a:moveTo>
                    <a:lnTo>
                      <a:pt x="632400" y="4917588"/>
                    </a:lnTo>
                    <a:cubicBezTo>
                      <a:pt x="956939" y="5146045"/>
                      <a:pt x="1389337" y="5295867"/>
                      <a:pt x="1856847" y="5391925"/>
                    </a:cubicBezTo>
                    <a:lnTo>
                      <a:pt x="2034852" y="5423658"/>
                    </a:lnTo>
                    <a:lnTo>
                      <a:pt x="2014093" y="5495358"/>
                    </a:lnTo>
                    <a:lnTo>
                      <a:pt x="1758065" y="5445168"/>
                    </a:lnTo>
                    <a:cubicBezTo>
                      <a:pt x="1328685" y="5348354"/>
                      <a:pt x="931595" y="5204783"/>
                      <a:pt x="623058" y="4995217"/>
                    </a:cubicBezTo>
                    <a:lnTo>
                      <a:pt x="574601" y="4959683"/>
                    </a:lnTo>
                    <a:close/>
                    <a:moveTo>
                      <a:pt x="56894" y="3655972"/>
                    </a:moveTo>
                    <a:lnTo>
                      <a:pt x="114769" y="3681320"/>
                    </a:lnTo>
                    <a:lnTo>
                      <a:pt x="80108" y="3791413"/>
                    </a:lnTo>
                    <a:cubicBezTo>
                      <a:pt x="36211" y="3992545"/>
                      <a:pt x="66151" y="4215012"/>
                      <a:pt x="203845" y="4459754"/>
                    </a:cubicBezTo>
                    <a:cubicBezTo>
                      <a:pt x="264592" y="4567588"/>
                      <a:pt x="341815" y="4665151"/>
                      <a:pt x="432817" y="4753361"/>
                    </a:cubicBezTo>
                    <a:lnTo>
                      <a:pt x="437043" y="4757128"/>
                    </a:lnTo>
                    <a:lnTo>
                      <a:pt x="393339" y="4809243"/>
                    </a:lnTo>
                    <a:lnTo>
                      <a:pt x="316280" y="4730599"/>
                    </a:lnTo>
                    <a:cubicBezTo>
                      <a:pt x="228451" y="4632436"/>
                      <a:pt x="156043" y="4523978"/>
                      <a:pt x="102021" y="4404210"/>
                    </a:cubicBezTo>
                    <a:cubicBezTo>
                      <a:pt x="-16002" y="4141676"/>
                      <a:pt x="-25657" y="3905829"/>
                      <a:pt x="42457" y="3693267"/>
                    </a:cubicBezTo>
                    <a:close/>
                    <a:moveTo>
                      <a:pt x="929004" y="2786814"/>
                    </a:moveTo>
                    <a:lnTo>
                      <a:pt x="956746" y="2834023"/>
                    </a:lnTo>
                    <a:lnTo>
                      <a:pt x="807170" y="2926453"/>
                    </a:lnTo>
                    <a:cubicBezTo>
                      <a:pt x="608715" y="3055790"/>
                      <a:pt x="424743" y="3204817"/>
                      <a:pt x="289168" y="3374474"/>
                    </a:cubicBezTo>
                    <a:lnTo>
                      <a:pt x="202845" y="3497409"/>
                    </a:lnTo>
                    <a:lnTo>
                      <a:pt x="145829" y="3472437"/>
                    </a:lnTo>
                    <a:lnTo>
                      <a:pt x="199129" y="3391464"/>
                    </a:lnTo>
                    <a:cubicBezTo>
                      <a:pt x="360399" y="3169649"/>
                      <a:pt x="606694" y="2977213"/>
                      <a:pt x="889422" y="2808754"/>
                    </a:cubicBezTo>
                    <a:close/>
                    <a:moveTo>
                      <a:pt x="1866690" y="2342652"/>
                    </a:moveTo>
                    <a:lnTo>
                      <a:pt x="1887488" y="2393291"/>
                    </a:lnTo>
                    <a:lnTo>
                      <a:pt x="1840098" y="2412028"/>
                    </a:lnTo>
                    <a:cubicBezTo>
                      <a:pt x="1736774" y="2453321"/>
                      <a:pt x="1640084" y="2493135"/>
                      <a:pt x="1553013" y="2531900"/>
                    </a:cubicBezTo>
                    <a:cubicBezTo>
                      <a:pt x="1462182" y="2572691"/>
                      <a:pt x="1364371" y="2618110"/>
                      <a:pt x="1263822" y="2668275"/>
                    </a:cubicBezTo>
                    <a:lnTo>
                      <a:pt x="1050436" y="2783374"/>
                    </a:lnTo>
                    <a:lnTo>
                      <a:pt x="1022313" y="2735091"/>
                    </a:lnTo>
                    <a:lnTo>
                      <a:pt x="1139549" y="2670106"/>
                    </a:lnTo>
                    <a:cubicBezTo>
                      <a:pt x="1310738" y="2581420"/>
                      <a:pt x="1489289" y="2500060"/>
                      <a:pt x="1666136" y="2425016"/>
                    </a:cubicBezTo>
                    <a:close/>
                    <a:moveTo>
                      <a:pt x="2691412" y="2019045"/>
                    </a:moveTo>
                    <a:lnTo>
                      <a:pt x="2709493" y="2058447"/>
                    </a:lnTo>
                    <a:lnTo>
                      <a:pt x="2515802" y="2143103"/>
                    </a:lnTo>
                    <a:cubicBezTo>
                      <a:pt x="2338903" y="2216486"/>
                      <a:pt x="2163509" y="2284612"/>
                      <a:pt x="1999688" y="2348928"/>
                    </a:cubicBezTo>
                    <a:lnTo>
                      <a:pt x="1967235" y="2361760"/>
                    </a:lnTo>
                    <a:lnTo>
                      <a:pt x="1946919" y="2310047"/>
                    </a:lnTo>
                    <a:lnTo>
                      <a:pt x="2182498" y="2217829"/>
                    </a:lnTo>
                    <a:cubicBezTo>
                      <a:pt x="2346871" y="2154412"/>
                      <a:pt x="2500473" y="2096303"/>
                      <a:pt x="2634236" y="2042495"/>
                    </a:cubicBezTo>
                    <a:close/>
                    <a:moveTo>
                      <a:pt x="3419929" y="1652893"/>
                    </a:moveTo>
                    <a:lnTo>
                      <a:pt x="3435936" y="1679865"/>
                    </a:lnTo>
                    <a:lnTo>
                      <a:pt x="3366230" y="1725659"/>
                    </a:lnTo>
                    <a:cubicBezTo>
                      <a:pt x="3212281" y="1820595"/>
                      <a:pt x="3043056" y="1907857"/>
                      <a:pt x="2868625" y="1988895"/>
                    </a:cubicBezTo>
                    <a:lnTo>
                      <a:pt x="2779467" y="2027864"/>
                    </a:lnTo>
                    <a:lnTo>
                      <a:pt x="2761652" y="1989574"/>
                    </a:lnTo>
                    <a:lnTo>
                      <a:pt x="2818870" y="1964884"/>
                    </a:lnTo>
                    <a:cubicBezTo>
                      <a:pt x="2942679" y="1909918"/>
                      <a:pt x="3080517" y="1845984"/>
                      <a:pt x="3218283" y="1771311"/>
                    </a:cubicBezTo>
                    <a:close/>
                    <a:moveTo>
                      <a:pt x="3856693" y="1280930"/>
                    </a:moveTo>
                    <a:lnTo>
                      <a:pt x="3878857" y="1298486"/>
                    </a:lnTo>
                    <a:lnTo>
                      <a:pt x="3876698" y="1301552"/>
                    </a:lnTo>
                    <a:cubicBezTo>
                      <a:pt x="3781380" y="1419528"/>
                      <a:pt x="3657364" y="1527897"/>
                      <a:pt x="3514716" y="1628110"/>
                    </a:cubicBezTo>
                    <a:lnTo>
                      <a:pt x="3492103" y="1642966"/>
                    </a:lnTo>
                    <a:lnTo>
                      <a:pt x="3475028" y="1614196"/>
                    </a:lnTo>
                    <a:lnTo>
                      <a:pt x="3617263" y="1513296"/>
                    </a:lnTo>
                    <a:cubicBezTo>
                      <a:pt x="3679023" y="1464333"/>
                      <a:pt x="3737239" y="1412242"/>
                      <a:pt x="3790149" y="1356801"/>
                    </a:cubicBezTo>
                    <a:close/>
                    <a:moveTo>
                      <a:pt x="4049529" y="911879"/>
                    </a:moveTo>
                    <a:lnTo>
                      <a:pt x="4075412" y="916031"/>
                    </a:lnTo>
                    <a:lnTo>
                      <a:pt x="4071869" y="931641"/>
                    </a:lnTo>
                    <a:cubicBezTo>
                      <a:pt x="4049346" y="1012031"/>
                      <a:pt x="4013278" y="1094833"/>
                      <a:pt x="3962076" y="1180319"/>
                    </a:cubicBezTo>
                    <a:lnTo>
                      <a:pt x="3914053" y="1248509"/>
                    </a:lnTo>
                    <a:lnTo>
                      <a:pt x="3893587" y="1232095"/>
                    </a:lnTo>
                    <a:lnTo>
                      <a:pt x="3931196" y="1180211"/>
                    </a:lnTo>
                    <a:cubicBezTo>
                      <a:pt x="3971731" y="1117849"/>
                      <a:pt x="4005196" y="1051917"/>
                      <a:pt x="4029829" y="982194"/>
                    </a:cubicBezTo>
                    <a:close/>
                    <a:moveTo>
                      <a:pt x="4087808" y="593511"/>
                    </a:moveTo>
                    <a:lnTo>
                      <a:pt x="4093474" y="622281"/>
                    </a:lnTo>
                    <a:cubicBezTo>
                      <a:pt x="4104254" y="696733"/>
                      <a:pt x="4103603" y="773228"/>
                      <a:pt x="4089935" y="852043"/>
                    </a:cubicBezTo>
                    <a:lnTo>
                      <a:pt x="4087219" y="864013"/>
                    </a:lnTo>
                    <a:lnTo>
                      <a:pt x="4061852" y="860755"/>
                    </a:lnTo>
                    <a:lnTo>
                      <a:pt x="4075471" y="761421"/>
                    </a:lnTo>
                    <a:cubicBezTo>
                      <a:pt x="4078364" y="721499"/>
                      <a:pt x="4078075" y="683239"/>
                      <a:pt x="4074987" y="646404"/>
                    </a:cubicBezTo>
                    <a:lnTo>
                      <a:pt x="4067029" y="597339"/>
                    </a:lnTo>
                    <a:close/>
                    <a:moveTo>
                      <a:pt x="4011395" y="373947"/>
                    </a:moveTo>
                    <a:lnTo>
                      <a:pt x="4028427" y="404785"/>
                    </a:lnTo>
                    <a:cubicBezTo>
                      <a:pt x="4049797" y="451877"/>
                      <a:pt x="4066792" y="499755"/>
                      <a:pt x="4078941" y="548501"/>
                    </a:cubicBezTo>
                    <a:lnTo>
                      <a:pt x="4080499" y="556408"/>
                    </a:lnTo>
                    <a:lnTo>
                      <a:pt x="4060972" y="560005"/>
                    </a:lnTo>
                    <a:lnTo>
                      <a:pt x="4057716" y="539931"/>
                    </a:lnTo>
                    <a:cubicBezTo>
                      <a:pt x="4049418" y="505704"/>
                      <a:pt x="4038706" y="472661"/>
                      <a:pt x="4025964" y="440563"/>
                    </a:cubicBezTo>
                    <a:lnTo>
                      <a:pt x="3997595" y="380051"/>
                    </a:lnTo>
                    <a:close/>
                    <a:moveTo>
                      <a:pt x="3901155" y="197856"/>
                    </a:moveTo>
                    <a:lnTo>
                      <a:pt x="3951662" y="265789"/>
                    </a:lnTo>
                    <a:lnTo>
                      <a:pt x="3997798" y="349324"/>
                    </a:lnTo>
                    <a:lnTo>
                      <a:pt x="3985699" y="354676"/>
                    </a:lnTo>
                    <a:lnTo>
                      <a:pt x="3982036" y="346863"/>
                    </a:lnTo>
                    <a:cubicBezTo>
                      <a:pt x="3965620" y="316415"/>
                      <a:pt x="3947559" y="286672"/>
                      <a:pt x="3928236" y="257395"/>
                    </a:cubicBezTo>
                    <a:lnTo>
                      <a:pt x="3891077" y="204911"/>
                    </a:lnTo>
                    <a:close/>
                    <a:moveTo>
                      <a:pt x="3831079" y="108914"/>
                    </a:moveTo>
                    <a:lnTo>
                      <a:pt x="3851464" y="131023"/>
                    </a:lnTo>
                    <a:lnTo>
                      <a:pt x="3891271" y="184563"/>
                    </a:lnTo>
                    <a:lnTo>
                      <a:pt x="3881402" y="191248"/>
                    </a:lnTo>
                    <a:lnTo>
                      <a:pt x="3866868" y="170720"/>
                    </a:lnTo>
                    <a:lnTo>
                      <a:pt x="3823189" y="115974"/>
                    </a:lnTo>
                    <a:close/>
                    <a:moveTo>
                      <a:pt x="3730658" y="0"/>
                    </a:moveTo>
                    <a:lnTo>
                      <a:pt x="3822781" y="99914"/>
                    </a:lnTo>
                    <a:lnTo>
                      <a:pt x="3814969" y="10567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38" name="任意多边形: 形状 37"/>
              <p:cNvSpPr/>
              <p:nvPr/>
            </p:nvSpPr>
            <p:spPr bwMode="auto">
              <a:xfrm>
                <a:off x="10527062" y="5580008"/>
                <a:ext cx="471838" cy="430541"/>
              </a:xfrm>
              <a:custGeom>
                <a:avLst/>
                <a:gdLst>
                  <a:gd name="T0" fmla="*/ 0 w 537"/>
                  <a:gd name="T1" fmla="*/ 490 h 490"/>
                  <a:gd name="T2" fmla="*/ 339 w 537"/>
                  <a:gd name="T3" fmla="*/ 0 h 490"/>
                  <a:gd name="T4" fmla="*/ 537 w 537"/>
                  <a:gd name="T5" fmla="*/ 130 h 490"/>
                  <a:gd name="T6" fmla="*/ 433 w 537"/>
                  <a:gd name="T7" fmla="*/ 426 h 490"/>
                  <a:gd name="T8" fmla="*/ 0 w 537"/>
                  <a:gd name="T9" fmla="*/ 490 h 490"/>
                </a:gdLst>
                <a:ahLst/>
                <a:cxnLst>
                  <a:cxn ang="0">
                    <a:pos x="T0" y="T1"/>
                  </a:cxn>
                  <a:cxn ang="0">
                    <a:pos x="T2" y="T3"/>
                  </a:cxn>
                  <a:cxn ang="0">
                    <a:pos x="T4" y="T5"/>
                  </a:cxn>
                  <a:cxn ang="0">
                    <a:pos x="T6" y="T7"/>
                  </a:cxn>
                  <a:cxn ang="0">
                    <a:pos x="T8" y="T9"/>
                  </a:cxn>
                </a:cxnLst>
                <a:rect l="0" t="0" r="r" b="b"/>
                <a:pathLst>
                  <a:path w="537" h="490">
                    <a:moveTo>
                      <a:pt x="0" y="490"/>
                    </a:moveTo>
                    <a:lnTo>
                      <a:pt x="339" y="0"/>
                    </a:lnTo>
                    <a:lnTo>
                      <a:pt x="537" y="130"/>
                    </a:lnTo>
                    <a:lnTo>
                      <a:pt x="433" y="426"/>
                    </a:lnTo>
                    <a:lnTo>
                      <a:pt x="0" y="490"/>
                    </a:ln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Autofit/>
              </a:bodyPr>
              <a:lstStyle/>
              <a:p>
                <a:endParaRPr lang="en-US" dirty="0">
                  <a:cs typeface="+mn-ea"/>
                  <a:sym typeface="+mn-lt"/>
                </a:endParaRPr>
              </a:p>
            </p:txBody>
          </p:sp>
        </p:grpSp>
        <p:grpSp>
          <p:nvGrpSpPr>
            <p:cNvPr id="4" name="组合 3"/>
            <p:cNvGrpSpPr/>
            <p:nvPr/>
          </p:nvGrpSpPr>
          <p:grpSpPr>
            <a:xfrm>
              <a:off x="6715999" y="1324873"/>
              <a:ext cx="612122" cy="610730"/>
              <a:chOff x="6716793" y="1562178"/>
              <a:chExt cx="612122" cy="610730"/>
            </a:xfrm>
          </p:grpSpPr>
          <p:grpSp>
            <p:nvGrpSpPr>
              <p:cNvPr id="32" name="组合 31"/>
              <p:cNvGrpSpPr/>
              <p:nvPr/>
            </p:nvGrpSpPr>
            <p:grpSpPr>
              <a:xfrm>
                <a:off x="6716793" y="1562178"/>
                <a:ext cx="612122" cy="610730"/>
                <a:chOff x="6373895" y="1562177"/>
                <a:chExt cx="612122" cy="610730"/>
              </a:xfrm>
            </p:grpSpPr>
            <p:sp>
              <p:nvSpPr>
                <p:cNvPr id="34" name="对话气泡: 椭圆形 33"/>
                <p:cNvSpPr/>
                <p:nvPr/>
              </p:nvSpPr>
              <p:spPr bwMode="auto">
                <a:xfrm>
                  <a:off x="6373895" y="1562177"/>
                  <a:ext cx="612122" cy="610730"/>
                </a:xfrm>
                <a:prstGeom prst="wedgeEllipseCallout">
                  <a:avLst>
                    <a:gd name="adj1" fmla="val 1039"/>
                    <a:gd name="adj2" fmla="val 97317"/>
                  </a:avLst>
                </a:prstGeom>
                <a:solidFill>
                  <a:schemeClr val="bg1">
                    <a:lumMod val="85000"/>
                  </a:schemeClr>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35" name="椭圆 34"/>
                <p:cNvSpPr/>
                <p:nvPr/>
              </p:nvSpPr>
              <p:spPr bwMode="auto">
                <a:xfrm>
                  <a:off x="6428760" y="1616917"/>
                  <a:ext cx="502392" cy="501250"/>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33" name="任意多边形: 形状 32"/>
              <p:cNvSpPr/>
              <p:nvPr/>
            </p:nvSpPr>
            <p:spPr bwMode="auto">
              <a:xfrm>
                <a:off x="6858045" y="1686829"/>
                <a:ext cx="329620" cy="361428"/>
              </a:xfrm>
              <a:custGeom>
                <a:avLst/>
                <a:gdLst>
                  <a:gd name="connsiteX0" fmla="*/ 257952 w 552598"/>
                  <a:gd name="connsiteY0" fmla="*/ 238897 h 605921"/>
                  <a:gd name="connsiteX1" fmla="*/ 252845 w 552598"/>
                  <a:gd name="connsiteY1" fmla="*/ 243996 h 605921"/>
                  <a:gd name="connsiteX2" fmla="*/ 252845 w 552598"/>
                  <a:gd name="connsiteY2" fmla="*/ 308986 h 605921"/>
                  <a:gd name="connsiteX3" fmla="*/ 228056 w 552598"/>
                  <a:gd name="connsiteY3" fmla="*/ 308986 h 605921"/>
                  <a:gd name="connsiteX4" fmla="*/ 225642 w 552598"/>
                  <a:gd name="connsiteY4" fmla="*/ 314085 h 605921"/>
                  <a:gd name="connsiteX5" fmla="*/ 273271 w 552598"/>
                  <a:gd name="connsiteY5" fmla="*/ 372123 h 605921"/>
                  <a:gd name="connsiteX6" fmla="*/ 279306 w 552598"/>
                  <a:gd name="connsiteY6" fmla="*/ 372123 h 605921"/>
                  <a:gd name="connsiteX7" fmla="*/ 327027 w 552598"/>
                  <a:gd name="connsiteY7" fmla="*/ 314085 h 605921"/>
                  <a:gd name="connsiteX8" fmla="*/ 324520 w 552598"/>
                  <a:gd name="connsiteY8" fmla="*/ 308986 h 605921"/>
                  <a:gd name="connsiteX9" fmla="*/ 299731 w 552598"/>
                  <a:gd name="connsiteY9" fmla="*/ 308986 h 605921"/>
                  <a:gd name="connsiteX10" fmla="*/ 299731 w 552598"/>
                  <a:gd name="connsiteY10" fmla="*/ 243996 h 605921"/>
                  <a:gd name="connsiteX11" fmla="*/ 294718 w 552598"/>
                  <a:gd name="connsiteY11" fmla="*/ 238897 h 605921"/>
                  <a:gd name="connsiteX12" fmla="*/ 260737 w 552598"/>
                  <a:gd name="connsiteY12" fmla="*/ 130146 h 605921"/>
                  <a:gd name="connsiteX13" fmla="*/ 291932 w 552598"/>
                  <a:gd name="connsiteY13" fmla="*/ 130146 h 605921"/>
                  <a:gd name="connsiteX14" fmla="*/ 303445 w 552598"/>
                  <a:gd name="connsiteY14" fmla="*/ 141642 h 605921"/>
                  <a:gd name="connsiteX15" fmla="*/ 303445 w 552598"/>
                  <a:gd name="connsiteY15" fmla="*/ 167602 h 605921"/>
                  <a:gd name="connsiteX16" fmla="*/ 353580 w 552598"/>
                  <a:gd name="connsiteY16" fmla="*/ 188369 h 605921"/>
                  <a:gd name="connsiteX17" fmla="*/ 371963 w 552598"/>
                  <a:gd name="connsiteY17" fmla="*/ 170012 h 605921"/>
                  <a:gd name="connsiteX18" fmla="*/ 388118 w 552598"/>
                  <a:gd name="connsiteY18" fmla="*/ 170012 h 605921"/>
                  <a:gd name="connsiteX19" fmla="*/ 410215 w 552598"/>
                  <a:gd name="connsiteY19" fmla="*/ 192077 h 605921"/>
                  <a:gd name="connsiteX20" fmla="*/ 410215 w 552598"/>
                  <a:gd name="connsiteY20" fmla="*/ 208209 h 605921"/>
                  <a:gd name="connsiteX21" fmla="*/ 391832 w 552598"/>
                  <a:gd name="connsiteY21" fmla="*/ 226566 h 605921"/>
                  <a:gd name="connsiteX22" fmla="*/ 412628 w 552598"/>
                  <a:gd name="connsiteY22" fmla="*/ 276630 h 605921"/>
                  <a:gd name="connsiteX23" fmla="*/ 438625 w 552598"/>
                  <a:gd name="connsiteY23" fmla="*/ 276630 h 605921"/>
                  <a:gd name="connsiteX24" fmla="*/ 450137 w 552598"/>
                  <a:gd name="connsiteY24" fmla="*/ 288126 h 605921"/>
                  <a:gd name="connsiteX25" fmla="*/ 450137 w 552598"/>
                  <a:gd name="connsiteY25" fmla="*/ 319277 h 605921"/>
                  <a:gd name="connsiteX26" fmla="*/ 438625 w 552598"/>
                  <a:gd name="connsiteY26" fmla="*/ 330773 h 605921"/>
                  <a:gd name="connsiteX27" fmla="*/ 412628 w 552598"/>
                  <a:gd name="connsiteY27" fmla="*/ 330773 h 605921"/>
                  <a:gd name="connsiteX28" fmla="*/ 391832 w 552598"/>
                  <a:gd name="connsiteY28" fmla="*/ 380838 h 605921"/>
                  <a:gd name="connsiteX29" fmla="*/ 410215 w 552598"/>
                  <a:gd name="connsiteY29" fmla="*/ 399102 h 605921"/>
                  <a:gd name="connsiteX30" fmla="*/ 410215 w 552598"/>
                  <a:gd name="connsiteY30" fmla="*/ 415326 h 605921"/>
                  <a:gd name="connsiteX31" fmla="*/ 388118 w 552598"/>
                  <a:gd name="connsiteY31" fmla="*/ 437299 h 605921"/>
                  <a:gd name="connsiteX32" fmla="*/ 371963 w 552598"/>
                  <a:gd name="connsiteY32" fmla="*/ 437299 h 605921"/>
                  <a:gd name="connsiteX33" fmla="*/ 353580 w 552598"/>
                  <a:gd name="connsiteY33" fmla="*/ 419035 h 605921"/>
                  <a:gd name="connsiteX34" fmla="*/ 303445 w 552598"/>
                  <a:gd name="connsiteY34" fmla="*/ 439802 h 605921"/>
                  <a:gd name="connsiteX35" fmla="*/ 303445 w 552598"/>
                  <a:gd name="connsiteY35" fmla="*/ 465761 h 605921"/>
                  <a:gd name="connsiteX36" fmla="*/ 291932 w 552598"/>
                  <a:gd name="connsiteY36" fmla="*/ 477257 h 605921"/>
                  <a:gd name="connsiteX37" fmla="*/ 260737 w 552598"/>
                  <a:gd name="connsiteY37" fmla="*/ 477257 h 605921"/>
                  <a:gd name="connsiteX38" fmla="*/ 249224 w 552598"/>
                  <a:gd name="connsiteY38" fmla="*/ 465761 h 605921"/>
                  <a:gd name="connsiteX39" fmla="*/ 249224 w 552598"/>
                  <a:gd name="connsiteY39" fmla="*/ 439802 h 605921"/>
                  <a:gd name="connsiteX40" fmla="*/ 199089 w 552598"/>
                  <a:gd name="connsiteY40" fmla="*/ 419035 h 605921"/>
                  <a:gd name="connsiteX41" fmla="*/ 180799 w 552598"/>
                  <a:gd name="connsiteY41" fmla="*/ 437299 h 605921"/>
                  <a:gd name="connsiteX42" fmla="*/ 164551 w 552598"/>
                  <a:gd name="connsiteY42" fmla="*/ 437299 h 605921"/>
                  <a:gd name="connsiteX43" fmla="*/ 142547 w 552598"/>
                  <a:gd name="connsiteY43" fmla="*/ 415326 h 605921"/>
                  <a:gd name="connsiteX44" fmla="*/ 142547 w 552598"/>
                  <a:gd name="connsiteY44" fmla="*/ 399102 h 605921"/>
                  <a:gd name="connsiteX45" fmla="*/ 160837 w 552598"/>
                  <a:gd name="connsiteY45" fmla="*/ 380838 h 605921"/>
                  <a:gd name="connsiteX46" fmla="*/ 140041 w 552598"/>
                  <a:gd name="connsiteY46" fmla="*/ 330773 h 605921"/>
                  <a:gd name="connsiteX47" fmla="*/ 114044 w 552598"/>
                  <a:gd name="connsiteY47" fmla="*/ 330773 h 605921"/>
                  <a:gd name="connsiteX48" fmla="*/ 102532 w 552598"/>
                  <a:gd name="connsiteY48" fmla="*/ 319277 h 605921"/>
                  <a:gd name="connsiteX49" fmla="*/ 102532 w 552598"/>
                  <a:gd name="connsiteY49" fmla="*/ 288126 h 605921"/>
                  <a:gd name="connsiteX50" fmla="*/ 114044 w 552598"/>
                  <a:gd name="connsiteY50" fmla="*/ 276630 h 605921"/>
                  <a:gd name="connsiteX51" fmla="*/ 140041 w 552598"/>
                  <a:gd name="connsiteY51" fmla="*/ 276630 h 605921"/>
                  <a:gd name="connsiteX52" fmla="*/ 160837 w 552598"/>
                  <a:gd name="connsiteY52" fmla="*/ 226566 h 605921"/>
                  <a:gd name="connsiteX53" fmla="*/ 142547 w 552598"/>
                  <a:gd name="connsiteY53" fmla="*/ 208209 h 605921"/>
                  <a:gd name="connsiteX54" fmla="*/ 142547 w 552598"/>
                  <a:gd name="connsiteY54" fmla="*/ 192077 h 605921"/>
                  <a:gd name="connsiteX55" fmla="*/ 164551 w 552598"/>
                  <a:gd name="connsiteY55" fmla="*/ 170012 h 605921"/>
                  <a:gd name="connsiteX56" fmla="*/ 180799 w 552598"/>
                  <a:gd name="connsiteY56" fmla="*/ 170012 h 605921"/>
                  <a:gd name="connsiteX57" fmla="*/ 199089 w 552598"/>
                  <a:gd name="connsiteY57" fmla="*/ 188369 h 605921"/>
                  <a:gd name="connsiteX58" fmla="*/ 249224 w 552598"/>
                  <a:gd name="connsiteY58" fmla="*/ 167602 h 605921"/>
                  <a:gd name="connsiteX59" fmla="*/ 249224 w 552598"/>
                  <a:gd name="connsiteY59" fmla="*/ 141642 h 605921"/>
                  <a:gd name="connsiteX60" fmla="*/ 260737 w 552598"/>
                  <a:gd name="connsiteY60" fmla="*/ 130146 h 605921"/>
                  <a:gd name="connsiteX61" fmla="*/ 438507 w 552598"/>
                  <a:gd name="connsiteY61" fmla="*/ 79551 h 605921"/>
                  <a:gd name="connsiteX62" fmla="*/ 552598 w 552598"/>
                  <a:gd name="connsiteY62" fmla="*/ 302952 h 605921"/>
                  <a:gd name="connsiteX63" fmla="*/ 276329 w 552598"/>
                  <a:gd name="connsiteY63" fmla="*/ 578821 h 605921"/>
                  <a:gd name="connsiteX64" fmla="*/ 276329 w 552598"/>
                  <a:gd name="connsiteY64" fmla="*/ 602737 h 605921"/>
                  <a:gd name="connsiteX65" fmla="*/ 271316 w 552598"/>
                  <a:gd name="connsiteY65" fmla="*/ 605332 h 605921"/>
                  <a:gd name="connsiteX66" fmla="*/ 206426 w 552598"/>
                  <a:gd name="connsiteY66" fmla="*/ 560837 h 605921"/>
                  <a:gd name="connsiteX67" fmla="*/ 206426 w 552598"/>
                  <a:gd name="connsiteY67" fmla="*/ 555553 h 605921"/>
                  <a:gd name="connsiteX68" fmla="*/ 271316 w 552598"/>
                  <a:gd name="connsiteY68" fmla="*/ 511059 h 605921"/>
                  <a:gd name="connsiteX69" fmla="*/ 276329 w 552598"/>
                  <a:gd name="connsiteY69" fmla="*/ 513654 h 605921"/>
                  <a:gd name="connsiteX70" fmla="*/ 276329 w 552598"/>
                  <a:gd name="connsiteY70" fmla="*/ 537663 h 605921"/>
                  <a:gd name="connsiteX71" fmla="*/ 511381 w 552598"/>
                  <a:gd name="connsiteY71" fmla="*/ 302952 h 605921"/>
                  <a:gd name="connsiteX72" fmla="*/ 414278 w 552598"/>
                  <a:gd name="connsiteY72" fmla="*/ 112830 h 605921"/>
                  <a:gd name="connsiteX73" fmla="*/ 281414 w 552598"/>
                  <a:gd name="connsiteY73" fmla="*/ 589 h 605921"/>
                  <a:gd name="connsiteX74" fmla="*/ 346313 w 552598"/>
                  <a:gd name="connsiteY74" fmla="*/ 45086 h 605921"/>
                  <a:gd name="connsiteX75" fmla="*/ 346313 w 552598"/>
                  <a:gd name="connsiteY75" fmla="*/ 50277 h 605921"/>
                  <a:gd name="connsiteX76" fmla="*/ 281414 w 552598"/>
                  <a:gd name="connsiteY76" fmla="*/ 94775 h 605921"/>
                  <a:gd name="connsiteX77" fmla="*/ 276308 w 552598"/>
                  <a:gd name="connsiteY77" fmla="*/ 92179 h 605921"/>
                  <a:gd name="connsiteX78" fmla="*/ 276308 w 552598"/>
                  <a:gd name="connsiteY78" fmla="*/ 68262 h 605921"/>
                  <a:gd name="connsiteX79" fmla="*/ 41223 w 552598"/>
                  <a:gd name="connsiteY79" fmla="*/ 303077 h 605921"/>
                  <a:gd name="connsiteX80" fmla="*/ 138432 w 552598"/>
                  <a:gd name="connsiteY80" fmla="*/ 493302 h 605921"/>
                  <a:gd name="connsiteX81" fmla="*/ 114200 w 552598"/>
                  <a:gd name="connsiteY81" fmla="*/ 526582 h 605921"/>
                  <a:gd name="connsiteX82" fmla="*/ 0 w 552598"/>
                  <a:gd name="connsiteY82" fmla="*/ 303077 h 605921"/>
                  <a:gd name="connsiteX83" fmla="*/ 276308 w 552598"/>
                  <a:gd name="connsiteY83" fmla="*/ 27195 h 605921"/>
                  <a:gd name="connsiteX84" fmla="*/ 276308 w 552598"/>
                  <a:gd name="connsiteY84" fmla="*/ 3185 h 605921"/>
                  <a:gd name="connsiteX85" fmla="*/ 281414 w 552598"/>
                  <a:gd name="connsiteY85" fmla="*/ 589 h 6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52598" h="605921">
                    <a:moveTo>
                      <a:pt x="257952" y="238897"/>
                    </a:moveTo>
                    <a:cubicBezTo>
                      <a:pt x="255074" y="238897"/>
                      <a:pt x="252845" y="241122"/>
                      <a:pt x="252845" y="243996"/>
                    </a:cubicBezTo>
                    <a:lnTo>
                      <a:pt x="252845" y="308986"/>
                    </a:lnTo>
                    <a:lnTo>
                      <a:pt x="228056" y="308986"/>
                    </a:lnTo>
                    <a:cubicBezTo>
                      <a:pt x="225364" y="308986"/>
                      <a:pt x="223878" y="311953"/>
                      <a:pt x="225642" y="314085"/>
                    </a:cubicBezTo>
                    <a:lnTo>
                      <a:pt x="273271" y="372123"/>
                    </a:lnTo>
                    <a:cubicBezTo>
                      <a:pt x="274849" y="373977"/>
                      <a:pt x="277727" y="373977"/>
                      <a:pt x="279306" y="372123"/>
                    </a:cubicBezTo>
                    <a:lnTo>
                      <a:pt x="327027" y="314085"/>
                    </a:lnTo>
                    <a:cubicBezTo>
                      <a:pt x="328605" y="311953"/>
                      <a:pt x="327213" y="308894"/>
                      <a:pt x="324520" y="308986"/>
                    </a:cubicBezTo>
                    <a:lnTo>
                      <a:pt x="299731" y="308986"/>
                    </a:lnTo>
                    <a:lnTo>
                      <a:pt x="299731" y="243996"/>
                    </a:lnTo>
                    <a:cubicBezTo>
                      <a:pt x="299731" y="241122"/>
                      <a:pt x="297503" y="238897"/>
                      <a:pt x="294718" y="238897"/>
                    </a:cubicBezTo>
                    <a:close/>
                    <a:moveTo>
                      <a:pt x="260737" y="130146"/>
                    </a:moveTo>
                    <a:lnTo>
                      <a:pt x="291932" y="130146"/>
                    </a:lnTo>
                    <a:cubicBezTo>
                      <a:pt x="298431" y="130146"/>
                      <a:pt x="303445" y="135338"/>
                      <a:pt x="303445" y="141642"/>
                    </a:cubicBezTo>
                    <a:lnTo>
                      <a:pt x="303445" y="167602"/>
                    </a:lnTo>
                    <a:cubicBezTo>
                      <a:pt x="321642" y="171125"/>
                      <a:pt x="338632" y="178356"/>
                      <a:pt x="353580" y="188369"/>
                    </a:cubicBezTo>
                    <a:lnTo>
                      <a:pt x="371963" y="170012"/>
                    </a:lnTo>
                    <a:cubicBezTo>
                      <a:pt x="376420" y="165562"/>
                      <a:pt x="383661" y="165562"/>
                      <a:pt x="388118" y="170012"/>
                    </a:cubicBezTo>
                    <a:lnTo>
                      <a:pt x="410215" y="192077"/>
                    </a:lnTo>
                    <a:cubicBezTo>
                      <a:pt x="414671" y="196528"/>
                      <a:pt x="414671" y="203759"/>
                      <a:pt x="410215" y="208209"/>
                    </a:cubicBezTo>
                    <a:lnTo>
                      <a:pt x="391832" y="226566"/>
                    </a:lnTo>
                    <a:cubicBezTo>
                      <a:pt x="401859" y="241400"/>
                      <a:pt x="409100" y="258459"/>
                      <a:pt x="412628" y="276630"/>
                    </a:cubicBezTo>
                    <a:lnTo>
                      <a:pt x="438625" y="276630"/>
                    </a:lnTo>
                    <a:cubicBezTo>
                      <a:pt x="445124" y="276630"/>
                      <a:pt x="450137" y="281822"/>
                      <a:pt x="450137" y="288126"/>
                    </a:cubicBezTo>
                    <a:lnTo>
                      <a:pt x="450137" y="319277"/>
                    </a:lnTo>
                    <a:cubicBezTo>
                      <a:pt x="450137" y="325674"/>
                      <a:pt x="444938" y="330773"/>
                      <a:pt x="438625" y="330773"/>
                    </a:cubicBezTo>
                    <a:lnTo>
                      <a:pt x="412628" y="330773"/>
                    </a:lnTo>
                    <a:cubicBezTo>
                      <a:pt x="409100" y="348945"/>
                      <a:pt x="401859" y="365818"/>
                      <a:pt x="391832" y="380838"/>
                    </a:cubicBezTo>
                    <a:lnTo>
                      <a:pt x="410215" y="399102"/>
                    </a:lnTo>
                    <a:cubicBezTo>
                      <a:pt x="414671" y="403552"/>
                      <a:pt x="414671" y="410876"/>
                      <a:pt x="410215" y="415326"/>
                    </a:cubicBezTo>
                    <a:lnTo>
                      <a:pt x="388118" y="437299"/>
                    </a:lnTo>
                    <a:cubicBezTo>
                      <a:pt x="383661" y="441749"/>
                      <a:pt x="376420" y="441749"/>
                      <a:pt x="371963" y="437299"/>
                    </a:cubicBezTo>
                    <a:lnTo>
                      <a:pt x="353580" y="419035"/>
                    </a:lnTo>
                    <a:cubicBezTo>
                      <a:pt x="338725" y="429047"/>
                      <a:pt x="321642" y="436186"/>
                      <a:pt x="303445" y="439802"/>
                    </a:cubicBezTo>
                    <a:lnTo>
                      <a:pt x="303445" y="465761"/>
                    </a:lnTo>
                    <a:cubicBezTo>
                      <a:pt x="303445" y="472158"/>
                      <a:pt x="298246" y="477257"/>
                      <a:pt x="291932" y="477257"/>
                    </a:cubicBezTo>
                    <a:lnTo>
                      <a:pt x="260737" y="477257"/>
                    </a:lnTo>
                    <a:cubicBezTo>
                      <a:pt x="254331" y="477257"/>
                      <a:pt x="249224" y="472065"/>
                      <a:pt x="249224" y="465761"/>
                    </a:cubicBezTo>
                    <a:lnTo>
                      <a:pt x="249224" y="439802"/>
                    </a:lnTo>
                    <a:cubicBezTo>
                      <a:pt x="231027" y="436186"/>
                      <a:pt x="214130" y="429047"/>
                      <a:pt x="199089" y="419035"/>
                    </a:cubicBezTo>
                    <a:lnTo>
                      <a:pt x="180799" y="437299"/>
                    </a:lnTo>
                    <a:cubicBezTo>
                      <a:pt x="176342" y="441749"/>
                      <a:pt x="169008" y="441749"/>
                      <a:pt x="164551" y="437299"/>
                    </a:cubicBezTo>
                    <a:lnTo>
                      <a:pt x="142547" y="415326"/>
                    </a:lnTo>
                    <a:cubicBezTo>
                      <a:pt x="138091" y="410876"/>
                      <a:pt x="138091" y="403552"/>
                      <a:pt x="142547" y="399102"/>
                    </a:cubicBezTo>
                    <a:lnTo>
                      <a:pt x="160837" y="380838"/>
                    </a:lnTo>
                    <a:cubicBezTo>
                      <a:pt x="150810" y="366004"/>
                      <a:pt x="143661" y="348945"/>
                      <a:pt x="140041" y="330773"/>
                    </a:cubicBezTo>
                    <a:lnTo>
                      <a:pt x="114044" y="330773"/>
                    </a:lnTo>
                    <a:cubicBezTo>
                      <a:pt x="107638" y="330773"/>
                      <a:pt x="102532" y="325582"/>
                      <a:pt x="102532" y="319277"/>
                    </a:cubicBezTo>
                    <a:lnTo>
                      <a:pt x="102532" y="288126"/>
                    </a:lnTo>
                    <a:cubicBezTo>
                      <a:pt x="102532" y="281636"/>
                      <a:pt x="107731" y="276630"/>
                      <a:pt x="114044" y="276630"/>
                    </a:cubicBezTo>
                    <a:lnTo>
                      <a:pt x="140041" y="276630"/>
                    </a:lnTo>
                    <a:cubicBezTo>
                      <a:pt x="143661" y="258459"/>
                      <a:pt x="150810" y="241492"/>
                      <a:pt x="160837" y="226566"/>
                    </a:cubicBezTo>
                    <a:lnTo>
                      <a:pt x="142547" y="208209"/>
                    </a:lnTo>
                    <a:cubicBezTo>
                      <a:pt x="138091" y="203759"/>
                      <a:pt x="138091" y="196528"/>
                      <a:pt x="142547" y="192077"/>
                    </a:cubicBezTo>
                    <a:lnTo>
                      <a:pt x="164551" y="170012"/>
                    </a:lnTo>
                    <a:cubicBezTo>
                      <a:pt x="169008" y="165562"/>
                      <a:pt x="176342" y="165562"/>
                      <a:pt x="180799" y="170012"/>
                    </a:cubicBezTo>
                    <a:lnTo>
                      <a:pt x="199089" y="188369"/>
                    </a:lnTo>
                    <a:cubicBezTo>
                      <a:pt x="213944" y="178356"/>
                      <a:pt x="231027" y="171125"/>
                      <a:pt x="249224" y="167602"/>
                    </a:cubicBezTo>
                    <a:lnTo>
                      <a:pt x="249224" y="141642"/>
                    </a:lnTo>
                    <a:cubicBezTo>
                      <a:pt x="249224" y="135153"/>
                      <a:pt x="254424" y="130146"/>
                      <a:pt x="260737" y="130146"/>
                    </a:cubicBezTo>
                    <a:close/>
                    <a:moveTo>
                      <a:pt x="438507" y="79551"/>
                    </a:moveTo>
                    <a:cubicBezTo>
                      <a:pt x="510081" y="131462"/>
                      <a:pt x="552598" y="214890"/>
                      <a:pt x="552598" y="302952"/>
                    </a:cubicBezTo>
                    <a:cubicBezTo>
                      <a:pt x="552598" y="455069"/>
                      <a:pt x="428760" y="578821"/>
                      <a:pt x="276329" y="578821"/>
                    </a:cubicBezTo>
                    <a:lnTo>
                      <a:pt x="276329" y="602737"/>
                    </a:lnTo>
                    <a:cubicBezTo>
                      <a:pt x="276329" y="605332"/>
                      <a:pt x="273358" y="606815"/>
                      <a:pt x="271316" y="605332"/>
                    </a:cubicBezTo>
                    <a:lnTo>
                      <a:pt x="206426" y="560837"/>
                    </a:lnTo>
                    <a:cubicBezTo>
                      <a:pt x="204569" y="559539"/>
                      <a:pt x="204569" y="556759"/>
                      <a:pt x="206426" y="555553"/>
                    </a:cubicBezTo>
                    <a:lnTo>
                      <a:pt x="271316" y="511059"/>
                    </a:lnTo>
                    <a:cubicBezTo>
                      <a:pt x="273544" y="509575"/>
                      <a:pt x="276329" y="511059"/>
                      <a:pt x="276329" y="513654"/>
                    </a:cubicBezTo>
                    <a:lnTo>
                      <a:pt x="276329" y="537663"/>
                    </a:lnTo>
                    <a:cubicBezTo>
                      <a:pt x="405923" y="537663"/>
                      <a:pt x="511381" y="432358"/>
                      <a:pt x="511381" y="302952"/>
                    </a:cubicBezTo>
                    <a:cubicBezTo>
                      <a:pt x="511381" y="228053"/>
                      <a:pt x="475176" y="156954"/>
                      <a:pt x="414278" y="112830"/>
                    </a:cubicBezTo>
                    <a:close/>
                    <a:moveTo>
                      <a:pt x="281414" y="589"/>
                    </a:moveTo>
                    <a:lnTo>
                      <a:pt x="346313" y="45086"/>
                    </a:lnTo>
                    <a:cubicBezTo>
                      <a:pt x="348170" y="46384"/>
                      <a:pt x="348170" y="49072"/>
                      <a:pt x="346313" y="50277"/>
                    </a:cubicBezTo>
                    <a:lnTo>
                      <a:pt x="281414" y="94775"/>
                    </a:lnTo>
                    <a:cubicBezTo>
                      <a:pt x="279186" y="96258"/>
                      <a:pt x="276308" y="94775"/>
                      <a:pt x="276308" y="92179"/>
                    </a:cubicBezTo>
                    <a:lnTo>
                      <a:pt x="276308" y="68262"/>
                    </a:lnTo>
                    <a:cubicBezTo>
                      <a:pt x="146695" y="68262"/>
                      <a:pt x="41223" y="173665"/>
                      <a:pt x="41223" y="303077"/>
                    </a:cubicBezTo>
                    <a:cubicBezTo>
                      <a:pt x="41223" y="377980"/>
                      <a:pt x="77526" y="449176"/>
                      <a:pt x="138432" y="493302"/>
                    </a:cubicBezTo>
                    <a:lnTo>
                      <a:pt x="114200" y="526582"/>
                    </a:lnTo>
                    <a:cubicBezTo>
                      <a:pt x="42709" y="474762"/>
                      <a:pt x="0" y="391237"/>
                      <a:pt x="0" y="303077"/>
                    </a:cubicBezTo>
                    <a:cubicBezTo>
                      <a:pt x="0" y="150953"/>
                      <a:pt x="123948" y="27195"/>
                      <a:pt x="276308" y="27195"/>
                    </a:cubicBezTo>
                    <a:lnTo>
                      <a:pt x="276308" y="3185"/>
                    </a:lnTo>
                    <a:cubicBezTo>
                      <a:pt x="276308" y="589"/>
                      <a:pt x="279279" y="-894"/>
                      <a:pt x="281414" y="589"/>
                    </a:cubicBezTo>
                    <a:close/>
                  </a:path>
                </a:pathLst>
              </a:custGeom>
              <a:solidFill>
                <a:schemeClr val="tx1">
                  <a:lumMod val="50000"/>
                  <a:lumOff val="50000"/>
                </a:schemeClr>
              </a:solidFill>
              <a:ln>
                <a:noFill/>
              </a:ln>
            </p:spPr>
            <p:txBody>
              <a:bodyPr wrap="square" lIns="91440" tIns="45720" rIns="91440" bIns="4572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sp>
          <p:nvSpPr>
            <p:cNvPr id="31" name="文本框 30"/>
            <p:cNvSpPr txBox="1"/>
            <p:nvPr/>
          </p:nvSpPr>
          <p:spPr bwMode="auto">
            <a:xfrm>
              <a:off x="7634152" y="1258198"/>
              <a:ext cx="388554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cs typeface="+mn-ea"/>
                  <a:sym typeface="+mn-lt"/>
                </a:rPr>
                <a:t>01</a:t>
              </a:r>
              <a:endParaRPr lang="en-US" altLang="zh-CN" sz="2000" b="1" dirty="0">
                <a:cs typeface="+mn-ea"/>
                <a:sym typeface="+mn-lt"/>
              </a:endParaRPr>
            </a:p>
          </p:txBody>
        </p:sp>
        <p:cxnSp>
          <p:nvCxnSpPr>
            <p:cNvPr id="6" name="直接连接符 5"/>
            <p:cNvCxnSpPr/>
            <p:nvPr/>
          </p:nvCxnSpPr>
          <p:spPr>
            <a:xfrm>
              <a:off x="7707002" y="2731661"/>
              <a:ext cx="381269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5514102" y="4069011"/>
              <a:ext cx="991058" cy="988806"/>
              <a:chOff x="5514896" y="4069011"/>
              <a:chExt cx="991058" cy="988806"/>
            </a:xfrm>
          </p:grpSpPr>
          <p:grpSp>
            <p:nvGrpSpPr>
              <p:cNvPr id="26" name="组合 25"/>
              <p:cNvGrpSpPr/>
              <p:nvPr/>
            </p:nvGrpSpPr>
            <p:grpSpPr>
              <a:xfrm>
                <a:off x="5514896" y="4069011"/>
                <a:ext cx="991058" cy="988806"/>
                <a:chOff x="5171998" y="4069010"/>
                <a:chExt cx="991058" cy="988806"/>
              </a:xfrm>
            </p:grpSpPr>
            <p:sp>
              <p:nvSpPr>
                <p:cNvPr id="28" name="对话气泡: 椭圆形 27"/>
                <p:cNvSpPr/>
                <p:nvPr/>
              </p:nvSpPr>
              <p:spPr bwMode="auto">
                <a:xfrm>
                  <a:off x="5171998" y="4069010"/>
                  <a:ext cx="991058" cy="988806"/>
                </a:xfrm>
                <a:prstGeom prst="wedgeEllipseCallout">
                  <a:avLst>
                    <a:gd name="adj1" fmla="val 1039"/>
                    <a:gd name="adj2" fmla="val 97317"/>
                  </a:avLst>
                </a:prstGeom>
                <a:solidFill>
                  <a:schemeClr val="accent1"/>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sp>
              <p:nvSpPr>
                <p:cNvPr id="29" name="椭圆 28"/>
                <p:cNvSpPr/>
                <p:nvPr/>
              </p:nvSpPr>
              <p:spPr bwMode="auto">
                <a:xfrm>
                  <a:off x="5245151" y="4141996"/>
                  <a:ext cx="844754" cy="842834"/>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27" name="任意多边形: 形状 26"/>
              <p:cNvSpPr/>
              <p:nvPr/>
            </p:nvSpPr>
            <p:spPr bwMode="auto">
              <a:xfrm>
                <a:off x="5746831" y="4326227"/>
                <a:ext cx="527188" cy="474374"/>
              </a:xfrm>
              <a:custGeom>
                <a:avLst/>
                <a:gdLst>
                  <a:gd name="connsiteX0" fmla="*/ 465730 w 609191"/>
                  <a:gd name="connsiteY0" fmla="*/ 360460 h 548159"/>
                  <a:gd name="connsiteX1" fmla="*/ 465730 w 609191"/>
                  <a:gd name="connsiteY1" fmla="*/ 404898 h 548159"/>
                  <a:gd name="connsiteX2" fmla="*/ 421230 w 609191"/>
                  <a:gd name="connsiteY2" fmla="*/ 404898 h 548159"/>
                  <a:gd name="connsiteX3" fmla="*/ 421230 w 609191"/>
                  <a:gd name="connsiteY3" fmla="*/ 439197 h 548159"/>
                  <a:gd name="connsiteX4" fmla="*/ 465730 w 609191"/>
                  <a:gd name="connsiteY4" fmla="*/ 439197 h 548159"/>
                  <a:gd name="connsiteX5" fmla="*/ 465730 w 609191"/>
                  <a:gd name="connsiteY5" fmla="*/ 483635 h 548159"/>
                  <a:gd name="connsiteX6" fmla="*/ 499982 w 609191"/>
                  <a:gd name="connsiteY6" fmla="*/ 483635 h 548159"/>
                  <a:gd name="connsiteX7" fmla="*/ 499982 w 609191"/>
                  <a:gd name="connsiteY7" fmla="*/ 439197 h 548159"/>
                  <a:gd name="connsiteX8" fmla="*/ 544577 w 609191"/>
                  <a:gd name="connsiteY8" fmla="*/ 439197 h 548159"/>
                  <a:gd name="connsiteX9" fmla="*/ 544577 w 609191"/>
                  <a:gd name="connsiteY9" fmla="*/ 404898 h 548159"/>
                  <a:gd name="connsiteX10" fmla="*/ 499982 w 609191"/>
                  <a:gd name="connsiteY10" fmla="*/ 404898 h 548159"/>
                  <a:gd name="connsiteX11" fmla="*/ 499982 w 609191"/>
                  <a:gd name="connsiteY11" fmla="*/ 360460 h 548159"/>
                  <a:gd name="connsiteX12" fmla="*/ 482809 w 609191"/>
                  <a:gd name="connsiteY12" fmla="*/ 295746 h 548159"/>
                  <a:gd name="connsiteX13" fmla="*/ 609191 w 609191"/>
                  <a:gd name="connsiteY13" fmla="*/ 421953 h 548159"/>
                  <a:gd name="connsiteX14" fmla="*/ 482809 w 609191"/>
                  <a:gd name="connsiteY14" fmla="*/ 548159 h 548159"/>
                  <a:gd name="connsiteX15" fmla="*/ 356426 w 609191"/>
                  <a:gd name="connsiteY15" fmla="*/ 421953 h 548159"/>
                  <a:gd name="connsiteX16" fmla="*/ 482809 w 609191"/>
                  <a:gd name="connsiteY16" fmla="*/ 295746 h 548159"/>
                  <a:gd name="connsiteX17" fmla="*/ 256102 w 609191"/>
                  <a:gd name="connsiteY17" fmla="*/ 446 h 548159"/>
                  <a:gd name="connsiteX18" fmla="*/ 318064 w 609191"/>
                  <a:gd name="connsiteY18" fmla="*/ 13618 h 548159"/>
                  <a:gd name="connsiteX19" fmla="*/ 348333 w 609191"/>
                  <a:gd name="connsiteY19" fmla="*/ 41667 h 548159"/>
                  <a:gd name="connsiteX20" fmla="*/ 381544 w 609191"/>
                  <a:gd name="connsiteY20" fmla="*/ 146945 h 548159"/>
                  <a:gd name="connsiteX21" fmla="*/ 379267 w 609191"/>
                  <a:gd name="connsiteY21" fmla="*/ 156232 h 548159"/>
                  <a:gd name="connsiteX22" fmla="*/ 388186 w 609191"/>
                  <a:gd name="connsiteY22" fmla="*/ 200485 h 548159"/>
                  <a:gd name="connsiteX23" fmla="*/ 366742 w 609191"/>
                  <a:gd name="connsiteY23" fmla="*/ 237725 h 548159"/>
                  <a:gd name="connsiteX24" fmla="*/ 351749 w 609191"/>
                  <a:gd name="connsiteY24" fmla="*/ 278851 h 548159"/>
                  <a:gd name="connsiteX25" fmla="*/ 351749 w 609191"/>
                  <a:gd name="connsiteY25" fmla="*/ 322915 h 548159"/>
                  <a:gd name="connsiteX26" fmla="*/ 317969 w 609191"/>
                  <a:gd name="connsiteY26" fmla="*/ 422507 h 548159"/>
                  <a:gd name="connsiteX27" fmla="*/ 376800 w 609191"/>
                  <a:gd name="connsiteY27" fmla="*/ 548159 h 548159"/>
                  <a:gd name="connsiteX28" fmla="*/ 26853 w 609191"/>
                  <a:gd name="connsiteY28" fmla="*/ 548159 h 548159"/>
                  <a:gd name="connsiteX29" fmla="*/ 0 w 609191"/>
                  <a:gd name="connsiteY29" fmla="*/ 521437 h 548159"/>
                  <a:gd name="connsiteX30" fmla="*/ 0 w 609191"/>
                  <a:gd name="connsiteY30" fmla="*/ 473867 h 548159"/>
                  <a:gd name="connsiteX31" fmla="*/ 19452 w 609191"/>
                  <a:gd name="connsiteY31" fmla="*/ 433120 h 548159"/>
                  <a:gd name="connsiteX32" fmla="*/ 173740 w 609191"/>
                  <a:gd name="connsiteY32" fmla="*/ 334286 h 548159"/>
                  <a:gd name="connsiteX33" fmla="*/ 176586 w 609191"/>
                  <a:gd name="connsiteY33" fmla="*/ 330021 h 548159"/>
                  <a:gd name="connsiteX34" fmla="*/ 176586 w 609191"/>
                  <a:gd name="connsiteY34" fmla="*/ 278851 h 548159"/>
                  <a:gd name="connsiteX35" fmla="*/ 161594 w 609191"/>
                  <a:gd name="connsiteY35" fmla="*/ 237725 h 548159"/>
                  <a:gd name="connsiteX36" fmla="*/ 140149 w 609191"/>
                  <a:gd name="connsiteY36" fmla="*/ 200485 h 548159"/>
                  <a:gd name="connsiteX37" fmla="*/ 148499 w 609191"/>
                  <a:gd name="connsiteY37" fmla="*/ 156232 h 548159"/>
                  <a:gd name="connsiteX38" fmla="*/ 146222 w 609191"/>
                  <a:gd name="connsiteY38" fmla="*/ 146756 h 548159"/>
                  <a:gd name="connsiteX39" fmla="*/ 146032 w 609191"/>
                  <a:gd name="connsiteY39" fmla="*/ 95111 h 548159"/>
                  <a:gd name="connsiteX40" fmla="*/ 176207 w 609191"/>
                  <a:gd name="connsiteY40" fmla="*/ 42141 h 548159"/>
                  <a:gd name="connsiteX41" fmla="*/ 204199 w 609191"/>
                  <a:gd name="connsiteY41" fmla="*/ 19019 h 548159"/>
                  <a:gd name="connsiteX42" fmla="*/ 231431 w 609191"/>
                  <a:gd name="connsiteY42" fmla="*/ 5184 h 548159"/>
                  <a:gd name="connsiteX43" fmla="*/ 256102 w 609191"/>
                  <a:gd name="connsiteY43" fmla="*/ 446 h 54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9191" h="548159">
                    <a:moveTo>
                      <a:pt x="465730" y="360460"/>
                    </a:moveTo>
                    <a:lnTo>
                      <a:pt x="465730" y="404898"/>
                    </a:lnTo>
                    <a:lnTo>
                      <a:pt x="421230" y="404898"/>
                    </a:lnTo>
                    <a:lnTo>
                      <a:pt x="421230" y="439197"/>
                    </a:lnTo>
                    <a:lnTo>
                      <a:pt x="465730" y="439197"/>
                    </a:lnTo>
                    <a:lnTo>
                      <a:pt x="465730" y="483635"/>
                    </a:lnTo>
                    <a:lnTo>
                      <a:pt x="499982" y="483635"/>
                    </a:lnTo>
                    <a:lnTo>
                      <a:pt x="499982" y="439197"/>
                    </a:lnTo>
                    <a:lnTo>
                      <a:pt x="544577" y="439197"/>
                    </a:lnTo>
                    <a:lnTo>
                      <a:pt x="544577" y="404898"/>
                    </a:lnTo>
                    <a:lnTo>
                      <a:pt x="499982" y="404898"/>
                    </a:lnTo>
                    <a:lnTo>
                      <a:pt x="499982" y="360460"/>
                    </a:lnTo>
                    <a:close/>
                    <a:moveTo>
                      <a:pt x="482809" y="295746"/>
                    </a:moveTo>
                    <a:cubicBezTo>
                      <a:pt x="552642" y="295746"/>
                      <a:pt x="609191" y="352217"/>
                      <a:pt x="609191" y="421953"/>
                    </a:cubicBezTo>
                    <a:cubicBezTo>
                      <a:pt x="609191" y="491688"/>
                      <a:pt x="552642" y="548159"/>
                      <a:pt x="482809" y="548159"/>
                    </a:cubicBezTo>
                    <a:cubicBezTo>
                      <a:pt x="413071" y="548159"/>
                      <a:pt x="356426" y="491688"/>
                      <a:pt x="356426" y="421953"/>
                    </a:cubicBezTo>
                    <a:cubicBezTo>
                      <a:pt x="356426" y="352217"/>
                      <a:pt x="412976" y="295746"/>
                      <a:pt x="482809" y="295746"/>
                    </a:cubicBezTo>
                    <a:close/>
                    <a:moveTo>
                      <a:pt x="256102" y="446"/>
                    </a:moveTo>
                    <a:cubicBezTo>
                      <a:pt x="283050" y="-1828"/>
                      <a:pt x="303356" y="4900"/>
                      <a:pt x="318064" y="13618"/>
                    </a:cubicBezTo>
                    <a:cubicBezTo>
                      <a:pt x="339983" y="25747"/>
                      <a:pt x="348333" y="41667"/>
                      <a:pt x="348333" y="41667"/>
                    </a:cubicBezTo>
                    <a:cubicBezTo>
                      <a:pt x="348333" y="41667"/>
                      <a:pt x="398434" y="45173"/>
                      <a:pt x="381544" y="146945"/>
                    </a:cubicBezTo>
                    <a:cubicBezTo>
                      <a:pt x="380975" y="149978"/>
                      <a:pt x="380216" y="153105"/>
                      <a:pt x="379267" y="156232"/>
                    </a:cubicBezTo>
                    <a:cubicBezTo>
                      <a:pt x="388946" y="156232"/>
                      <a:pt x="398624" y="163623"/>
                      <a:pt x="388186" y="200485"/>
                    </a:cubicBezTo>
                    <a:cubicBezTo>
                      <a:pt x="380026" y="229292"/>
                      <a:pt x="372435" y="237251"/>
                      <a:pt x="366742" y="237725"/>
                    </a:cubicBezTo>
                    <a:cubicBezTo>
                      <a:pt x="364749" y="250802"/>
                      <a:pt x="359530" y="265206"/>
                      <a:pt x="351749" y="278851"/>
                    </a:cubicBezTo>
                    <a:lnTo>
                      <a:pt x="351749" y="322915"/>
                    </a:lnTo>
                    <a:cubicBezTo>
                      <a:pt x="330589" y="350584"/>
                      <a:pt x="317969" y="385077"/>
                      <a:pt x="317969" y="422507"/>
                    </a:cubicBezTo>
                    <a:cubicBezTo>
                      <a:pt x="317969" y="472920"/>
                      <a:pt x="340837" y="518120"/>
                      <a:pt x="376800" y="548159"/>
                    </a:cubicBezTo>
                    <a:lnTo>
                      <a:pt x="26853" y="548159"/>
                    </a:lnTo>
                    <a:cubicBezTo>
                      <a:pt x="12051" y="548159"/>
                      <a:pt x="0" y="536219"/>
                      <a:pt x="0" y="521437"/>
                    </a:cubicBezTo>
                    <a:lnTo>
                      <a:pt x="0" y="473867"/>
                    </a:lnTo>
                    <a:cubicBezTo>
                      <a:pt x="0" y="458137"/>
                      <a:pt x="7211" y="443070"/>
                      <a:pt x="19452" y="433120"/>
                    </a:cubicBezTo>
                    <a:cubicBezTo>
                      <a:pt x="86633" y="377970"/>
                      <a:pt x="159032" y="341487"/>
                      <a:pt x="173740" y="334286"/>
                    </a:cubicBezTo>
                    <a:cubicBezTo>
                      <a:pt x="175353" y="333528"/>
                      <a:pt x="176396" y="331917"/>
                      <a:pt x="176586" y="330021"/>
                    </a:cubicBezTo>
                    <a:lnTo>
                      <a:pt x="176586" y="278851"/>
                    </a:lnTo>
                    <a:cubicBezTo>
                      <a:pt x="168616" y="265206"/>
                      <a:pt x="163587" y="250802"/>
                      <a:pt x="161594" y="237725"/>
                    </a:cubicBezTo>
                    <a:cubicBezTo>
                      <a:pt x="155901" y="237251"/>
                      <a:pt x="148310" y="229197"/>
                      <a:pt x="140149" y="200485"/>
                    </a:cubicBezTo>
                    <a:cubicBezTo>
                      <a:pt x="129806" y="164192"/>
                      <a:pt x="139200" y="156516"/>
                      <a:pt x="148499" y="156232"/>
                    </a:cubicBezTo>
                    <a:cubicBezTo>
                      <a:pt x="147645" y="153105"/>
                      <a:pt x="146886" y="149978"/>
                      <a:pt x="146222" y="146756"/>
                    </a:cubicBezTo>
                    <a:cubicBezTo>
                      <a:pt x="142711" y="128467"/>
                      <a:pt x="141667" y="111410"/>
                      <a:pt x="146032" y="95111"/>
                    </a:cubicBezTo>
                    <a:cubicBezTo>
                      <a:pt x="151061" y="73222"/>
                      <a:pt x="162922" y="55691"/>
                      <a:pt x="176207" y="42141"/>
                    </a:cubicBezTo>
                    <a:cubicBezTo>
                      <a:pt x="184557" y="33233"/>
                      <a:pt x="194046" y="25463"/>
                      <a:pt x="204199" y="19019"/>
                    </a:cubicBezTo>
                    <a:cubicBezTo>
                      <a:pt x="212454" y="13334"/>
                      <a:pt x="221563" y="8406"/>
                      <a:pt x="231431" y="5184"/>
                    </a:cubicBezTo>
                    <a:cubicBezTo>
                      <a:pt x="239117" y="2626"/>
                      <a:pt x="247373" y="825"/>
                      <a:pt x="256102" y="446"/>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sp>
          <p:nvSpPr>
            <p:cNvPr id="25" name="文本框 24"/>
            <p:cNvSpPr txBox="1"/>
            <p:nvPr/>
          </p:nvSpPr>
          <p:spPr bwMode="auto">
            <a:xfrm>
              <a:off x="6758672" y="3777745"/>
              <a:ext cx="476102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000" b="1" dirty="0">
                  <a:cs typeface="+mn-ea"/>
                  <a:sym typeface="+mn-lt"/>
                </a:rPr>
                <a:t>03</a:t>
              </a:r>
              <a:endParaRPr lang="en-US" altLang="zh-CN" sz="2000" b="1" dirty="0">
                <a:cs typeface="+mn-ea"/>
                <a:sym typeface="+mn-lt"/>
              </a:endParaRPr>
            </a:p>
          </p:txBody>
        </p:sp>
        <p:cxnSp>
          <p:nvCxnSpPr>
            <p:cNvPr id="9" name="直接连接符 8"/>
            <p:cNvCxnSpPr/>
            <p:nvPr/>
          </p:nvCxnSpPr>
          <p:spPr>
            <a:xfrm>
              <a:off x="6828600" y="5246072"/>
              <a:ext cx="466323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4541668" y="2172908"/>
              <a:ext cx="838780" cy="836872"/>
              <a:chOff x="4542462" y="2172908"/>
              <a:chExt cx="838780" cy="836872"/>
            </a:xfrm>
          </p:grpSpPr>
          <p:grpSp>
            <p:nvGrpSpPr>
              <p:cNvPr id="20" name="组合 19"/>
              <p:cNvGrpSpPr/>
              <p:nvPr/>
            </p:nvGrpSpPr>
            <p:grpSpPr>
              <a:xfrm>
                <a:off x="4542462" y="2172908"/>
                <a:ext cx="838780" cy="836872"/>
                <a:chOff x="4199564" y="2172907"/>
                <a:chExt cx="838780" cy="836872"/>
              </a:xfrm>
            </p:grpSpPr>
            <p:sp>
              <p:nvSpPr>
                <p:cNvPr id="22" name="对话气泡: 椭圆形 21"/>
                <p:cNvSpPr/>
                <p:nvPr/>
              </p:nvSpPr>
              <p:spPr bwMode="auto">
                <a:xfrm>
                  <a:off x="4199564" y="2172907"/>
                  <a:ext cx="838780" cy="836872"/>
                </a:xfrm>
                <a:prstGeom prst="wedgeEllipseCallout">
                  <a:avLst>
                    <a:gd name="adj1" fmla="val 1039"/>
                    <a:gd name="adj2" fmla="val 97317"/>
                  </a:avLst>
                </a:prstGeom>
                <a:solidFill>
                  <a:schemeClr val="bg1">
                    <a:lumMod val="85000"/>
                  </a:schemeClr>
                </a:solidFill>
                <a:ln w="28575">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dirty="0">
                    <a:cs typeface="+mn-ea"/>
                    <a:sym typeface="+mn-lt"/>
                  </a:endParaRPr>
                </a:p>
              </p:txBody>
            </p:sp>
            <p:sp>
              <p:nvSpPr>
                <p:cNvPr id="23" name="椭圆 22"/>
                <p:cNvSpPr/>
                <p:nvPr/>
              </p:nvSpPr>
              <p:spPr bwMode="auto">
                <a:xfrm>
                  <a:off x="4263601" y="2236797"/>
                  <a:ext cx="710707" cy="709092"/>
                </a:xfrm>
                <a:prstGeom prst="ellipse">
                  <a:avLst/>
                </a:prstGeom>
                <a:solidFill>
                  <a:schemeClr val="bg1"/>
                </a:solidFill>
                <a:ln>
                  <a:noFill/>
                </a:ln>
              </p:spPr>
              <p:txBody>
                <a:bodyPr vert="horz" wrap="square" lIns="91440" tIns="45720" rIns="91440" bIns="45720" numCol="1" anchor="t" anchorCtr="0" compatLnSpc="1"/>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en-US">
                    <a:cs typeface="+mn-ea"/>
                    <a:sym typeface="+mn-lt"/>
                  </a:endParaRPr>
                </a:p>
              </p:txBody>
            </p:sp>
          </p:grpSp>
          <p:sp>
            <p:nvSpPr>
              <p:cNvPr id="21" name="任意多边形: 形状 20"/>
              <p:cNvSpPr/>
              <p:nvPr/>
            </p:nvSpPr>
            <p:spPr bwMode="auto">
              <a:xfrm>
                <a:off x="4724975" y="2362049"/>
                <a:ext cx="473754" cy="458590"/>
              </a:xfrm>
              <a:custGeom>
                <a:avLst/>
                <a:gdLst>
                  <a:gd name="connsiteX0" fmla="*/ 452855 w 582453"/>
                  <a:gd name="connsiteY0" fmla="*/ 373207 h 563815"/>
                  <a:gd name="connsiteX1" fmla="*/ 462456 w 582453"/>
                  <a:gd name="connsiteY1" fmla="*/ 374525 h 563815"/>
                  <a:gd name="connsiteX2" fmla="*/ 539855 w 582453"/>
                  <a:gd name="connsiteY2" fmla="*/ 418461 h 563815"/>
                  <a:gd name="connsiteX3" fmla="*/ 545132 w 582453"/>
                  <a:gd name="connsiteY3" fmla="*/ 436035 h 563815"/>
                  <a:gd name="connsiteX4" fmla="*/ 534578 w 582453"/>
                  <a:gd name="connsiteY4" fmla="*/ 443065 h 563815"/>
                  <a:gd name="connsiteX5" fmla="*/ 527541 w 582453"/>
                  <a:gd name="connsiteY5" fmla="*/ 441308 h 563815"/>
                  <a:gd name="connsiteX6" fmla="*/ 450729 w 582453"/>
                  <a:gd name="connsiteY6" fmla="*/ 397372 h 563815"/>
                  <a:gd name="connsiteX7" fmla="*/ 445452 w 582453"/>
                  <a:gd name="connsiteY7" fmla="*/ 379797 h 563815"/>
                  <a:gd name="connsiteX8" fmla="*/ 452855 w 582453"/>
                  <a:gd name="connsiteY8" fmla="*/ 373207 h 563815"/>
                  <a:gd name="connsiteX9" fmla="*/ 128583 w 582453"/>
                  <a:gd name="connsiteY9" fmla="*/ 372080 h 563815"/>
                  <a:gd name="connsiteX10" fmla="*/ 136726 w 582453"/>
                  <a:gd name="connsiteY10" fmla="*/ 378020 h 563815"/>
                  <a:gd name="connsiteX11" fmla="*/ 131444 w 582453"/>
                  <a:gd name="connsiteY11" fmla="*/ 395617 h 563815"/>
                  <a:gd name="connsiteX12" fmla="*/ 54564 w 582453"/>
                  <a:gd name="connsiteY12" fmla="*/ 439610 h 563815"/>
                  <a:gd name="connsiteX13" fmla="*/ 47522 w 582453"/>
                  <a:gd name="connsiteY13" fmla="*/ 441370 h 563815"/>
                  <a:gd name="connsiteX14" fmla="*/ 36958 w 582453"/>
                  <a:gd name="connsiteY14" fmla="*/ 434331 h 563815"/>
                  <a:gd name="connsiteX15" fmla="*/ 42240 w 582453"/>
                  <a:gd name="connsiteY15" fmla="*/ 416734 h 563815"/>
                  <a:gd name="connsiteX16" fmla="*/ 119120 w 582453"/>
                  <a:gd name="connsiteY16" fmla="*/ 372740 h 563815"/>
                  <a:gd name="connsiteX17" fmla="*/ 128583 w 582453"/>
                  <a:gd name="connsiteY17" fmla="*/ 372080 h 563815"/>
                  <a:gd name="connsiteX18" fmla="*/ 481761 w 582453"/>
                  <a:gd name="connsiteY18" fmla="*/ 276633 h 563815"/>
                  <a:gd name="connsiteX19" fmla="*/ 569792 w 582453"/>
                  <a:gd name="connsiteY19" fmla="*/ 276633 h 563815"/>
                  <a:gd name="connsiteX20" fmla="*/ 582116 w 582453"/>
                  <a:gd name="connsiteY20" fmla="*/ 288924 h 563815"/>
                  <a:gd name="connsiteX21" fmla="*/ 569792 w 582453"/>
                  <a:gd name="connsiteY21" fmla="*/ 301216 h 563815"/>
                  <a:gd name="connsiteX22" fmla="*/ 481761 w 582453"/>
                  <a:gd name="connsiteY22" fmla="*/ 301216 h 563815"/>
                  <a:gd name="connsiteX23" fmla="*/ 469437 w 582453"/>
                  <a:gd name="connsiteY23" fmla="*/ 288924 h 563815"/>
                  <a:gd name="connsiteX24" fmla="*/ 481761 w 582453"/>
                  <a:gd name="connsiteY24" fmla="*/ 276633 h 563815"/>
                  <a:gd name="connsiteX25" fmla="*/ 12323 w 582453"/>
                  <a:gd name="connsiteY25" fmla="*/ 276633 h 563815"/>
                  <a:gd name="connsiteX26" fmla="*/ 99762 w 582453"/>
                  <a:gd name="connsiteY26" fmla="*/ 276633 h 563815"/>
                  <a:gd name="connsiteX27" fmla="*/ 112085 w 582453"/>
                  <a:gd name="connsiteY27" fmla="*/ 288940 h 563815"/>
                  <a:gd name="connsiteX28" fmla="*/ 99762 w 582453"/>
                  <a:gd name="connsiteY28" fmla="*/ 301248 h 563815"/>
                  <a:gd name="connsiteX29" fmla="*/ 12323 w 582453"/>
                  <a:gd name="connsiteY29" fmla="*/ 301248 h 563815"/>
                  <a:gd name="connsiteX30" fmla="*/ 0 w 582453"/>
                  <a:gd name="connsiteY30" fmla="*/ 288940 h 563815"/>
                  <a:gd name="connsiteX31" fmla="*/ 12323 w 582453"/>
                  <a:gd name="connsiteY31" fmla="*/ 276633 h 563815"/>
                  <a:gd name="connsiteX32" fmla="*/ 291091 w 582453"/>
                  <a:gd name="connsiteY32" fmla="*/ 230905 h 563815"/>
                  <a:gd name="connsiteX33" fmla="*/ 273482 w 582453"/>
                  <a:gd name="connsiteY33" fmla="*/ 462418 h 563815"/>
                  <a:gd name="connsiteX34" fmla="*/ 291091 w 582453"/>
                  <a:gd name="connsiteY34" fmla="*/ 324096 h 563815"/>
                  <a:gd name="connsiteX35" fmla="*/ 291091 w 582453"/>
                  <a:gd name="connsiteY35" fmla="*/ 488207 h 563815"/>
                  <a:gd name="connsiteX36" fmla="*/ 291091 w 582453"/>
                  <a:gd name="connsiteY36" fmla="*/ 230905 h 563815"/>
                  <a:gd name="connsiteX37" fmla="*/ 291091 w 582453"/>
                  <a:gd name="connsiteY37" fmla="*/ 155883 h 563815"/>
                  <a:gd name="connsiteX38" fmla="*/ 433138 w 582453"/>
                  <a:gd name="connsiteY38" fmla="*/ 301238 h 563815"/>
                  <a:gd name="connsiteX39" fmla="*/ 352136 w 582453"/>
                  <a:gd name="connsiteY39" fmla="*/ 480001 h 563815"/>
                  <a:gd name="connsiteX40" fmla="*/ 348614 w 582453"/>
                  <a:gd name="connsiteY40" fmla="*/ 512824 h 563815"/>
                  <a:gd name="connsiteX41" fmla="*/ 289330 w 582453"/>
                  <a:gd name="connsiteY41" fmla="*/ 563815 h 563815"/>
                  <a:gd name="connsiteX42" fmla="*/ 229459 w 582453"/>
                  <a:gd name="connsiteY42" fmla="*/ 512824 h 563815"/>
                  <a:gd name="connsiteX43" fmla="*/ 225937 w 582453"/>
                  <a:gd name="connsiteY43" fmla="*/ 480001 h 563815"/>
                  <a:gd name="connsiteX44" fmla="*/ 145522 w 582453"/>
                  <a:gd name="connsiteY44" fmla="*/ 301238 h 563815"/>
                  <a:gd name="connsiteX45" fmla="*/ 291091 w 582453"/>
                  <a:gd name="connsiteY45" fmla="*/ 155883 h 563815"/>
                  <a:gd name="connsiteX46" fmla="*/ 536996 w 582453"/>
                  <a:gd name="connsiteY46" fmla="*/ 136984 h 563815"/>
                  <a:gd name="connsiteX47" fmla="*/ 545132 w 582453"/>
                  <a:gd name="connsiteY47" fmla="*/ 143583 h 563815"/>
                  <a:gd name="connsiteX48" fmla="*/ 539855 w 582453"/>
                  <a:gd name="connsiteY48" fmla="*/ 161180 h 563815"/>
                  <a:gd name="connsiteX49" fmla="*/ 462456 w 582453"/>
                  <a:gd name="connsiteY49" fmla="*/ 205173 h 563815"/>
                  <a:gd name="connsiteX50" fmla="*/ 456007 w 582453"/>
                  <a:gd name="connsiteY50" fmla="*/ 206933 h 563815"/>
                  <a:gd name="connsiteX51" fmla="*/ 445452 w 582453"/>
                  <a:gd name="connsiteY51" fmla="*/ 199894 h 563815"/>
                  <a:gd name="connsiteX52" fmla="*/ 450729 w 582453"/>
                  <a:gd name="connsiteY52" fmla="*/ 182297 h 563815"/>
                  <a:gd name="connsiteX53" fmla="*/ 527541 w 582453"/>
                  <a:gd name="connsiteY53" fmla="*/ 138303 h 563815"/>
                  <a:gd name="connsiteX54" fmla="*/ 536996 w 582453"/>
                  <a:gd name="connsiteY54" fmla="*/ 136984 h 563815"/>
                  <a:gd name="connsiteX55" fmla="*/ 44441 w 582453"/>
                  <a:gd name="connsiteY55" fmla="*/ 136984 h 563815"/>
                  <a:gd name="connsiteX56" fmla="*/ 54564 w 582453"/>
                  <a:gd name="connsiteY56" fmla="*/ 138303 h 563815"/>
                  <a:gd name="connsiteX57" fmla="*/ 131444 w 582453"/>
                  <a:gd name="connsiteY57" fmla="*/ 182297 h 563815"/>
                  <a:gd name="connsiteX58" fmla="*/ 136726 w 582453"/>
                  <a:gd name="connsiteY58" fmla="*/ 199894 h 563815"/>
                  <a:gd name="connsiteX59" fmla="*/ 126162 w 582453"/>
                  <a:gd name="connsiteY59" fmla="*/ 206933 h 563815"/>
                  <a:gd name="connsiteX60" fmla="*/ 119120 w 582453"/>
                  <a:gd name="connsiteY60" fmla="*/ 205173 h 563815"/>
                  <a:gd name="connsiteX61" fmla="*/ 42240 w 582453"/>
                  <a:gd name="connsiteY61" fmla="*/ 161180 h 563815"/>
                  <a:gd name="connsiteX62" fmla="*/ 36958 w 582453"/>
                  <a:gd name="connsiteY62" fmla="*/ 143583 h 563815"/>
                  <a:gd name="connsiteX63" fmla="*/ 44441 w 582453"/>
                  <a:gd name="connsiteY63" fmla="*/ 136984 h 563815"/>
                  <a:gd name="connsiteX64" fmla="*/ 426494 w 582453"/>
                  <a:gd name="connsiteY64" fmla="*/ 35635 h 563815"/>
                  <a:gd name="connsiteX65" fmla="*/ 436617 w 582453"/>
                  <a:gd name="connsiteY65" fmla="*/ 36954 h 563815"/>
                  <a:gd name="connsiteX66" fmla="*/ 441898 w 582453"/>
                  <a:gd name="connsiteY66" fmla="*/ 54539 h 563815"/>
                  <a:gd name="connsiteX67" fmla="*/ 397887 w 582453"/>
                  <a:gd name="connsiteY67" fmla="*/ 131329 h 563815"/>
                  <a:gd name="connsiteX68" fmla="*/ 387325 w 582453"/>
                  <a:gd name="connsiteY68" fmla="*/ 138363 h 563815"/>
                  <a:gd name="connsiteX69" fmla="*/ 380283 w 582453"/>
                  <a:gd name="connsiteY69" fmla="*/ 136604 h 563815"/>
                  <a:gd name="connsiteX70" fmla="*/ 375002 w 582453"/>
                  <a:gd name="connsiteY70" fmla="*/ 119019 h 563815"/>
                  <a:gd name="connsiteX71" fmla="*/ 419013 w 582453"/>
                  <a:gd name="connsiteY71" fmla="*/ 42230 h 563815"/>
                  <a:gd name="connsiteX72" fmla="*/ 426494 w 582453"/>
                  <a:gd name="connsiteY72" fmla="*/ 35635 h 563815"/>
                  <a:gd name="connsiteX73" fmla="*/ 155032 w 582453"/>
                  <a:gd name="connsiteY73" fmla="*/ 33845 h 563815"/>
                  <a:gd name="connsiteX74" fmla="*/ 163176 w 582453"/>
                  <a:gd name="connsiteY74" fmla="*/ 40440 h 563815"/>
                  <a:gd name="connsiteX75" fmla="*/ 206613 w 582453"/>
                  <a:gd name="connsiteY75" fmla="*/ 117229 h 563815"/>
                  <a:gd name="connsiteX76" fmla="*/ 201330 w 582453"/>
                  <a:gd name="connsiteY76" fmla="*/ 134814 h 563815"/>
                  <a:gd name="connsiteX77" fmla="*/ 194873 w 582453"/>
                  <a:gd name="connsiteY77" fmla="*/ 136573 h 563815"/>
                  <a:gd name="connsiteX78" fmla="*/ 184308 w 582453"/>
                  <a:gd name="connsiteY78" fmla="*/ 129539 h 563815"/>
                  <a:gd name="connsiteX79" fmla="*/ 140284 w 582453"/>
                  <a:gd name="connsiteY79" fmla="*/ 52749 h 563815"/>
                  <a:gd name="connsiteX80" fmla="*/ 145567 w 582453"/>
                  <a:gd name="connsiteY80" fmla="*/ 35164 h 563815"/>
                  <a:gd name="connsiteX81" fmla="*/ 155032 w 582453"/>
                  <a:gd name="connsiteY81" fmla="*/ 33845 h 563815"/>
                  <a:gd name="connsiteX82" fmla="*/ 291044 w 582453"/>
                  <a:gd name="connsiteY82" fmla="*/ 0 h 563815"/>
                  <a:gd name="connsiteX83" fmla="*/ 303382 w 582453"/>
                  <a:gd name="connsiteY83" fmla="*/ 12313 h 563815"/>
                  <a:gd name="connsiteX84" fmla="*/ 303382 w 582453"/>
                  <a:gd name="connsiteY84" fmla="*/ 99678 h 563815"/>
                  <a:gd name="connsiteX85" fmla="*/ 291044 w 582453"/>
                  <a:gd name="connsiteY85" fmla="*/ 111991 h 563815"/>
                  <a:gd name="connsiteX86" fmla="*/ 278705 w 582453"/>
                  <a:gd name="connsiteY86" fmla="*/ 99678 h 563815"/>
                  <a:gd name="connsiteX87" fmla="*/ 278705 w 582453"/>
                  <a:gd name="connsiteY87" fmla="*/ 12313 h 563815"/>
                  <a:gd name="connsiteX88" fmla="*/ 291044 w 582453"/>
                  <a:gd name="connsiteY88" fmla="*/ 0 h 563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582453" h="563815">
                    <a:moveTo>
                      <a:pt x="452855" y="373207"/>
                    </a:moveTo>
                    <a:cubicBezTo>
                      <a:pt x="455860" y="372328"/>
                      <a:pt x="459231" y="372767"/>
                      <a:pt x="462456" y="374525"/>
                    </a:cubicBezTo>
                    <a:lnTo>
                      <a:pt x="539855" y="418461"/>
                    </a:lnTo>
                    <a:cubicBezTo>
                      <a:pt x="545132" y="421976"/>
                      <a:pt x="548650" y="429005"/>
                      <a:pt x="545132" y="436035"/>
                    </a:cubicBezTo>
                    <a:cubicBezTo>
                      <a:pt x="543373" y="441308"/>
                      <a:pt x="539855" y="443065"/>
                      <a:pt x="534578" y="443065"/>
                    </a:cubicBezTo>
                    <a:cubicBezTo>
                      <a:pt x="531060" y="443065"/>
                      <a:pt x="529300" y="443065"/>
                      <a:pt x="527541" y="441308"/>
                    </a:cubicBezTo>
                    <a:lnTo>
                      <a:pt x="450729" y="397372"/>
                    </a:lnTo>
                    <a:cubicBezTo>
                      <a:pt x="443693" y="393857"/>
                      <a:pt x="441934" y="386827"/>
                      <a:pt x="445452" y="379797"/>
                    </a:cubicBezTo>
                    <a:cubicBezTo>
                      <a:pt x="447211" y="376282"/>
                      <a:pt x="449850" y="374085"/>
                      <a:pt x="452855" y="373207"/>
                    </a:cubicBezTo>
                    <a:close/>
                    <a:moveTo>
                      <a:pt x="128583" y="372080"/>
                    </a:moveTo>
                    <a:cubicBezTo>
                      <a:pt x="131884" y="373180"/>
                      <a:pt x="134965" y="375380"/>
                      <a:pt x="136726" y="378020"/>
                    </a:cubicBezTo>
                    <a:cubicBezTo>
                      <a:pt x="140247" y="383299"/>
                      <a:pt x="138486" y="392098"/>
                      <a:pt x="131444" y="395617"/>
                    </a:cubicBezTo>
                    <a:lnTo>
                      <a:pt x="54564" y="439610"/>
                    </a:lnTo>
                    <a:cubicBezTo>
                      <a:pt x="52804" y="441370"/>
                      <a:pt x="49283" y="441370"/>
                      <a:pt x="47522" y="441370"/>
                    </a:cubicBezTo>
                    <a:cubicBezTo>
                      <a:pt x="44001" y="441370"/>
                      <a:pt x="38719" y="437851"/>
                      <a:pt x="36958" y="434331"/>
                    </a:cubicBezTo>
                    <a:cubicBezTo>
                      <a:pt x="33437" y="429052"/>
                      <a:pt x="35198" y="420253"/>
                      <a:pt x="42240" y="416734"/>
                    </a:cubicBezTo>
                    <a:lnTo>
                      <a:pt x="119120" y="372740"/>
                    </a:lnTo>
                    <a:cubicBezTo>
                      <a:pt x="121761" y="370981"/>
                      <a:pt x="125282" y="370981"/>
                      <a:pt x="128583" y="372080"/>
                    </a:cubicBezTo>
                    <a:close/>
                    <a:moveTo>
                      <a:pt x="481761" y="276633"/>
                    </a:moveTo>
                    <a:lnTo>
                      <a:pt x="569792" y="276633"/>
                    </a:lnTo>
                    <a:cubicBezTo>
                      <a:pt x="578595" y="276633"/>
                      <a:pt x="583877" y="281901"/>
                      <a:pt x="582116" y="288924"/>
                    </a:cubicBezTo>
                    <a:cubicBezTo>
                      <a:pt x="582116" y="295948"/>
                      <a:pt x="576835" y="301216"/>
                      <a:pt x="569792" y="301216"/>
                    </a:cubicBezTo>
                    <a:lnTo>
                      <a:pt x="481761" y="301216"/>
                    </a:lnTo>
                    <a:cubicBezTo>
                      <a:pt x="474719" y="301216"/>
                      <a:pt x="469437" y="295948"/>
                      <a:pt x="469437" y="288924"/>
                    </a:cubicBezTo>
                    <a:cubicBezTo>
                      <a:pt x="469437" y="281901"/>
                      <a:pt x="474719" y="276633"/>
                      <a:pt x="481761" y="276633"/>
                    </a:cubicBezTo>
                    <a:close/>
                    <a:moveTo>
                      <a:pt x="12323" y="276633"/>
                    </a:moveTo>
                    <a:lnTo>
                      <a:pt x="99762" y="276633"/>
                    </a:lnTo>
                    <a:cubicBezTo>
                      <a:pt x="106804" y="276633"/>
                      <a:pt x="112085" y="281908"/>
                      <a:pt x="112085" y="288940"/>
                    </a:cubicBezTo>
                    <a:cubicBezTo>
                      <a:pt x="112085" y="295973"/>
                      <a:pt x="106804" y="303006"/>
                      <a:pt x="99762" y="301248"/>
                    </a:cubicBezTo>
                    <a:lnTo>
                      <a:pt x="12323" y="301248"/>
                    </a:lnTo>
                    <a:cubicBezTo>
                      <a:pt x="5281" y="301248"/>
                      <a:pt x="0" y="295973"/>
                      <a:pt x="0" y="288940"/>
                    </a:cubicBezTo>
                    <a:cubicBezTo>
                      <a:pt x="0" y="281908"/>
                      <a:pt x="5281" y="276633"/>
                      <a:pt x="12323" y="276633"/>
                    </a:cubicBezTo>
                    <a:close/>
                    <a:moveTo>
                      <a:pt x="291091" y="230905"/>
                    </a:moveTo>
                    <a:cubicBezTo>
                      <a:pt x="193067" y="324096"/>
                      <a:pt x="232981" y="407910"/>
                      <a:pt x="273482" y="462418"/>
                    </a:cubicBezTo>
                    <a:cubicBezTo>
                      <a:pt x="277004" y="465935"/>
                      <a:pt x="257634" y="379777"/>
                      <a:pt x="291091" y="324096"/>
                    </a:cubicBezTo>
                    <a:cubicBezTo>
                      <a:pt x="273482" y="378018"/>
                      <a:pt x="296374" y="457143"/>
                      <a:pt x="291091" y="488207"/>
                    </a:cubicBezTo>
                    <a:cubicBezTo>
                      <a:pt x="403203" y="374502"/>
                      <a:pt x="324548" y="280138"/>
                      <a:pt x="291091" y="230905"/>
                    </a:cubicBezTo>
                    <a:close/>
                    <a:moveTo>
                      <a:pt x="291091" y="155883"/>
                    </a:moveTo>
                    <a:cubicBezTo>
                      <a:pt x="371506" y="155883"/>
                      <a:pt x="436660" y="220941"/>
                      <a:pt x="433138" y="301238"/>
                    </a:cubicBezTo>
                    <a:cubicBezTo>
                      <a:pt x="433138" y="407910"/>
                      <a:pt x="357419" y="421977"/>
                      <a:pt x="352136" y="480001"/>
                    </a:cubicBezTo>
                    <a:lnTo>
                      <a:pt x="348614" y="512824"/>
                    </a:lnTo>
                    <a:cubicBezTo>
                      <a:pt x="343332" y="542715"/>
                      <a:pt x="319266" y="563815"/>
                      <a:pt x="289330" y="563815"/>
                    </a:cubicBezTo>
                    <a:cubicBezTo>
                      <a:pt x="259395" y="563815"/>
                      <a:pt x="234742" y="540957"/>
                      <a:pt x="229459" y="512824"/>
                    </a:cubicBezTo>
                    <a:lnTo>
                      <a:pt x="225937" y="480001"/>
                    </a:lnTo>
                    <a:cubicBezTo>
                      <a:pt x="222415" y="421977"/>
                      <a:pt x="145522" y="409668"/>
                      <a:pt x="145522" y="301238"/>
                    </a:cubicBezTo>
                    <a:cubicBezTo>
                      <a:pt x="145522" y="220941"/>
                      <a:pt x="210089" y="155883"/>
                      <a:pt x="291091" y="155883"/>
                    </a:cubicBezTo>
                    <a:close/>
                    <a:moveTo>
                      <a:pt x="536996" y="136984"/>
                    </a:moveTo>
                    <a:cubicBezTo>
                      <a:pt x="540295" y="137864"/>
                      <a:pt x="543373" y="140064"/>
                      <a:pt x="545132" y="143583"/>
                    </a:cubicBezTo>
                    <a:cubicBezTo>
                      <a:pt x="548650" y="148862"/>
                      <a:pt x="546891" y="157661"/>
                      <a:pt x="539855" y="161180"/>
                    </a:cubicBezTo>
                    <a:lnTo>
                      <a:pt x="462456" y="205173"/>
                    </a:lnTo>
                    <a:cubicBezTo>
                      <a:pt x="460697" y="206933"/>
                      <a:pt x="457766" y="206933"/>
                      <a:pt x="456007" y="206933"/>
                    </a:cubicBezTo>
                    <a:cubicBezTo>
                      <a:pt x="452488" y="206933"/>
                      <a:pt x="447211" y="205173"/>
                      <a:pt x="445452" y="199894"/>
                    </a:cubicBezTo>
                    <a:cubicBezTo>
                      <a:pt x="441934" y="194615"/>
                      <a:pt x="443693" y="185816"/>
                      <a:pt x="450729" y="182297"/>
                    </a:cubicBezTo>
                    <a:lnTo>
                      <a:pt x="527541" y="138303"/>
                    </a:lnTo>
                    <a:cubicBezTo>
                      <a:pt x="530180" y="136544"/>
                      <a:pt x="533698" y="136104"/>
                      <a:pt x="536996" y="136984"/>
                    </a:cubicBezTo>
                    <a:close/>
                    <a:moveTo>
                      <a:pt x="44441" y="136984"/>
                    </a:moveTo>
                    <a:cubicBezTo>
                      <a:pt x="47522" y="136104"/>
                      <a:pt x="51043" y="136544"/>
                      <a:pt x="54564" y="138303"/>
                    </a:cubicBezTo>
                    <a:lnTo>
                      <a:pt x="131444" y="182297"/>
                    </a:lnTo>
                    <a:cubicBezTo>
                      <a:pt x="138486" y="185816"/>
                      <a:pt x="140247" y="194615"/>
                      <a:pt x="136726" y="199894"/>
                    </a:cubicBezTo>
                    <a:cubicBezTo>
                      <a:pt x="134965" y="205173"/>
                      <a:pt x="131444" y="206933"/>
                      <a:pt x="126162" y="206933"/>
                    </a:cubicBezTo>
                    <a:cubicBezTo>
                      <a:pt x="122641" y="206933"/>
                      <a:pt x="120880" y="206933"/>
                      <a:pt x="119120" y="205173"/>
                    </a:cubicBezTo>
                    <a:lnTo>
                      <a:pt x="42240" y="161180"/>
                    </a:lnTo>
                    <a:cubicBezTo>
                      <a:pt x="35198" y="157661"/>
                      <a:pt x="33437" y="150622"/>
                      <a:pt x="36958" y="143583"/>
                    </a:cubicBezTo>
                    <a:cubicBezTo>
                      <a:pt x="38719" y="140064"/>
                      <a:pt x="41360" y="137864"/>
                      <a:pt x="44441" y="136984"/>
                    </a:cubicBezTo>
                    <a:close/>
                    <a:moveTo>
                      <a:pt x="426494" y="35635"/>
                    </a:moveTo>
                    <a:cubicBezTo>
                      <a:pt x="429575" y="34756"/>
                      <a:pt x="433096" y="35196"/>
                      <a:pt x="436617" y="36954"/>
                    </a:cubicBezTo>
                    <a:cubicBezTo>
                      <a:pt x="443659" y="40471"/>
                      <a:pt x="445419" y="49264"/>
                      <a:pt x="441898" y="54539"/>
                    </a:cubicBezTo>
                    <a:lnTo>
                      <a:pt x="397887" y="131329"/>
                    </a:lnTo>
                    <a:cubicBezTo>
                      <a:pt x="396127" y="136604"/>
                      <a:pt x="392606" y="138363"/>
                      <a:pt x="387325" y="138363"/>
                    </a:cubicBezTo>
                    <a:cubicBezTo>
                      <a:pt x="383804" y="138363"/>
                      <a:pt x="382044" y="138363"/>
                      <a:pt x="380283" y="136604"/>
                    </a:cubicBezTo>
                    <a:cubicBezTo>
                      <a:pt x="373241" y="133087"/>
                      <a:pt x="371481" y="126053"/>
                      <a:pt x="375002" y="119019"/>
                    </a:cubicBezTo>
                    <a:lnTo>
                      <a:pt x="419013" y="42230"/>
                    </a:lnTo>
                    <a:cubicBezTo>
                      <a:pt x="420773" y="38713"/>
                      <a:pt x="423414" y="36515"/>
                      <a:pt x="426494" y="35635"/>
                    </a:cubicBezTo>
                    <a:close/>
                    <a:moveTo>
                      <a:pt x="155032" y="33845"/>
                    </a:moveTo>
                    <a:cubicBezTo>
                      <a:pt x="158334" y="34725"/>
                      <a:pt x="161415" y="36923"/>
                      <a:pt x="163176" y="40440"/>
                    </a:cubicBezTo>
                    <a:lnTo>
                      <a:pt x="206613" y="117229"/>
                    </a:lnTo>
                    <a:cubicBezTo>
                      <a:pt x="210135" y="122505"/>
                      <a:pt x="208374" y="131297"/>
                      <a:pt x="201330" y="134814"/>
                    </a:cubicBezTo>
                    <a:cubicBezTo>
                      <a:pt x="199569" y="136573"/>
                      <a:pt x="196634" y="136573"/>
                      <a:pt x="194873" y="136573"/>
                    </a:cubicBezTo>
                    <a:cubicBezTo>
                      <a:pt x="191352" y="136573"/>
                      <a:pt x="186069" y="134814"/>
                      <a:pt x="184308" y="129539"/>
                    </a:cubicBezTo>
                    <a:lnTo>
                      <a:pt x="140284" y="52749"/>
                    </a:lnTo>
                    <a:cubicBezTo>
                      <a:pt x="136762" y="47474"/>
                      <a:pt x="138523" y="38681"/>
                      <a:pt x="145567" y="35164"/>
                    </a:cubicBezTo>
                    <a:cubicBezTo>
                      <a:pt x="148208" y="33406"/>
                      <a:pt x="151730" y="32966"/>
                      <a:pt x="155032" y="33845"/>
                    </a:cubicBezTo>
                    <a:close/>
                    <a:moveTo>
                      <a:pt x="291044" y="0"/>
                    </a:moveTo>
                    <a:cubicBezTo>
                      <a:pt x="298094" y="0"/>
                      <a:pt x="303382" y="5277"/>
                      <a:pt x="303382" y="12313"/>
                    </a:cubicBezTo>
                    <a:lnTo>
                      <a:pt x="303382" y="99678"/>
                    </a:lnTo>
                    <a:cubicBezTo>
                      <a:pt x="303382" y="106714"/>
                      <a:pt x="298094" y="111991"/>
                      <a:pt x="291044" y="111991"/>
                    </a:cubicBezTo>
                    <a:cubicBezTo>
                      <a:pt x="283993" y="111991"/>
                      <a:pt x="278705" y="104955"/>
                      <a:pt x="278705" y="99678"/>
                    </a:cubicBezTo>
                    <a:lnTo>
                      <a:pt x="278705" y="12313"/>
                    </a:lnTo>
                    <a:cubicBezTo>
                      <a:pt x="278705" y="5277"/>
                      <a:pt x="283993" y="0"/>
                      <a:pt x="291044" y="0"/>
                    </a:cubicBezTo>
                    <a:close/>
                  </a:path>
                </a:pathLst>
              </a:custGeom>
              <a:solidFill>
                <a:schemeClr val="tx1">
                  <a:lumMod val="50000"/>
                  <a:lumOff val="50000"/>
                </a:schemeClr>
              </a:solidFill>
              <a:ln>
                <a:noFill/>
              </a:ln>
            </p:spPr>
            <p:txBody>
              <a:bodyPr/>
              <a:lstStyle/>
              <a:p>
                <a:endParaRPr lang="zh-CN" altLang="en-US">
                  <a:cs typeface="+mn-ea"/>
                  <a:sym typeface="+mn-lt"/>
                </a:endParaRPr>
              </a:p>
            </p:txBody>
          </p:sp>
        </p:grpSp>
        <p:sp>
          <p:nvSpPr>
            <p:cNvPr id="19" name="文本框 18"/>
            <p:cNvSpPr txBox="1"/>
            <p:nvPr/>
          </p:nvSpPr>
          <p:spPr bwMode="auto">
            <a:xfrm>
              <a:off x="672306" y="2145862"/>
              <a:ext cx="3789989"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en-US" altLang="zh-CN" sz="2000" b="1" dirty="0">
                  <a:cs typeface="+mn-ea"/>
                  <a:sym typeface="+mn-lt"/>
                </a:rPr>
                <a:t>02</a:t>
              </a:r>
              <a:endParaRPr lang="en-US" altLang="zh-CN" sz="2000" b="1" dirty="0">
                <a:cs typeface="+mn-ea"/>
                <a:sym typeface="+mn-lt"/>
              </a:endParaRPr>
            </a:p>
          </p:txBody>
        </p:sp>
        <p:cxnSp>
          <p:nvCxnSpPr>
            <p:cNvPr id="17" name="直接连接符 16"/>
            <p:cNvCxnSpPr/>
            <p:nvPr/>
          </p:nvCxnSpPr>
          <p:spPr>
            <a:xfrm>
              <a:off x="673100" y="3724537"/>
              <a:ext cx="36798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39" name="文本占位符 374"/>
          <p:cNvSpPr>
            <a:spLocks noGrp="1"/>
          </p:cNvSpPr>
          <p:nvPr>
            <p:ph type="body" sz="quarter" idx="23" hasCustomPrompt="1"/>
          </p:nvPr>
        </p:nvSpPr>
        <p:spPr>
          <a:xfrm>
            <a:off x="7978054" y="1685578"/>
            <a:ext cx="1356446" cy="334078"/>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0" name="文本占位符 374"/>
          <p:cNvSpPr>
            <a:spLocks noGrp="1"/>
          </p:cNvSpPr>
          <p:nvPr>
            <p:ph type="body" sz="quarter" idx="24" hasCustomPrompt="1"/>
          </p:nvPr>
        </p:nvSpPr>
        <p:spPr>
          <a:xfrm>
            <a:off x="7976698" y="216099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41" name="文本占位符 374"/>
          <p:cNvSpPr>
            <a:spLocks noGrp="1"/>
          </p:cNvSpPr>
          <p:nvPr>
            <p:ph type="body" sz="quarter" idx="25" hasCustomPrompt="1"/>
          </p:nvPr>
        </p:nvSpPr>
        <p:spPr>
          <a:xfrm>
            <a:off x="7278762" y="4067553"/>
            <a:ext cx="1242937" cy="343563"/>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42" name="文本占位符 374"/>
          <p:cNvSpPr>
            <a:spLocks noGrp="1"/>
          </p:cNvSpPr>
          <p:nvPr>
            <p:ph type="body" sz="quarter" idx="26" hasCustomPrompt="1"/>
          </p:nvPr>
        </p:nvSpPr>
        <p:spPr>
          <a:xfrm>
            <a:off x="7277407" y="4552453"/>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cxnSp>
        <p:nvCxnSpPr>
          <p:cNvPr id="24" name="直接连接符 23"/>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逻辑-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2012" y="16353"/>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userDrawn="1"/>
        </p:nvGrpSpPr>
        <p:grpSpPr>
          <a:xfrm>
            <a:off x="517525" y="1731831"/>
            <a:ext cx="10850563" cy="3634114"/>
            <a:chOff x="669925" y="1621468"/>
            <a:chExt cx="10850563" cy="3634114"/>
          </a:xfrm>
        </p:grpSpPr>
        <p:cxnSp>
          <p:nvCxnSpPr>
            <p:cNvPr id="3" name="直接连接符 2"/>
            <p:cNvCxnSpPr/>
            <p:nvPr/>
          </p:nvCxnSpPr>
          <p:spPr>
            <a:xfrm flipH="1">
              <a:off x="669925" y="3816466"/>
              <a:ext cx="384263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6710188" y="2021518"/>
              <a:ext cx="481030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116826" y="5127035"/>
              <a:ext cx="4402074"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512559" y="2021518"/>
              <a:ext cx="3166882" cy="3234064"/>
              <a:chOff x="4512559" y="2021518"/>
              <a:chExt cx="3166882" cy="3234064"/>
            </a:xfrm>
          </p:grpSpPr>
          <p:grpSp>
            <p:nvGrpSpPr>
              <p:cNvPr id="21" name="组合 20"/>
              <p:cNvGrpSpPr/>
              <p:nvPr/>
            </p:nvGrpSpPr>
            <p:grpSpPr>
              <a:xfrm>
                <a:off x="4512559" y="2209162"/>
                <a:ext cx="1371878" cy="2952798"/>
                <a:chOff x="4512559" y="2209162"/>
                <a:chExt cx="1371878" cy="2952798"/>
              </a:xfrm>
            </p:grpSpPr>
            <p:grpSp>
              <p:nvGrpSpPr>
                <p:cNvPr id="46" name="组合 45"/>
                <p:cNvGrpSpPr/>
                <p:nvPr/>
              </p:nvGrpSpPr>
              <p:grpSpPr>
                <a:xfrm>
                  <a:off x="4708542" y="3050098"/>
                  <a:ext cx="935633" cy="1405976"/>
                  <a:chOff x="7868993" y="3085609"/>
                  <a:chExt cx="935633" cy="1405976"/>
                </a:xfrm>
                <a:solidFill>
                  <a:schemeClr val="accent1">
                    <a:lumMod val="75000"/>
                  </a:schemeClr>
                </a:solidFill>
              </p:grpSpPr>
              <p:sp>
                <p:nvSpPr>
                  <p:cNvPr id="50" name="任意多边形: 形状 49"/>
                  <p:cNvSpPr/>
                  <p:nvPr/>
                </p:nvSpPr>
                <p:spPr>
                  <a:xfrm>
                    <a:off x="7868993" y="3085609"/>
                    <a:ext cx="796231" cy="613924"/>
                  </a:xfrm>
                  <a:custGeom>
                    <a:avLst/>
                    <a:gdLst/>
                    <a:ahLst/>
                    <a:cxnLst/>
                    <a:rect l="l" t="t" r="r" b="b"/>
                    <a:pathLst>
                      <a:path w="971" h="741" extrusionOk="0">
                        <a:moveTo>
                          <a:pt x="0" y="74"/>
                        </a:moveTo>
                        <a:lnTo>
                          <a:pt x="653" y="0"/>
                        </a:lnTo>
                        <a:lnTo>
                          <a:pt x="971" y="384"/>
                        </a:lnTo>
                        <a:lnTo>
                          <a:pt x="403" y="741"/>
                        </a:lnTo>
                        <a:lnTo>
                          <a:pt x="133" y="566"/>
                        </a:lnTo>
                        <a:lnTo>
                          <a:pt x="0" y="74"/>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1" name="任意多边形: 形状 50"/>
                  <p:cNvSpPr/>
                  <p:nvPr/>
                </p:nvSpPr>
                <p:spPr>
                  <a:xfrm>
                    <a:off x="8080556" y="3131176"/>
                    <a:ext cx="487087" cy="325603"/>
                  </a:xfrm>
                  <a:custGeom>
                    <a:avLst/>
                    <a:gdLst/>
                    <a:ahLst/>
                    <a:cxnLst/>
                    <a:rect l="l" t="t" r="r" b="b"/>
                    <a:pathLst>
                      <a:path w="594" h="393" extrusionOk="0">
                        <a:moveTo>
                          <a:pt x="36" y="393"/>
                        </a:moveTo>
                        <a:lnTo>
                          <a:pt x="594" y="331"/>
                        </a:lnTo>
                        <a:lnTo>
                          <a:pt x="407" y="80"/>
                        </a:lnTo>
                        <a:lnTo>
                          <a:pt x="152" y="0"/>
                        </a:lnTo>
                        <a:lnTo>
                          <a:pt x="0" y="42"/>
                        </a:lnTo>
                        <a:lnTo>
                          <a:pt x="0" y="246"/>
                        </a:lnTo>
                        <a:lnTo>
                          <a:pt x="36" y="393"/>
                        </a:lnTo>
                        <a:close/>
                      </a:path>
                    </a:pathLst>
                  </a:custGeom>
                  <a:grpFill/>
                  <a:ln>
                    <a:noFill/>
                  </a:ln>
                </p:spPr>
                <p:txBody>
                  <a:bodyPr spcFirstLastPara="1" wrap="square" lIns="91440" tIns="45720" rIns="91440" bIns="45720" anchor="t" anchorCtr="0">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2" name="任意多边形: 形状 51"/>
                  <p:cNvSpPr/>
                  <p:nvPr/>
                </p:nvSpPr>
                <p:spPr>
                  <a:xfrm>
                    <a:off x="7923933" y="3772440"/>
                    <a:ext cx="436246" cy="687661"/>
                  </a:xfrm>
                  <a:custGeom>
                    <a:avLst/>
                    <a:gdLst/>
                    <a:ahLst/>
                    <a:cxnLst/>
                    <a:rect l="l" t="t" r="r" b="b"/>
                    <a:pathLst>
                      <a:path w="225" h="351" extrusionOk="0">
                        <a:moveTo>
                          <a:pt x="55" y="351"/>
                        </a:moveTo>
                        <a:cubicBezTo>
                          <a:pt x="210" y="304"/>
                          <a:pt x="210" y="304"/>
                          <a:pt x="210" y="304"/>
                        </a:cubicBezTo>
                        <a:cubicBezTo>
                          <a:pt x="225" y="70"/>
                          <a:pt x="225" y="70"/>
                          <a:pt x="225" y="70"/>
                        </a:cubicBezTo>
                        <a:cubicBezTo>
                          <a:pt x="163" y="0"/>
                          <a:pt x="163" y="0"/>
                          <a:pt x="163" y="0"/>
                        </a:cubicBezTo>
                        <a:cubicBezTo>
                          <a:pt x="163" y="0"/>
                          <a:pt x="38" y="82"/>
                          <a:pt x="36" y="84"/>
                        </a:cubicBezTo>
                        <a:cubicBezTo>
                          <a:pt x="35" y="85"/>
                          <a:pt x="0" y="200"/>
                          <a:pt x="0" y="200"/>
                        </a:cubicBezTo>
                        <a:lnTo>
                          <a:pt x="55" y="351"/>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3" name="任意多边形: 形状 52"/>
                  <p:cNvSpPr/>
                  <p:nvPr/>
                </p:nvSpPr>
                <p:spPr>
                  <a:xfrm>
                    <a:off x="8169937" y="4023478"/>
                    <a:ext cx="634689" cy="468107"/>
                  </a:xfrm>
                  <a:custGeom>
                    <a:avLst/>
                    <a:gdLst/>
                    <a:ahLst/>
                    <a:cxnLst/>
                    <a:rect l="l" t="t" r="r" b="b"/>
                    <a:pathLst>
                      <a:path w="327" h="239" extrusionOk="0">
                        <a:moveTo>
                          <a:pt x="6" y="23"/>
                        </a:moveTo>
                        <a:cubicBezTo>
                          <a:pt x="327" y="0"/>
                          <a:pt x="327" y="0"/>
                          <a:pt x="327" y="0"/>
                        </a:cubicBezTo>
                        <a:cubicBezTo>
                          <a:pt x="249" y="160"/>
                          <a:pt x="249" y="160"/>
                          <a:pt x="249" y="160"/>
                        </a:cubicBezTo>
                        <a:cubicBezTo>
                          <a:pt x="249" y="160"/>
                          <a:pt x="113" y="239"/>
                          <a:pt x="108" y="239"/>
                        </a:cubicBezTo>
                        <a:cubicBezTo>
                          <a:pt x="103" y="238"/>
                          <a:pt x="3" y="152"/>
                          <a:pt x="1" y="152"/>
                        </a:cubicBezTo>
                        <a:cubicBezTo>
                          <a:pt x="0" y="151"/>
                          <a:pt x="6" y="23"/>
                          <a:pt x="6" y="23"/>
                        </a:cubicBez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54" name="任意多边形: 形状 53"/>
                  <p:cNvSpPr/>
                  <p:nvPr/>
                </p:nvSpPr>
                <p:spPr>
                  <a:xfrm>
                    <a:off x="8278998" y="3287763"/>
                    <a:ext cx="484626" cy="856676"/>
                  </a:xfrm>
                  <a:custGeom>
                    <a:avLst/>
                    <a:gdLst/>
                    <a:ahLst/>
                    <a:cxnLst/>
                    <a:rect l="l" t="t" r="r" b="b"/>
                    <a:pathLst>
                      <a:path w="591" h="1034" extrusionOk="0">
                        <a:moveTo>
                          <a:pt x="94" y="1034"/>
                        </a:moveTo>
                        <a:lnTo>
                          <a:pt x="579" y="968"/>
                        </a:lnTo>
                        <a:lnTo>
                          <a:pt x="591" y="497"/>
                        </a:lnTo>
                        <a:lnTo>
                          <a:pt x="402" y="24"/>
                        </a:lnTo>
                        <a:lnTo>
                          <a:pt x="321" y="0"/>
                        </a:lnTo>
                        <a:lnTo>
                          <a:pt x="0" y="19"/>
                        </a:lnTo>
                        <a:lnTo>
                          <a:pt x="94" y="1034"/>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sp>
              <p:nvSpPr>
                <p:cNvPr id="47" name="任意多边形: 形状 46"/>
                <p:cNvSpPr/>
                <p:nvPr/>
              </p:nvSpPr>
              <p:spPr>
                <a:xfrm>
                  <a:off x="4720022" y="2209162"/>
                  <a:ext cx="1164415" cy="2952798"/>
                </a:xfrm>
                <a:custGeom>
                  <a:avLst/>
                  <a:gdLst/>
                  <a:ahLst/>
                  <a:cxnLst/>
                  <a:rect l="l" t="t" r="r" b="b"/>
                  <a:pathLst>
                    <a:path w="600" h="1506" extrusionOk="0">
                      <a:moveTo>
                        <a:pt x="121" y="0"/>
                      </a:moveTo>
                      <a:cubicBezTo>
                        <a:pt x="0" y="438"/>
                        <a:pt x="0" y="438"/>
                        <a:pt x="0" y="438"/>
                      </a:cubicBezTo>
                      <a:cubicBezTo>
                        <a:pt x="118" y="618"/>
                        <a:pt x="118" y="618"/>
                        <a:pt x="118" y="618"/>
                      </a:cubicBezTo>
                      <a:cubicBezTo>
                        <a:pt x="119" y="617"/>
                        <a:pt x="119" y="616"/>
                        <a:pt x="119" y="615"/>
                      </a:cubicBezTo>
                      <a:cubicBezTo>
                        <a:pt x="119" y="614"/>
                        <a:pt x="120" y="613"/>
                        <a:pt x="120" y="612"/>
                      </a:cubicBezTo>
                      <a:cubicBezTo>
                        <a:pt x="120" y="612"/>
                        <a:pt x="120" y="611"/>
                        <a:pt x="121" y="610"/>
                      </a:cubicBezTo>
                      <a:cubicBezTo>
                        <a:pt x="121" y="609"/>
                        <a:pt x="121" y="608"/>
                        <a:pt x="121" y="607"/>
                      </a:cubicBezTo>
                      <a:cubicBezTo>
                        <a:pt x="129" y="581"/>
                        <a:pt x="139" y="560"/>
                        <a:pt x="151" y="544"/>
                      </a:cubicBezTo>
                      <a:cubicBezTo>
                        <a:pt x="163" y="529"/>
                        <a:pt x="176" y="518"/>
                        <a:pt x="190" y="514"/>
                      </a:cubicBezTo>
                      <a:cubicBezTo>
                        <a:pt x="205" y="510"/>
                        <a:pt x="220" y="511"/>
                        <a:pt x="235" y="519"/>
                      </a:cubicBezTo>
                      <a:cubicBezTo>
                        <a:pt x="250" y="527"/>
                        <a:pt x="266" y="541"/>
                        <a:pt x="280" y="561"/>
                      </a:cubicBezTo>
                      <a:cubicBezTo>
                        <a:pt x="294" y="582"/>
                        <a:pt x="306" y="608"/>
                        <a:pt x="316" y="636"/>
                      </a:cubicBezTo>
                      <a:cubicBezTo>
                        <a:pt x="325" y="665"/>
                        <a:pt x="332" y="696"/>
                        <a:pt x="336" y="728"/>
                      </a:cubicBezTo>
                      <a:cubicBezTo>
                        <a:pt x="340" y="760"/>
                        <a:pt x="341" y="793"/>
                        <a:pt x="339" y="824"/>
                      </a:cubicBezTo>
                      <a:cubicBezTo>
                        <a:pt x="336" y="855"/>
                        <a:pt x="331" y="885"/>
                        <a:pt x="322" y="912"/>
                      </a:cubicBezTo>
                      <a:cubicBezTo>
                        <a:pt x="314" y="938"/>
                        <a:pt x="303" y="958"/>
                        <a:pt x="290" y="973"/>
                      </a:cubicBezTo>
                      <a:cubicBezTo>
                        <a:pt x="277" y="987"/>
                        <a:pt x="263" y="996"/>
                        <a:pt x="249" y="998"/>
                      </a:cubicBezTo>
                      <a:cubicBezTo>
                        <a:pt x="234" y="1000"/>
                        <a:pt x="219" y="997"/>
                        <a:pt x="204" y="987"/>
                      </a:cubicBezTo>
                      <a:cubicBezTo>
                        <a:pt x="189" y="978"/>
                        <a:pt x="175" y="963"/>
                        <a:pt x="162" y="942"/>
                      </a:cubicBezTo>
                      <a:cubicBezTo>
                        <a:pt x="161" y="941"/>
                        <a:pt x="160" y="940"/>
                        <a:pt x="160" y="939"/>
                      </a:cubicBezTo>
                      <a:cubicBezTo>
                        <a:pt x="159" y="938"/>
                        <a:pt x="159" y="937"/>
                        <a:pt x="158" y="936"/>
                      </a:cubicBezTo>
                      <a:cubicBezTo>
                        <a:pt x="158" y="935"/>
                        <a:pt x="157" y="934"/>
                        <a:pt x="157" y="933"/>
                      </a:cubicBezTo>
                      <a:cubicBezTo>
                        <a:pt x="156" y="932"/>
                        <a:pt x="155" y="931"/>
                        <a:pt x="155" y="930"/>
                      </a:cubicBezTo>
                      <a:cubicBezTo>
                        <a:pt x="88" y="1148"/>
                        <a:pt x="88" y="1148"/>
                        <a:pt x="88" y="1148"/>
                      </a:cubicBezTo>
                      <a:cubicBezTo>
                        <a:pt x="303" y="1506"/>
                        <a:pt x="303" y="1506"/>
                        <a:pt x="303" y="1506"/>
                      </a:cubicBezTo>
                      <a:cubicBezTo>
                        <a:pt x="600" y="655"/>
                        <a:pt x="600" y="655"/>
                        <a:pt x="600" y="655"/>
                      </a:cubicBezTo>
                      <a:cubicBezTo>
                        <a:pt x="121" y="0"/>
                        <a:pt x="121" y="0"/>
                        <a:pt x="121" y="0"/>
                      </a:cubicBezTo>
                      <a:close/>
                    </a:path>
                  </a:pathLst>
                </a:custGeom>
                <a:solidFill>
                  <a:schemeClr val="accent3">
                    <a:lumMod val="100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dirty="0">
                    <a:solidFill>
                      <a:schemeClr val="dk1"/>
                    </a:solidFill>
                    <a:cs typeface="+mn-ea"/>
                    <a:sym typeface="+mn-lt"/>
                  </a:endParaRPr>
                </a:p>
              </p:txBody>
            </p:sp>
            <p:sp>
              <p:nvSpPr>
                <p:cNvPr id="48" name="任意多边形: 形状 47"/>
                <p:cNvSpPr/>
                <p:nvPr/>
              </p:nvSpPr>
              <p:spPr>
                <a:xfrm>
                  <a:off x="4512559" y="3111407"/>
                  <a:ext cx="840511" cy="1313184"/>
                </a:xfrm>
                <a:custGeom>
                  <a:avLst/>
                  <a:gdLst/>
                  <a:ahLst/>
                  <a:cxnLst/>
                  <a:rect l="l" t="t" r="r" b="b"/>
                  <a:pathLst>
                    <a:path w="433" h="670" extrusionOk="0">
                      <a:moveTo>
                        <a:pt x="101" y="0"/>
                      </a:moveTo>
                      <a:cubicBezTo>
                        <a:pt x="220" y="182"/>
                        <a:pt x="220" y="182"/>
                        <a:pt x="220" y="182"/>
                      </a:cubicBezTo>
                      <a:cubicBezTo>
                        <a:pt x="232" y="200"/>
                        <a:pt x="232" y="200"/>
                        <a:pt x="232" y="200"/>
                      </a:cubicBezTo>
                      <a:cubicBezTo>
                        <a:pt x="232" y="198"/>
                        <a:pt x="232" y="196"/>
                        <a:pt x="233" y="193"/>
                      </a:cubicBezTo>
                      <a:cubicBezTo>
                        <a:pt x="233" y="191"/>
                        <a:pt x="233" y="189"/>
                        <a:pt x="234" y="187"/>
                      </a:cubicBezTo>
                      <a:cubicBezTo>
                        <a:pt x="234" y="185"/>
                        <a:pt x="235" y="183"/>
                        <a:pt x="235" y="181"/>
                      </a:cubicBezTo>
                      <a:cubicBezTo>
                        <a:pt x="236" y="179"/>
                        <a:pt x="236" y="177"/>
                        <a:pt x="237" y="175"/>
                      </a:cubicBezTo>
                      <a:cubicBezTo>
                        <a:pt x="237" y="174"/>
                        <a:pt x="237" y="173"/>
                        <a:pt x="237" y="172"/>
                      </a:cubicBezTo>
                      <a:cubicBezTo>
                        <a:pt x="238" y="171"/>
                        <a:pt x="238" y="171"/>
                        <a:pt x="238" y="170"/>
                      </a:cubicBezTo>
                      <a:cubicBezTo>
                        <a:pt x="238" y="169"/>
                        <a:pt x="239" y="168"/>
                        <a:pt x="239" y="167"/>
                      </a:cubicBezTo>
                      <a:cubicBezTo>
                        <a:pt x="239" y="166"/>
                        <a:pt x="239" y="165"/>
                        <a:pt x="240" y="164"/>
                      </a:cubicBezTo>
                      <a:cubicBezTo>
                        <a:pt x="247" y="141"/>
                        <a:pt x="255" y="122"/>
                        <a:pt x="266" y="109"/>
                      </a:cubicBezTo>
                      <a:cubicBezTo>
                        <a:pt x="276" y="95"/>
                        <a:pt x="288" y="86"/>
                        <a:pt x="301" y="82"/>
                      </a:cubicBezTo>
                      <a:cubicBezTo>
                        <a:pt x="313" y="79"/>
                        <a:pt x="327" y="80"/>
                        <a:pt x="340" y="87"/>
                      </a:cubicBezTo>
                      <a:cubicBezTo>
                        <a:pt x="354" y="94"/>
                        <a:pt x="367" y="106"/>
                        <a:pt x="380" y="125"/>
                      </a:cubicBezTo>
                      <a:cubicBezTo>
                        <a:pt x="392" y="143"/>
                        <a:pt x="403" y="166"/>
                        <a:pt x="411" y="191"/>
                      </a:cubicBezTo>
                      <a:cubicBezTo>
                        <a:pt x="419" y="216"/>
                        <a:pt x="425" y="243"/>
                        <a:pt x="429" y="271"/>
                      </a:cubicBezTo>
                      <a:cubicBezTo>
                        <a:pt x="432" y="299"/>
                        <a:pt x="433" y="328"/>
                        <a:pt x="431" y="356"/>
                      </a:cubicBezTo>
                      <a:cubicBezTo>
                        <a:pt x="429" y="383"/>
                        <a:pt x="425" y="409"/>
                        <a:pt x="417" y="433"/>
                      </a:cubicBezTo>
                      <a:cubicBezTo>
                        <a:pt x="409" y="456"/>
                        <a:pt x="400" y="474"/>
                        <a:pt x="389" y="487"/>
                      </a:cubicBezTo>
                      <a:cubicBezTo>
                        <a:pt x="378" y="500"/>
                        <a:pt x="365" y="507"/>
                        <a:pt x="352" y="509"/>
                      </a:cubicBezTo>
                      <a:cubicBezTo>
                        <a:pt x="339" y="512"/>
                        <a:pt x="326" y="509"/>
                        <a:pt x="313" y="500"/>
                      </a:cubicBezTo>
                      <a:cubicBezTo>
                        <a:pt x="300" y="492"/>
                        <a:pt x="287" y="479"/>
                        <a:pt x="275" y="460"/>
                      </a:cubicBezTo>
                      <a:cubicBezTo>
                        <a:pt x="275" y="459"/>
                        <a:pt x="274" y="458"/>
                        <a:pt x="274" y="457"/>
                      </a:cubicBezTo>
                      <a:cubicBezTo>
                        <a:pt x="273" y="456"/>
                        <a:pt x="272" y="455"/>
                        <a:pt x="272" y="455"/>
                      </a:cubicBezTo>
                      <a:cubicBezTo>
                        <a:pt x="271" y="454"/>
                        <a:pt x="271" y="453"/>
                        <a:pt x="270" y="452"/>
                      </a:cubicBezTo>
                      <a:cubicBezTo>
                        <a:pt x="270" y="451"/>
                        <a:pt x="269" y="450"/>
                        <a:pt x="269" y="449"/>
                      </a:cubicBezTo>
                      <a:cubicBezTo>
                        <a:pt x="268" y="447"/>
                        <a:pt x="267" y="445"/>
                        <a:pt x="266" y="444"/>
                      </a:cubicBezTo>
                      <a:cubicBezTo>
                        <a:pt x="265" y="442"/>
                        <a:pt x="264" y="440"/>
                        <a:pt x="263" y="438"/>
                      </a:cubicBezTo>
                      <a:cubicBezTo>
                        <a:pt x="262" y="437"/>
                        <a:pt x="261" y="435"/>
                        <a:pt x="261" y="433"/>
                      </a:cubicBezTo>
                      <a:cubicBezTo>
                        <a:pt x="260" y="431"/>
                        <a:pt x="259" y="429"/>
                        <a:pt x="258" y="428"/>
                      </a:cubicBezTo>
                      <a:cubicBezTo>
                        <a:pt x="251" y="450"/>
                        <a:pt x="251" y="450"/>
                        <a:pt x="251" y="450"/>
                      </a:cubicBezTo>
                      <a:cubicBezTo>
                        <a:pt x="184" y="670"/>
                        <a:pt x="184" y="670"/>
                        <a:pt x="184" y="670"/>
                      </a:cubicBezTo>
                      <a:cubicBezTo>
                        <a:pt x="0" y="364"/>
                        <a:pt x="0" y="364"/>
                        <a:pt x="0" y="364"/>
                      </a:cubicBezTo>
                      <a:lnTo>
                        <a:pt x="101" y="0"/>
                      </a:lnTo>
                      <a:close/>
                    </a:path>
                  </a:pathLst>
                </a:custGeom>
                <a:solidFill>
                  <a:schemeClr val="accent1"/>
                </a:solid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49" name="任意多边形: 形状 48"/>
                <p:cNvSpPr/>
                <p:nvPr/>
              </p:nvSpPr>
              <p:spPr>
                <a:xfrm>
                  <a:off x="4530599" y="3150346"/>
                  <a:ext cx="806891" cy="1235304"/>
                </a:xfrm>
                <a:custGeom>
                  <a:avLst/>
                  <a:gdLst/>
                  <a:ahLst/>
                  <a:cxnLst/>
                  <a:rect l="l" t="t" r="r" b="b"/>
                  <a:pathLst>
                    <a:path w="416" h="630" extrusionOk="0">
                      <a:moveTo>
                        <a:pt x="0" y="343"/>
                      </a:moveTo>
                      <a:cubicBezTo>
                        <a:pt x="95" y="0"/>
                        <a:pt x="95" y="0"/>
                        <a:pt x="95" y="0"/>
                      </a:cubicBezTo>
                      <a:cubicBezTo>
                        <a:pt x="227" y="202"/>
                        <a:pt x="227" y="202"/>
                        <a:pt x="227" y="202"/>
                      </a:cubicBezTo>
                      <a:cubicBezTo>
                        <a:pt x="231" y="181"/>
                        <a:pt x="231" y="181"/>
                        <a:pt x="231" y="181"/>
                      </a:cubicBezTo>
                      <a:cubicBezTo>
                        <a:pt x="231" y="179"/>
                        <a:pt x="231" y="177"/>
                        <a:pt x="232" y="175"/>
                      </a:cubicBezTo>
                      <a:cubicBezTo>
                        <a:pt x="232" y="173"/>
                        <a:pt x="232" y="171"/>
                        <a:pt x="233" y="169"/>
                      </a:cubicBezTo>
                      <a:cubicBezTo>
                        <a:pt x="233" y="167"/>
                        <a:pt x="234" y="165"/>
                        <a:pt x="234" y="163"/>
                      </a:cubicBezTo>
                      <a:cubicBezTo>
                        <a:pt x="235" y="161"/>
                        <a:pt x="237" y="153"/>
                        <a:pt x="237" y="153"/>
                      </a:cubicBezTo>
                      <a:cubicBezTo>
                        <a:pt x="238" y="149"/>
                        <a:pt x="238" y="149"/>
                        <a:pt x="238" y="149"/>
                      </a:cubicBezTo>
                      <a:cubicBezTo>
                        <a:pt x="238" y="146"/>
                        <a:pt x="238" y="146"/>
                        <a:pt x="238" y="146"/>
                      </a:cubicBezTo>
                      <a:cubicBezTo>
                        <a:pt x="245" y="125"/>
                        <a:pt x="253" y="107"/>
                        <a:pt x="263" y="94"/>
                      </a:cubicBezTo>
                      <a:cubicBezTo>
                        <a:pt x="273" y="81"/>
                        <a:pt x="283" y="73"/>
                        <a:pt x="294" y="70"/>
                      </a:cubicBezTo>
                      <a:cubicBezTo>
                        <a:pt x="298" y="69"/>
                        <a:pt x="302" y="68"/>
                        <a:pt x="306" y="68"/>
                      </a:cubicBezTo>
                      <a:cubicBezTo>
                        <a:pt x="313" y="68"/>
                        <a:pt x="320" y="70"/>
                        <a:pt x="327" y="74"/>
                      </a:cubicBezTo>
                      <a:cubicBezTo>
                        <a:pt x="340" y="81"/>
                        <a:pt x="352" y="92"/>
                        <a:pt x="364" y="109"/>
                      </a:cubicBezTo>
                      <a:cubicBezTo>
                        <a:pt x="376" y="127"/>
                        <a:pt x="386" y="148"/>
                        <a:pt x="394" y="173"/>
                      </a:cubicBezTo>
                      <a:cubicBezTo>
                        <a:pt x="402" y="198"/>
                        <a:pt x="408" y="224"/>
                        <a:pt x="412" y="252"/>
                      </a:cubicBezTo>
                      <a:cubicBezTo>
                        <a:pt x="415" y="280"/>
                        <a:pt x="416" y="308"/>
                        <a:pt x="414" y="335"/>
                      </a:cubicBezTo>
                      <a:cubicBezTo>
                        <a:pt x="412" y="363"/>
                        <a:pt x="408" y="388"/>
                        <a:pt x="400" y="410"/>
                      </a:cubicBezTo>
                      <a:cubicBezTo>
                        <a:pt x="393" y="432"/>
                        <a:pt x="384" y="449"/>
                        <a:pt x="373" y="462"/>
                      </a:cubicBezTo>
                      <a:cubicBezTo>
                        <a:pt x="364" y="473"/>
                        <a:pt x="353" y="479"/>
                        <a:pt x="342" y="481"/>
                      </a:cubicBezTo>
                      <a:cubicBezTo>
                        <a:pt x="340" y="482"/>
                        <a:pt x="337" y="482"/>
                        <a:pt x="335" y="482"/>
                      </a:cubicBezTo>
                      <a:cubicBezTo>
                        <a:pt x="326" y="482"/>
                        <a:pt x="317" y="479"/>
                        <a:pt x="308" y="474"/>
                      </a:cubicBezTo>
                      <a:cubicBezTo>
                        <a:pt x="296" y="466"/>
                        <a:pt x="284" y="453"/>
                        <a:pt x="273" y="436"/>
                      </a:cubicBezTo>
                      <a:cubicBezTo>
                        <a:pt x="271" y="433"/>
                        <a:pt x="271" y="433"/>
                        <a:pt x="271" y="433"/>
                      </a:cubicBezTo>
                      <a:cubicBezTo>
                        <a:pt x="268" y="428"/>
                        <a:pt x="268" y="428"/>
                        <a:pt x="268" y="428"/>
                      </a:cubicBezTo>
                      <a:cubicBezTo>
                        <a:pt x="268" y="427"/>
                        <a:pt x="267" y="426"/>
                        <a:pt x="267" y="425"/>
                      </a:cubicBezTo>
                      <a:cubicBezTo>
                        <a:pt x="266" y="423"/>
                        <a:pt x="265" y="422"/>
                        <a:pt x="264" y="420"/>
                      </a:cubicBezTo>
                      <a:cubicBezTo>
                        <a:pt x="263" y="418"/>
                        <a:pt x="263" y="417"/>
                        <a:pt x="262" y="416"/>
                      </a:cubicBezTo>
                      <a:cubicBezTo>
                        <a:pt x="262" y="416"/>
                        <a:pt x="260" y="411"/>
                        <a:pt x="259" y="410"/>
                      </a:cubicBezTo>
                      <a:cubicBezTo>
                        <a:pt x="258" y="408"/>
                        <a:pt x="257" y="406"/>
                        <a:pt x="257" y="404"/>
                      </a:cubicBezTo>
                      <a:cubicBezTo>
                        <a:pt x="248" y="384"/>
                        <a:pt x="248" y="384"/>
                        <a:pt x="248" y="384"/>
                      </a:cubicBezTo>
                      <a:cubicBezTo>
                        <a:pt x="172" y="630"/>
                        <a:pt x="172" y="630"/>
                        <a:pt x="172" y="630"/>
                      </a:cubicBezTo>
                      <a:lnTo>
                        <a:pt x="0" y="343"/>
                      </a:lnTo>
                      <a:close/>
                    </a:path>
                  </a:pathLst>
                </a:custGeom>
                <a:solidFill>
                  <a:schemeClr val="accent3">
                    <a:lumMod val="100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dirty="0">
                    <a:solidFill>
                      <a:schemeClr val="dk1"/>
                    </a:solidFill>
                    <a:cs typeface="+mn-ea"/>
                    <a:sym typeface="+mn-lt"/>
                  </a:endParaRPr>
                </a:p>
              </p:txBody>
            </p:sp>
          </p:grpSp>
          <p:grpSp>
            <p:nvGrpSpPr>
              <p:cNvPr id="22" name="组合 21"/>
              <p:cNvGrpSpPr/>
              <p:nvPr/>
            </p:nvGrpSpPr>
            <p:grpSpPr>
              <a:xfrm>
                <a:off x="4955364" y="2021518"/>
                <a:ext cx="2724076" cy="1471831"/>
                <a:chOff x="4955364" y="2021518"/>
                <a:chExt cx="2724076" cy="1471831"/>
              </a:xfrm>
            </p:grpSpPr>
            <p:grpSp>
              <p:nvGrpSpPr>
                <p:cNvPr id="36" name="组合 35"/>
                <p:cNvGrpSpPr/>
                <p:nvPr/>
              </p:nvGrpSpPr>
              <p:grpSpPr>
                <a:xfrm>
                  <a:off x="5665495" y="2035603"/>
                  <a:ext cx="1486540" cy="1202564"/>
                  <a:chOff x="8825946" y="2071114"/>
                  <a:chExt cx="1486540" cy="1202564"/>
                </a:xfrm>
                <a:solidFill>
                  <a:schemeClr val="bg1">
                    <a:lumMod val="85000"/>
                  </a:schemeClr>
                </a:solidFill>
              </p:grpSpPr>
              <p:sp>
                <p:nvSpPr>
                  <p:cNvPr id="41" name="任意多边形: 形状 40"/>
                  <p:cNvSpPr/>
                  <p:nvPr/>
                </p:nvSpPr>
                <p:spPr>
                  <a:xfrm>
                    <a:off x="8957828" y="2071114"/>
                    <a:ext cx="572368" cy="584097"/>
                  </a:xfrm>
                  <a:custGeom>
                    <a:avLst/>
                    <a:gdLst/>
                    <a:ahLst/>
                    <a:cxnLst/>
                    <a:rect l="l" t="t" r="r" b="b"/>
                    <a:pathLst>
                      <a:path w="698" h="705" extrusionOk="0">
                        <a:moveTo>
                          <a:pt x="168" y="0"/>
                        </a:moveTo>
                        <a:lnTo>
                          <a:pt x="0" y="485"/>
                        </a:lnTo>
                        <a:lnTo>
                          <a:pt x="457" y="705"/>
                        </a:lnTo>
                        <a:lnTo>
                          <a:pt x="698" y="606"/>
                        </a:lnTo>
                        <a:lnTo>
                          <a:pt x="660" y="352"/>
                        </a:lnTo>
                        <a:lnTo>
                          <a:pt x="168" y="0"/>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2" name="任意多边形: 形状 41"/>
                  <p:cNvSpPr/>
                  <p:nvPr/>
                </p:nvSpPr>
                <p:spPr>
                  <a:xfrm>
                    <a:off x="8825946" y="2484113"/>
                    <a:ext cx="424766" cy="572498"/>
                  </a:xfrm>
                  <a:custGeom>
                    <a:avLst/>
                    <a:gdLst/>
                    <a:ahLst/>
                    <a:cxnLst/>
                    <a:rect l="l" t="t" r="r" b="b"/>
                    <a:pathLst>
                      <a:path w="518" h="691" extrusionOk="0">
                        <a:moveTo>
                          <a:pt x="518" y="71"/>
                        </a:moveTo>
                        <a:lnTo>
                          <a:pt x="303" y="691"/>
                        </a:lnTo>
                        <a:lnTo>
                          <a:pt x="45" y="407"/>
                        </a:lnTo>
                        <a:lnTo>
                          <a:pt x="0" y="94"/>
                        </a:lnTo>
                        <a:lnTo>
                          <a:pt x="166" y="0"/>
                        </a:lnTo>
                        <a:lnTo>
                          <a:pt x="518" y="71"/>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3" name="任意多边形: 形状 42"/>
                  <p:cNvSpPr/>
                  <p:nvPr/>
                </p:nvSpPr>
                <p:spPr>
                  <a:xfrm>
                    <a:off x="9588416" y="2502765"/>
                    <a:ext cx="724070" cy="486333"/>
                  </a:xfrm>
                  <a:custGeom>
                    <a:avLst/>
                    <a:gdLst/>
                    <a:ahLst/>
                    <a:cxnLst/>
                    <a:rect l="l" t="t" r="r" b="b"/>
                    <a:pathLst>
                      <a:path w="883" h="587" extrusionOk="0">
                        <a:moveTo>
                          <a:pt x="883" y="78"/>
                        </a:moveTo>
                        <a:lnTo>
                          <a:pt x="665" y="587"/>
                        </a:lnTo>
                        <a:lnTo>
                          <a:pt x="137" y="411"/>
                        </a:lnTo>
                        <a:lnTo>
                          <a:pt x="0" y="142"/>
                        </a:lnTo>
                        <a:lnTo>
                          <a:pt x="279" y="0"/>
                        </a:lnTo>
                        <a:lnTo>
                          <a:pt x="883" y="78"/>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4" name="任意多边形: 形状 43"/>
                  <p:cNvSpPr/>
                  <p:nvPr/>
                </p:nvSpPr>
                <p:spPr>
                  <a:xfrm>
                    <a:off x="9654156" y="2778231"/>
                    <a:ext cx="432966" cy="495447"/>
                  </a:xfrm>
                  <a:custGeom>
                    <a:avLst/>
                    <a:gdLst/>
                    <a:ahLst/>
                    <a:cxnLst/>
                    <a:rect l="l" t="t" r="r" b="b"/>
                    <a:pathLst>
                      <a:path w="223" h="253" extrusionOk="0">
                        <a:moveTo>
                          <a:pt x="83" y="0"/>
                        </a:moveTo>
                        <a:cubicBezTo>
                          <a:pt x="0" y="241"/>
                          <a:pt x="0" y="241"/>
                          <a:pt x="0" y="241"/>
                        </a:cubicBezTo>
                        <a:cubicBezTo>
                          <a:pt x="118" y="253"/>
                          <a:pt x="118" y="253"/>
                          <a:pt x="118" y="253"/>
                        </a:cubicBezTo>
                        <a:cubicBezTo>
                          <a:pt x="118" y="253"/>
                          <a:pt x="223" y="198"/>
                          <a:pt x="223" y="193"/>
                        </a:cubicBezTo>
                        <a:cubicBezTo>
                          <a:pt x="223" y="188"/>
                          <a:pt x="203" y="75"/>
                          <a:pt x="203" y="75"/>
                        </a:cubicBezTo>
                        <a:lnTo>
                          <a:pt x="83" y="0"/>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5" name="任意多边形: 形状 44"/>
                  <p:cNvSpPr/>
                  <p:nvPr/>
                </p:nvSpPr>
                <p:spPr>
                  <a:xfrm>
                    <a:off x="9014408" y="2524307"/>
                    <a:ext cx="874952" cy="642922"/>
                  </a:xfrm>
                  <a:custGeom>
                    <a:avLst/>
                    <a:gdLst/>
                    <a:ahLst/>
                    <a:cxnLst/>
                    <a:rect l="l" t="t" r="r" b="b"/>
                    <a:pathLst>
                      <a:path w="451" h="328" extrusionOk="0">
                        <a:moveTo>
                          <a:pt x="451" y="138"/>
                        </a:moveTo>
                        <a:cubicBezTo>
                          <a:pt x="451" y="138"/>
                          <a:pt x="395" y="328"/>
                          <a:pt x="400" y="327"/>
                        </a:cubicBezTo>
                        <a:cubicBezTo>
                          <a:pt x="405" y="326"/>
                          <a:pt x="22" y="247"/>
                          <a:pt x="22" y="247"/>
                        </a:cubicBezTo>
                        <a:cubicBezTo>
                          <a:pt x="0" y="169"/>
                          <a:pt x="0" y="169"/>
                          <a:pt x="0" y="169"/>
                        </a:cubicBezTo>
                        <a:cubicBezTo>
                          <a:pt x="42" y="0"/>
                          <a:pt x="42" y="0"/>
                          <a:pt x="42" y="0"/>
                        </a:cubicBezTo>
                        <a:lnTo>
                          <a:pt x="451" y="138"/>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sp>
              <p:nvSpPr>
                <p:cNvPr id="37" name="任意多边形: 形状 36"/>
                <p:cNvSpPr/>
                <p:nvPr/>
              </p:nvSpPr>
              <p:spPr>
                <a:xfrm>
                  <a:off x="4955364" y="2193422"/>
                  <a:ext cx="2724076" cy="1299927"/>
                </a:xfrm>
                <a:custGeom>
                  <a:avLst/>
                  <a:gdLst/>
                  <a:ahLst/>
                  <a:cxnLst/>
                  <a:rect l="l" t="t" r="r" b="b"/>
                  <a:pathLst>
                    <a:path w="1404" h="663" extrusionOk="0">
                      <a:moveTo>
                        <a:pt x="455" y="0"/>
                      </a:moveTo>
                      <a:cubicBezTo>
                        <a:pt x="0" y="8"/>
                        <a:pt x="0" y="8"/>
                        <a:pt x="0" y="8"/>
                      </a:cubicBezTo>
                      <a:cubicBezTo>
                        <a:pt x="479" y="663"/>
                        <a:pt x="479" y="663"/>
                        <a:pt x="479" y="663"/>
                      </a:cubicBezTo>
                      <a:cubicBezTo>
                        <a:pt x="1404" y="587"/>
                        <a:pt x="1404" y="587"/>
                        <a:pt x="1404" y="587"/>
                      </a:cubicBezTo>
                      <a:cubicBezTo>
                        <a:pt x="1120" y="269"/>
                        <a:pt x="1120" y="269"/>
                        <a:pt x="1120" y="269"/>
                      </a:cubicBezTo>
                      <a:cubicBezTo>
                        <a:pt x="876" y="280"/>
                        <a:pt x="876" y="280"/>
                        <a:pt x="876" y="280"/>
                      </a:cubicBezTo>
                      <a:cubicBezTo>
                        <a:pt x="876" y="281"/>
                        <a:pt x="877" y="282"/>
                        <a:pt x="877" y="282"/>
                      </a:cubicBezTo>
                      <a:cubicBezTo>
                        <a:pt x="878" y="283"/>
                        <a:pt x="879" y="284"/>
                        <a:pt x="879" y="284"/>
                      </a:cubicBezTo>
                      <a:cubicBezTo>
                        <a:pt x="880" y="285"/>
                        <a:pt x="881" y="286"/>
                        <a:pt x="881" y="286"/>
                      </a:cubicBezTo>
                      <a:cubicBezTo>
                        <a:pt x="882" y="287"/>
                        <a:pt x="882" y="288"/>
                        <a:pt x="883" y="289"/>
                      </a:cubicBezTo>
                      <a:cubicBezTo>
                        <a:pt x="899" y="308"/>
                        <a:pt x="909" y="326"/>
                        <a:pt x="913" y="344"/>
                      </a:cubicBezTo>
                      <a:cubicBezTo>
                        <a:pt x="918" y="361"/>
                        <a:pt x="916" y="377"/>
                        <a:pt x="909" y="391"/>
                      </a:cubicBezTo>
                      <a:cubicBezTo>
                        <a:pt x="902" y="405"/>
                        <a:pt x="889" y="417"/>
                        <a:pt x="871" y="426"/>
                      </a:cubicBezTo>
                      <a:cubicBezTo>
                        <a:pt x="853" y="435"/>
                        <a:pt x="829" y="441"/>
                        <a:pt x="801" y="443"/>
                      </a:cubicBezTo>
                      <a:cubicBezTo>
                        <a:pt x="772" y="445"/>
                        <a:pt x="741" y="442"/>
                        <a:pt x="710" y="436"/>
                      </a:cubicBezTo>
                      <a:cubicBezTo>
                        <a:pt x="679" y="430"/>
                        <a:pt x="648" y="420"/>
                        <a:pt x="618" y="408"/>
                      </a:cubicBezTo>
                      <a:cubicBezTo>
                        <a:pt x="588" y="396"/>
                        <a:pt x="560" y="381"/>
                        <a:pt x="536" y="364"/>
                      </a:cubicBezTo>
                      <a:cubicBezTo>
                        <a:pt x="511" y="347"/>
                        <a:pt x="490" y="328"/>
                        <a:pt x="475" y="308"/>
                      </a:cubicBezTo>
                      <a:cubicBezTo>
                        <a:pt x="459" y="288"/>
                        <a:pt x="451" y="269"/>
                        <a:pt x="448" y="251"/>
                      </a:cubicBezTo>
                      <a:cubicBezTo>
                        <a:pt x="446" y="234"/>
                        <a:pt x="449" y="219"/>
                        <a:pt x="458" y="205"/>
                      </a:cubicBezTo>
                      <a:cubicBezTo>
                        <a:pt x="467" y="192"/>
                        <a:pt x="481" y="181"/>
                        <a:pt x="500" y="173"/>
                      </a:cubicBezTo>
                      <a:cubicBezTo>
                        <a:pt x="519" y="166"/>
                        <a:pt x="543" y="161"/>
                        <a:pt x="571" y="160"/>
                      </a:cubicBezTo>
                      <a:cubicBezTo>
                        <a:pt x="572" y="160"/>
                        <a:pt x="573" y="160"/>
                        <a:pt x="574" y="160"/>
                      </a:cubicBezTo>
                      <a:cubicBezTo>
                        <a:pt x="576" y="160"/>
                        <a:pt x="577" y="160"/>
                        <a:pt x="578" y="160"/>
                      </a:cubicBezTo>
                      <a:cubicBezTo>
                        <a:pt x="579" y="160"/>
                        <a:pt x="580" y="160"/>
                        <a:pt x="582" y="160"/>
                      </a:cubicBezTo>
                      <a:cubicBezTo>
                        <a:pt x="583" y="160"/>
                        <a:pt x="584" y="160"/>
                        <a:pt x="585" y="160"/>
                      </a:cubicBezTo>
                      <a:cubicBezTo>
                        <a:pt x="455" y="0"/>
                        <a:pt x="455" y="0"/>
                        <a:pt x="455" y="0"/>
                      </a:cubicBezTo>
                      <a:close/>
                    </a:path>
                  </a:pathLst>
                </a:custGeom>
                <a:solidFill>
                  <a:schemeClr val="bg1">
                    <a:lumMod val="95000"/>
                  </a:schemeClr>
                </a:solid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nvGrpSpPr>
                <p:cNvPr id="38" name="组合 37"/>
                <p:cNvGrpSpPr/>
                <p:nvPr/>
              </p:nvGrpSpPr>
              <p:grpSpPr>
                <a:xfrm>
                  <a:off x="5927758" y="2021518"/>
                  <a:ext cx="1224276" cy="850877"/>
                  <a:chOff x="9088209" y="2057029"/>
                  <a:chExt cx="1224276" cy="850877"/>
                </a:xfrm>
                <a:solidFill>
                  <a:schemeClr val="bg1">
                    <a:lumMod val="95000"/>
                  </a:schemeClr>
                </a:solidFill>
              </p:grpSpPr>
              <p:sp>
                <p:nvSpPr>
                  <p:cNvPr id="39" name="任意多边形: 形状 38"/>
                  <p:cNvSpPr/>
                  <p:nvPr/>
                </p:nvSpPr>
                <p:spPr>
                  <a:xfrm>
                    <a:off x="9088209" y="2057029"/>
                    <a:ext cx="1224276" cy="850877"/>
                  </a:xfrm>
                  <a:custGeom>
                    <a:avLst/>
                    <a:gdLst/>
                    <a:ahLst/>
                    <a:cxnLst/>
                    <a:rect l="l" t="t" r="r" b="b"/>
                    <a:pathLst>
                      <a:path w="631" h="434" extrusionOk="0">
                        <a:moveTo>
                          <a:pt x="399" y="0"/>
                        </a:moveTo>
                        <a:cubicBezTo>
                          <a:pt x="4" y="7"/>
                          <a:pt x="4" y="7"/>
                          <a:pt x="4" y="7"/>
                        </a:cubicBezTo>
                        <a:cubicBezTo>
                          <a:pt x="137" y="168"/>
                          <a:pt x="137" y="168"/>
                          <a:pt x="137" y="168"/>
                        </a:cubicBezTo>
                        <a:cubicBezTo>
                          <a:pt x="150" y="184"/>
                          <a:pt x="150" y="184"/>
                          <a:pt x="150" y="184"/>
                        </a:cubicBezTo>
                        <a:cubicBezTo>
                          <a:pt x="148" y="184"/>
                          <a:pt x="145" y="184"/>
                          <a:pt x="143" y="184"/>
                        </a:cubicBezTo>
                        <a:cubicBezTo>
                          <a:pt x="141" y="184"/>
                          <a:pt x="139" y="184"/>
                          <a:pt x="137" y="183"/>
                        </a:cubicBezTo>
                        <a:cubicBezTo>
                          <a:pt x="135" y="183"/>
                          <a:pt x="133" y="183"/>
                          <a:pt x="131" y="183"/>
                        </a:cubicBezTo>
                        <a:cubicBezTo>
                          <a:pt x="128" y="183"/>
                          <a:pt x="126" y="183"/>
                          <a:pt x="124" y="183"/>
                        </a:cubicBezTo>
                        <a:cubicBezTo>
                          <a:pt x="123" y="183"/>
                          <a:pt x="122" y="183"/>
                          <a:pt x="121" y="183"/>
                        </a:cubicBezTo>
                        <a:cubicBezTo>
                          <a:pt x="119" y="183"/>
                          <a:pt x="118" y="183"/>
                          <a:pt x="117" y="183"/>
                        </a:cubicBezTo>
                        <a:cubicBezTo>
                          <a:pt x="116" y="183"/>
                          <a:pt x="115" y="183"/>
                          <a:pt x="113" y="183"/>
                        </a:cubicBezTo>
                        <a:cubicBezTo>
                          <a:pt x="112" y="183"/>
                          <a:pt x="111" y="183"/>
                          <a:pt x="110" y="183"/>
                        </a:cubicBezTo>
                        <a:cubicBezTo>
                          <a:pt x="85" y="184"/>
                          <a:pt x="64" y="188"/>
                          <a:pt x="48" y="195"/>
                        </a:cubicBezTo>
                        <a:cubicBezTo>
                          <a:pt x="31" y="202"/>
                          <a:pt x="18" y="211"/>
                          <a:pt x="11" y="223"/>
                        </a:cubicBezTo>
                        <a:cubicBezTo>
                          <a:pt x="3" y="235"/>
                          <a:pt x="0" y="249"/>
                          <a:pt x="2" y="264"/>
                        </a:cubicBezTo>
                        <a:cubicBezTo>
                          <a:pt x="4" y="279"/>
                          <a:pt x="12" y="296"/>
                          <a:pt x="26" y="314"/>
                        </a:cubicBezTo>
                        <a:cubicBezTo>
                          <a:pt x="39" y="331"/>
                          <a:pt x="58" y="348"/>
                          <a:pt x="79" y="363"/>
                        </a:cubicBezTo>
                        <a:cubicBezTo>
                          <a:pt x="101" y="378"/>
                          <a:pt x="126" y="391"/>
                          <a:pt x="152" y="402"/>
                        </a:cubicBezTo>
                        <a:cubicBezTo>
                          <a:pt x="178" y="413"/>
                          <a:pt x="206" y="421"/>
                          <a:pt x="233" y="426"/>
                        </a:cubicBezTo>
                        <a:cubicBezTo>
                          <a:pt x="260" y="432"/>
                          <a:pt x="287" y="434"/>
                          <a:pt x="313" y="432"/>
                        </a:cubicBezTo>
                        <a:cubicBezTo>
                          <a:pt x="338" y="431"/>
                          <a:pt x="358" y="426"/>
                          <a:pt x="375" y="418"/>
                        </a:cubicBezTo>
                        <a:cubicBezTo>
                          <a:pt x="391" y="410"/>
                          <a:pt x="402" y="400"/>
                          <a:pt x="408" y="387"/>
                        </a:cubicBezTo>
                        <a:cubicBezTo>
                          <a:pt x="415" y="375"/>
                          <a:pt x="416" y="361"/>
                          <a:pt x="413" y="345"/>
                        </a:cubicBezTo>
                        <a:cubicBezTo>
                          <a:pt x="409" y="330"/>
                          <a:pt x="400" y="314"/>
                          <a:pt x="386" y="297"/>
                        </a:cubicBezTo>
                        <a:cubicBezTo>
                          <a:pt x="385" y="296"/>
                          <a:pt x="385" y="295"/>
                          <a:pt x="384" y="295"/>
                        </a:cubicBezTo>
                        <a:cubicBezTo>
                          <a:pt x="383" y="294"/>
                          <a:pt x="383" y="293"/>
                          <a:pt x="382" y="293"/>
                        </a:cubicBezTo>
                        <a:cubicBezTo>
                          <a:pt x="382" y="292"/>
                          <a:pt x="381" y="291"/>
                          <a:pt x="380" y="291"/>
                        </a:cubicBezTo>
                        <a:cubicBezTo>
                          <a:pt x="380" y="290"/>
                          <a:pt x="379" y="289"/>
                          <a:pt x="379" y="289"/>
                        </a:cubicBezTo>
                        <a:cubicBezTo>
                          <a:pt x="377" y="287"/>
                          <a:pt x="376" y="286"/>
                          <a:pt x="375" y="284"/>
                        </a:cubicBezTo>
                        <a:cubicBezTo>
                          <a:pt x="373" y="283"/>
                          <a:pt x="372" y="282"/>
                          <a:pt x="370" y="280"/>
                        </a:cubicBezTo>
                        <a:cubicBezTo>
                          <a:pt x="369" y="279"/>
                          <a:pt x="368" y="278"/>
                          <a:pt x="366" y="276"/>
                        </a:cubicBezTo>
                        <a:cubicBezTo>
                          <a:pt x="365" y="275"/>
                          <a:pt x="363" y="274"/>
                          <a:pt x="362" y="272"/>
                        </a:cubicBezTo>
                        <a:cubicBezTo>
                          <a:pt x="385" y="271"/>
                          <a:pt x="385" y="271"/>
                          <a:pt x="385" y="271"/>
                        </a:cubicBezTo>
                        <a:cubicBezTo>
                          <a:pt x="631" y="260"/>
                          <a:pt x="631" y="260"/>
                          <a:pt x="631" y="260"/>
                        </a:cubicBezTo>
                        <a:cubicBezTo>
                          <a:pt x="399" y="0"/>
                          <a:pt x="399" y="0"/>
                          <a:pt x="399" y="0"/>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40" name="任意多边形: 形状 39"/>
                  <p:cNvSpPr/>
                  <p:nvPr/>
                </p:nvSpPr>
                <p:spPr>
                  <a:xfrm>
                    <a:off x="9102970" y="2072771"/>
                    <a:ext cx="1175895" cy="817737"/>
                  </a:xfrm>
                  <a:custGeom>
                    <a:avLst/>
                    <a:gdLst/>
                    <a:ahLst/>
                    <a:cxnLst/>
                    <a:rect l="l" t="t" r="r" b="b"/>
                    <a:pathLst>
                      <a:path w="606" h="417" extrusionOk="0">
                        <a:moveTo>
                          <a:pt x="289" y="417"/>
                        </a:moveTo>
                        <a:cubicBezTo>
                          <a:pt x="269" y="417"/>
                          <a:pt x="248" y="415"/>
                          <a:pt x="227" y="410"/>
                        </a:cubicBezTo>
                        <a:cubicBezTo>
                          <a:pt x="200" y="405"/>
                          <a:pt x="173" y="397"/>
                          <a:pt x="147" y="386"/>
                        </a:cubicBezTo>
                        <a:cubicBezTo>
                          <a:pt x="121" y="375"/>
                          <a:pt x="97" y="363"/>
                          <a:pt x="76" y="348"/>
                        </a:cubicBezTo>
                        <a:cubicBezTo>
                          <a:pt x="54" y="333"/>
                          <a:pt x="37" y="317"/>
                          <a:pt x="24" y="301"/>
                        </a:cubicBezTo>
                        <a:cubicBezTo>
                          <a:pt x="12" y="285"/>
                          <a:pt x="4" y="269"/>
                          <a:pt x="2" y="255"/>
                        </a:cubicBezTo>
                        <a:cubicBezTo>
                          <a:pt x="0" y="242"/>
                          <a:pt x="3" y="230"/>
                          <a:pt x="9" y="220"/>
                        </a:cubicBezTo>
                        <a:cubicBezTo>
                          <a:pt x="16" y="209"/>
                          <a:pt x="28" y="201"/>
                          <a:pt x="43" y="194"/>
                        </a:cubicBezTo>
                        <a:cubicBezTo>
                          <a:pt x="59" y="188"/>
                          <a:pt x="79" y="184"/>
                          <a:pt x="102" y="183"/>
                        </a:cubicBezTo>
                        <a:cubicBezTo>
                          <a:pt x="111" y="183"/>
                          <a:pt x="111" y="183"/>
                          <a:pt x="111" y="183"/>
                        </a:cubicBezTo>
                        <a:cubicBezTo>
                          <a:pt x="111" y="183"/>
                          <a:pt x="115" y="183"/>
                          <a:pt x="116" y="183"/>
                        </a:cubicBezTo>
                        <a:cubicBezTo>
                          <a:pt x="118" y="183"/>
                          <a:pt x="120" y="183"/>
                          <a:pt x="122" y="183"/>
                        </a:cubicBezTo>
                        <a:cubicBezTo>
                          <a:pt x="124" y="183"/>
                          <a:pt x="126" y="183"/>
                          <a:pt x="128" y="184"/>
                        </a:cubicBezTo>
                        <a:cubicBezTo>
                          <a:pt x="134" y="184"/>
                          <a:pt x="134" y="184"/>
                          <a:pt x="134" y="184"/>
                        </a:cubicBezTo>
                        <a:cubicBezTo>
                          <a:pt x="137" y="184"/>
                          <a:pt x="139" y="184"/>
                          <a:pt x="141" y="185"/>
                        </a:cubicBezTo>
                        <a:cubicBezTo>
                          <a:pt x="161" y="187"/>
                          <a:pt x="161" y="187"/>
                          <a:pt x="161" y="187"/>
                        </a:cubicBezTo>
                        <a:cubicBezTo>
                          <a:pt x="135" y="155"/>
                          <a:pt x="135" y="155"/>
                          <a:pt x="135" y="155"/>
                        </a:cubicBezTo>
                        <a:cubicBezTo>
                          <a:pt x="13" y="7"/>
                          <a:pt x="13" y="7"/>
                          <a:pt x="13" y="7"/>
                        </a:cubicBezTo>
                        <a:cubicBezTo>
                          <a:pt x="387" y="0"/>
                          <a:pt x="387" y="0"/>
                          <a:pt x="387" y="0"/>
                        </a:cubicBezTo>
                        <a:cubicBezTo>
                          <a:pt x="606" y="245"/>
                          <a:pt x="606" y="245"/>
                          <a:pt x="606" y="245"/>
                        </a:cubicBezTo>
                        <a:cubicBezTo>
                          <a:pt x="333" y="257"/>
                          <a:pt x="333" y="257"/>
                          <a:pt x="333" y="257"/>
                        </a:cubicBezTo>
                        <a:cubicBezTo>
                          <a:pt x="348" y="271"/>
                          <a:pt x="348" y="271"/>
                          <a:pt x="348" y="271"/>
                        </a:cubicBezTo>
                        <a:cubicBezTo>
                          <a:pt x="350" y="272"/>
                          <a:pt x="351" y="273"/>
                          <a:pt x="353" y="274"/>
                        </a:cubicBezTo>
                        <a:cubicBezTo>
                          <a:pt x="357" y="278"/>
                          <a:pt x="357" y="278"/>
                          <a:pt x="357" y="278"/>
                        </a:cubicBezTo>
                        <a:cubicBezTo>
                          <a:pt x="361" y="282"/>
                          <a:pt x="361" y="282"/>
                          <a:pt x="361" y="282"/>
                        </a:cubicBezTo>
                        <a:cubicBezTo>
                          <a:pt x="362" y="283"/>
                          <a:pt x="365" y="287"/>
                          <a:pt x="365" y="287"/>
                        </a:cubicBezTo>
                        <a:cubicBezTo>
                          <a:pt x="370" y="292"/>
                          <a:pt x="370" y="292"/>
                          <a:pt x="370" y="292"/>
                        </a:cubicBezTo>
                        <a:cubicBezTo>
                          <a:pt x="372" y="294"/>
                          <a:pt x="372" y="294"/>
                          <a:pt x="372" y="294"/>
                        </a:cubicBezTo>
                        <a:cubicBezTo>
                          <a:pt x="385" y="309"/>
                          <a:pt x="393" y="325"/>
                          <a:pt x="397" y="339"/>
                        </a:cubicBezTo>
                        <a:cubicBezTo>
                          <a:pt x="400" y="353"/>
                          <a:pt x="399" y="365"/>
                          <a:pt x="393" y="376"/>
                        </a:cubicBezTo>
                        <a:cubicBezTo>
                          <a:pt x="387" y="387"/>
                          <a:pt x="377" y="396"/>
                          <a:pt x="363" y="403"/>
                        </a:cubicBezTo>
                        <a:cubicBezTo>
                          <a:pt x="347" y="410"/>
                          <a:pt x="328" y="415"/>
                          <a:pt x="304" y="416"/>
                        </a:cubicBezTo>
                        <a:cubicBezTo>
                          <a:pt x="299" y="417"/>
                          <a:pt x="294" y="417"/>
                          <a:pt x="289" y="417"/>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grpSp>
          <p:grpSp>
            <p:nvGrpSpPr>
              <p:cNvPr id="23" name="组合 22"/>
              <p:cNvGrpSpPr/>
              <p:nvPr/>
            </p:nvGrpSpPr>
            <p:grpSpPr>
              <a:xfrm>
                <a:off x="5308790" y="3344216"/>
                <a:ext cx="2370651" cy="1911366"/>
                <a:chOff x="5308790" y="3344216"/>
                <a:chExt cx="2370651" cy="1911366"/>
              </a:xfrm>
            </p:grpSpPr>
            <p:grpSp>
              <p:nvGrpSpPr>
                <p:cNvPr id="25" name="组合 24"/>
                <p:cNvGrpSpPr/>
                <p:nvPr/>
              </p:nvGrpSpPr>
              <p:grpSpPr>
                <a:xfrm>
                  <a:off x="5712235" y="3664021"/>
                  <a:ext cx="1710363" cy="1591561"/>
                  <a:chOff x="8872686" y="3699532"/>
                  <a:chExt cx="1710363" cy="1591561"/>
                </a:xfrm>
                <a:solidFill>
                  <a:schemeClr val="bg1">
                    <a:lumMod val="85000"/>
                  </a:schemeClr>
                </a:solidFill>
              </p:grpSpPr>
              <p:sp>
                <p:nvSpPr>
                  <p:cNvPr id="31" name="任意多边形: 形状 30"/>
                  <p:cNvSpPr/>
                  <p:nvPr/>
                </p:nvSpPr>
                <p:spPr>
                  <a:xfrm>
                    <a:off x="9139830" y="4565321"/>
                    <a:ext cx="781471" cy="725772"/>
                  </a:xfrm>
                  <a:custGeom>
                    <a:avLst/>
                    <a:gdLst/>
                    <a:ahLst/>
                    <a:cxnLst/>
                    <a:rect l="l" t="t" r="r" b="b"/>
                    <a:pathLst>
                      <a:path w="953" h="876" extrusionOk="0">
                        <a:moveTo>
                          <a:pt x="473" y="876"/>
                        </a:moveTo>
                        <a:lnTo>
                          <a:pt x="0" y="261"/>
                        </a:lnTo>
                        <a:lnTo>
                          <a:pt x="236" y="0"/>
                        </a:lnTo>
                        <a:lnTo>
                          <a:pt x="953" y="0"/>
                        </a:lnTo>
                        <a:lnTo>
                          <a:pt x="773" y="348"/>
                        </a:lnTo>
                        <a:lnTo>
                          <a:pt x="473" y="876"/>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2" name="任意多边形: 形状 31"/>
                  <p:cNvSpPr/>
                  <p:nvPr/>
                </p:nvSpPr>
                <p:spPr>
                  <a:xfrm>
                    <a:off x="8872686" y="4013535"/>
                    <a:ext cx="663389" cy="764713"/>
                  </a:xfrm>
                  <a:custGeom>
                    <a:avLst/>
                    <a:gdLst/>
                    <a:ahLst/>
                    <a:cxnLst/>
                    <a:rect l="l" t="t" r="r" b="b"/>
                    <a:pathLst>
                      <a:path w="342" h="390" extrusionOk="0">
                        <a:moveTo>
                          <a:pt x="342" y="309"/>
                        </a:moveTo>
                        <a:cubicBezTo>
                          <a:pt x="112" y="0"/>
                          <a:pt x="112" y="0"/>
                          <a:pt x="112" y="0"/>
                        </a:cubicBezTo>
                        <a:cubicBezTo>
                          <a:pt x="112" y="0"/>
                          <a:pt x="0" y="185"/>
                          <a:pt x="2" y="198"/>
                        </a:cubicBezTo>
                        <a:cubicBezTo>
                          <a:pt x="4" y="211"/>
                          <a:pt x="102" y="340"/>
                          <a:pt x="102" y="340"/>
                        </a:cubicBezTo>
                        <a:cubicBezTo>
                          <a:pt x="252" y="390"/>
                          <a:pt x="252" y="390"/>
                          <a:pt x="252" y="390"/>
                        </a:cubicBezTo>
                        <a:lnTo>
                          <a:pt x="342" y="309"/>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3" name="任意多边形: 形状 32"/>
                  <p:cNvSpPr/>
                  <p:nvPr/>
                </p:nvSpPr>
                <p:spPr>
                  <a:xfrm>
                    <a:off x="9644137" y="3936484"/>
                    <a:ext cx="938912" cy="599839"/>
                  </a:xfrm>
                  <a:custGeom>
                    <a:avLst/>
                    <a:gdLst/>
                    <a:ahLst/>
                    <a:cxnLst/>
                    <a:rect l="l" t="t" r="r" b="b"/>
                    <a:pathLst>
                      <a:path w="1145" h="724" extrusionOk="0">
                        <a:moveTo>
                          <a:pt x="1145" y="648"/>
                        </a:moveTo>
                        <a:lnTo>
                          <a:pt x="722" y="0"/>
                        </a:lnTo>
                        <a:lnTo>
                          <a:pt x="0" y="35"/>
                        </a:lnTo>
                        <a:lnTo>
                          <a:pt x="532" y="724"/>
                        </a:lnTo>
                        <a:lnTo>
                          <a:pt x="1145" y="648"/>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4" name="任意多边形: 形状 33"/>
                  <p:cNvSpPr/>
                  <p:nvPr/>
                </p:nvSpPr>
                <p:spPr>
                  <a:xfrm>
                    <a:off x="9685316" y="3699532"/>
                    <a:ext cx="706849" cy="545158"/>
                  </a:xfrm>
                  <a:custGeom>
                    <a:avLst/>
                    <a:gdLst/>
                    <a:ahLst/>
                    <a:cxnLst/>
                    <a:rect l="l" t="t" r="r" b="b"/>
                    <a:pathLst>
                      <a:path w="364" h="278" extrusionOk="0">
                        <a:moveTo>
                          <a:pt x="177" y="278"/>
                        </a:moveTo>
                        <a:cubicBezTo>
                          <a:pt x="0" y="22"/>
                          <a:pt x="0" y="22"/>
                          <a:pt x="0" y="22"/>
                        </a:cubicBezTo>
                        <a:cubicBezTo>
                          <a:pt x="163" y="0"/>
                          <a:pt x="163" y="0"/>
                          <a:pt x="163" y="0"/>
                        </a:cubicBezTo>
                        <a:cubicBezTo>
                          <a:pt x="163" y="0"/>
                          <a:pt x="342" y="60"/>
                          <a:pt x="344" y="71"/>
                        </a:cubicBezTo>
                        <a:cubicBezTo>
                          <a:pt x="345" y="82"/>
                          <a:pt x="364" y="190"/>
                          <a:pt x="357" y="198"/>
                        </a:cubicBezTo>
                        <a:cubicBezTo>
                          <a:pt x="349" y="205"/>
                          <a:pt x="177" y="278"/>
                          <a:pt x="177" y="278"/>
                        </a:cubicBez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sp>
                <p:nvSpPr>
                  <p:cNvPr id="35" name="任意多边形: 形状 34"/>
                  <p:cNvSpPr/>
                  <p:nvPr/>
                </p:nvSpPr>
                <p:spPr>
                  <a:xfrm>
                    <a:off x="9180011" y="3851977"/>
                    <a:ext cx="931532" cy="884016"/>
                  </a:xfrm>
                  <a:custGeom>
                    <a:avLst/>
                    <a:gdLst/>
                    <a:ahLst/>
                    <a:cxnLst/>
                    <a:rect l="l" t="t" r="r" b="b"/>
                    <a:pathLst>
                      <a:path w="480" h="451" extrusionOk="0">
                        <a:moveTo>
                          <a:pt x="480" y="205"/>
                        </a:moveTo>
                        <a:cubicBezTo>
                          <a:pt x="334" y="0"/>
                          <a:pt x="334" y="0"/>
                          <a:pt x="334" y="0"/>
                        </a:cubicBezTo>
                        <a:cubicBezTo>
                          <a:pt x="143" y="47"/>
                          <a:pt x="143" y="47"/>
                          <a:pt x="143" y="47"/>
                        </a:cubicBezTo>
                        <a:cubicBezTo>
                          <a:pt x="143" y="47"/>
                          <a:pt x="0" y="226"/>
                          <a:pt x="0" y="235"/>
                        </a:cubicBezTo>
                        <a:cubicBezTo>
                          <a:pt x="0" y="245"/>
                          <a:pt x="122" y="451"/>
                          <a:pt x="122" y="451"/>
                        </a:cubicBezTo>
                        <a:lnTo>
                          <a:pt x="480" y="205"/>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grpSp>
              <p:nvGrpSpPr>
                <p:cNvPr id="26" name="组合 25"/>
                <p:cNvGrpSpPr/>
                <p:nvPr/>
              </p:nvGrpSpPr>
              <p:grpSpPr>
                <a:xfrm>
                  <a:off x="5308790" y="3344216"/>
                  <a:ext cx="2370651" cy="1911365"/>
                  <a:chOff x="8469241" y="3379727"/>
                  <a:chExt cx="2370651" cy="1911365"/>
                </a:xfrm>
                <a:solidFill>
                  <a:schemeClr val="bg1">
                    <a:lumMod val="95000"/>
                  </a:schemeClr>
                </a:solidFill>
              </p:grpSpPr>
              <p:sp>
                <p:nvSpPr>
                  <p:cNvPr id="27" name="任意多边形: 形状 26"/>
                  <p:cNvSpPr/>
                  <p:nvPr/>
                </p:nvSpPr>
                <p:spPr>
                  <a:xfrm>
                    <a:off x="8469241" y="3379727"/>
                    <a:ext cx="2370651" cy="1817744"/>
                  </a:xfrm>
                  <a:custGeom>
                    <a:avLst/>
                    <a:gdLst/>
                    <a:ahLst/>
                    <a:cxnLst/>
                    <a:rect l="l" t="t" r="r" b="b"/>
                    <a:pathLst>
                      <a:path w="1222" h="927" extrusionOk="0">
                        <a:moveTo>
                          <a:pt x="1222" y="0"/>
                        </a:moveTo>
                        <a:cubicBezTo>
                          <a:pt x="1037" y="412"/>
                          <a:pt x="1037" y="412"/>
                          <a:pt x="1037" y="412"/>
                        </a:cubicBezTo>
                        <a:cubicBezTo>
                          <a:pt x="804" y="441"/>
                          <a:pt x="804" y="441"/>
                          <a:pt x="804" y="441"/>
                        </a:cubicBezTo>
                        <a:cubicBezTo>
                          <a:pt x="805" y="440"/>
                          <a:pt x="805" y="439"/>
                          <a:pt x="806" y="437"/>
                        </a:cubicBezTo>
                        <a:cubicBezTo>
                          <a:pt x="807" y="436"/>
                          <a:pt x="807" y="435"/>
                          <a:pt x="808" y="434"/>
                        </a:cubicBezTo>
                        <a:cubicBezTo>
                          <a:pt x="808" y="433"/>
                          <a:pt x="809" y="432"/>
                          <a:pt x="809" y="431"/>
                        </a:cubicBezTo>
                        <a:cubicBezTo>
                          <a:pt x="810" y="430"/>
                          <a:pt x="810" y="429"/>
                          <a:pt x="810" y="428"/>
                        </a:cubicBezTo>
                        <a:cubicBezTo>
                          <a:pt x="821" y="402"/>
                          <a:pt x="826" y="379"/>
                          <a:pt x="825" y="358"/>
                        </a:cubicBezTo>
                        <a:cubicBezTo>
                          <a:pt x="825" y="337"/>
                          <a:pt x="819" y="318"/>
                          <a:pt x="808" y="303"/>
                        </a:cubicBezTo>
                        <a:cubicBezTo>
                          <a:pt x="797" y="288"/>
                          <a:pt x="781" y="276"/>
                          <a:pt x="761" y="269"/>
                        </a:cubicBezTo>
                        <a:cubicBezTo>
                          <a:pt x="740" y="262"/>
                          <a:pt x="716" y="259"/>
                          <a:pt x="687" y="262"/>
                        </a:cubicBezTo>
                        <a:cubicBezTo>
                          <a:pt x="659" y="265"/>
                          <a:pt x="630" y="273"/>
                          <a:pt x="601" y="286"/>
                        </a:cubicBezTo>
                        <a:cubicBezTo>
                          <a:pt x="572" y="298"/>
                          <a:pt x="544" y="315"/>
                          <a:pt x="518" y="335"/>
                        </a:cubicBezTo>
                        <a:cubicBezTo>
                          <a:pt x="492" y="354"/>
                          <a:pt x="468" y="377"/>
                          <a:pt x="449" y="401"/>
                        </a:cubicBezTo>
                        <a:cubicBezTo>
                          <a:pt x="429" y="425"/>
                          <a:pt x="414" y="451"/>
                          <a:pt x="404" y="477"/>
                        </a:cubicBezTo>
                        <a:cubicBezTo>
                          <a:pt x="394" y="503"/>
                          <a:pt x="391" y="527"/>
                          <a:pt x="393" y="548"/>
                        </a:cubicBezTo>
                        <a:cubicBezTo>
                          <a:pt x="395" y="569"/>
                          <a:pt x="403" y="587"/>
                          <a:pt x="415" y="601"/>
                        </a:cubicBezTo>
                        <a:cubicBezTo>
                          <a:pt x="428" y="615"/>
                          <a:pt x="445" y="625"/>
                          <a:pt x="465" y="631"/>
                        </a:cubicBezTo>
                        <a:cubicBezTo>
                          <a:pt x="486" y="637"/>
                          <a:pt x="511" y="638"/>
                          <a:pt x="538" y="634"/>
                        </a:cubicBezTo>
                        <a:cubicBezTo>
                          <a:pt x="539" y="634"/>
                          <a:pt x="540" y="634"/>
                          <a:pt x="541" y="634"/>
                        </a:cubicBezTo>
                        <a:cubicBezTo>
                          <a:pt x="542" y="633"/>
                          <a:pt x="543" y="633"/>
                          <a:pt x="544" y="633"/>
                        </a:cubicBezTo>
                        <a:cubicBezTo>
                          <a:pt x="545" y="633"/>
                          <a:pt x="546" y="633"/>
                          <a:pt x="547" y="633"/>
                        </a:cubicBezTo>
                        <a:cubicBezTo>
                          <a:pt x="548" y="632"/>
                          <a:pt x="549" y="632"/>
                          <a:pt x="550" y="632"/>
                        </a:cubicBezTo>
                        <a:cubicBezTo>
                          <a:pt x="461" y="853"/>
                          <a:pt x="461" y="853"/>
                          <a:pt x="461" y="853"/>
                        </a:cubicBezTo>
                        <a:cubicBezTo>
                          <a:pt x="0" y="927"/>
                          <a:pt x="0" y="927"/>
                          <a:pt x="0" y="927"/>
                        </a:cubicBezTo>
                        <a:cubicBezTo>
                          <a:pt x="297" y="76"/>
                          <a:pt x="297" y="76"/>
                          <a:pt x="297" y="76"/>
                        </a:cubicBezTo>
                        <a:lnTo>
                          <a:pt x="1222" y="0"/>
                        </a:lnTo>
                        <a:close/>
                      </a:path>
                    </a:pathLst>
                  </a:custGeom>
                  <a:grp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nvGrpSpPr>
                  <p:cNvPr id="28" name="组合 27"/>
                  <p:cNvGrpSpPr/>
                  <p:nvPr/>
                </p:nvGrpSpPr>
                <p:grpSpPr>
                  <a:xfrm>
                    <a:off x="9397314" y="4177579"/>
                    <a:ext cx="1185736" cy="1113513"/>
                    <a:chOff x="9397314" y="4177579"/>
                    <a:chExt cx="1185736" cy="1113513"/>
                  </a:xfrm>
                  <a:grpFill/>
                </p:grpSpPr>
                <p:sp>
                  <p:nvSpPr>
                    <p:cNvPr id="29" name="任意多边形: 形状 28"/>
                    <p:cNvSpPr/>
                    <p:nvPr/>
                  </p:nvSpPr>
                  <p:spPr>
                    <a:xfrm>
                      <a:off x="9397314" y="4177579"/>
                      <a:ext cx="1185736" cy="1113513"/>
                    </a:xfrm>
                    <a:custGeom>
                      <a:avLst/>
                      <a:gdLst/>
                      <a:ahLst/>
                      <a:cxnLst/>
                      <a:rect l="l" t="t" r="r" b="b"/>
                      <a:pathLst>
                        <a:path w="611" h="568" extrusionOk="0">
                          <a:moveTo>
                            <a:pt x="261" y="3"/>
                          </a:moveTo>
                          <a:cubicBezTo>
                            <a:pt x="236" y="5"/>
                            <a:pt x="210" y="13"/>
                            <a:pt x="185" y="24"/>
                          </a:cubicBezTo>
                          <a:cubicBezTo>
                            <a:pt x="160" y="35"/>
                            <a:pt x="135" y="50"/>
                            <a:pt x="112" y="67"/>
                          </a:cubicBezTo>
                          <a:cubicBezTo>
                            <a:pt x="89" y="84"/>
                            <a:pt x="68" y="104"/>
                            <a:pt x="51" y="125"/>
                          </a:cubicBezTo>
                          <a:cubicBezTo>
                            <a:pt x="34" y="147"/>
                            <a:pt x="21" y="169"/>
                            <a:pt x="12" y="192"/>
                          </a:cubicBezTo>
                          <a:cubicBezTo>
                            <a:pt x="3" y="215"/>
                            <a:pt x="0" y="236"/>
                            <a:pt x="2" y="255"/>
                          </a:cubicBezTo>
                          <a:cubicBezTo>
                            <a:pt x="4" y="273"/>
                            <a:pt x="10" y="289"/>
                            <a:pt x="21" y="301"/>
                          </a:cubicBezTo>
                          <a:cubicBezTo>
                            <a:pt x="32" y="314"/>
                            <a:pt x="47" y="323"/>
                            <a:pt x="65" y="328"/>
                          </a:cubicBezTo>
                          <a:cubicBezTo>
                            <a:pt x="84" y="333"/>
                            <a:pt x="105" y="334"/>
                            <a:pt x="130" y="331"/>
                          </a:cubicBezTo>
                          <a:cubicBezTo>
                            <a:pt x="131" y="331"/>
                            <a:pt x="132" y="331"/>
                            <a:pt x="133" y="331"/>
                          </a:cubicBezTo>
                          <a:cubicBezTo>
                            <a:pt x="134" y="330"/>
                            <a:pt x="135" y="330"/>
                            <a:pt x="136" y="330"/>
                          </a:cubicBezTo>
                          <a:cubicBezTo>
                            <a:pt x="137" y="330"/>
                            <a:pt x="138" y="330"/>
                            <a:pt x="139" y="330"/>
                          </a:cubicBezTo>
                          <a:cubicBezTo>
                            <a:pt x="140" y="329"/>
                            <a:pt x="141" y="329"/>
                            <a:pt x="142" y="329"/>
                          </a:cubicBezTo>
                          <a:cubicBezTo>
                            <a:pt x="144" y="329"/>
                            <a:pt x="146" y="328"/>
                            <a:pt x="148" y="328"/>
                          </a:cubicBezTo>
                          <a:cubicBezTo>
                            <a:pt x="150" y="327"/>
                            <a:pt x="152" y="327"/>
                            <a:pt x="154" y="326"/>
                          </a:cubicBezTo>
                          <a:cubicBezTo>
                            <a:pt x="156" y="326"/>
                            <a:pt x="158" y="325"/>
                            <a:pt x="160" y="325"/>
                          </a:cubicBezTo>
                          <a:cubicBezTo>
                            <a:pt x="162" y="324"/>
                            <a:pt x="164" y="324"/>
                            <a:pt x="166" y="323"/>
                          </a:cubicBezTo>
                          <a:cubicBezTo>
                            <a:pt x="158" y="344"/>
                            <a:pt x="158" y="344"/>
                            <a:pt x="158" y="344"/>
                          </a:cubicBezTo>
                          <a:cubicBezTo>
                            <a:pt x="67" y="568"/>
                            <a:pt x="67" y="568"/>
                            <a:pt x="67" y="568"/>
                          </a:cubicBezTo>
                          <a:cubicBezTo>
                            <a:pt x="452" y="506"/>
                            <a:pt x="452" y="506"/>
                            <a:pt x="452" y="506"/>
                          </a:cubicBezTo>
                          <a:cubicBezTo>
                            <a:pt x="611" y="151"/>
                            <a:pt x="611" y="151"/>
                            <a:pt x="611" y="151"/>
                          </a:cubicBezTo>
                          <a:cubicBezTo>
                            <a:pt x="375" y="180"/>
                            <a:pt x="375" y="180"/>
                            <a:pt x="375" y="180"/>
                          </a:cubicBezTo>
                          <a:cubicBezTo>
                            <a:pt x="352" y="183"/>
                            <a:pt x="352" y="183"/>
                            <a:pt x="352" y="183"/>
                          </a:cubicBezTo>
                          <a:cubicBezTo>
                            <a:pt x="353" y="182"/>
                            <a:pt x="354" y="180"/>
                            <a:pt x="355" y="178"/>
                          </a:cubicBezTo>
                          <a:cubicBezTo>
                            <a:pt x="356" y="176"/>
                            <a:pt x="358" y="174"/>
                            <a:pt x="359" y="173"/>
                          </a:cubicBezTo>
                          <a:cubicBezTo>
                            <a:pt x="360" y="171"/>
                            <a:pt x="361" y="169"/>
                            <a:pt x="362" y="167"/>
                          </a:cubicBezTo>
                          <a:cubicBezTo>
                            <a:pt x="363" y="165"/>
                            <a:pt x="364" y="163"/>
                            <a:pt x="364" y="162"/>
                          </a:cubicBezTo>
                          <a:cubicBezTo>
                            <a:pt x="365" y="160"/>
                            <a:pt x="366" y="159"/>
                            <a:pt x="366" y="158"/>
                          </a:cubicBezTo>
                          <a:cubicBezTo>
                            <a:pt x="367" y="157"/>
                            <a:pt x="367" y="156"/>
                            <a:pt x="368" y="155"/>
                          </a:cubicBezTo>
                          <a:cubicBezTo>
                            <a:pt x="368" y="154"/>
                            <a:pt x="369" y="153"/>
                            <a:pt x="369" y="152"/>
                          </a:cubicBezTo>
                          <a:cubicBezTo>
                            <a:pt x="369" y="151"/>
                            <a:pt x="370" y="150"/>
                            <a:pt x="370" y="149"/>
                          </a:cubicBezTo>
                          <a:cubicBezTo>
                            <a:pt x="380" y="126"/>
                            <a:pt x="384" y="105"/>
                            <a:pt x="383" y="87"/>
                          </a:cubicBezTo>
                          <a:cubicBezTo>
                            <a:pt x="383" y="68"/>
                            <a:pt x="377" y="52"/>
                            <a:pt x="368" y="39"/>
                          </a:cubicBezTo>
                          <a:cubicBezTo>
                            <a:pt x="358" y="25"/>
                            <a:pt x="344" y="15"/>
                            <a:pt x="326" y="9"/>
                          </a:cubicBezTo>
                          <a:cubicBezTo>
                            <a:pt x="308" y="2"/>
                            <a:pt x="286" y="0"/>
                            <a:pt x="261" y="3"/>
                          </a:cubicBez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sp>
                  <p:nvSpPr>
                    <p:cNvPr id="30" name="任意多边形: 形状 29"/>
                    <p:cNvSpPr/>
                    <p:nvPr/>
                  </p:nvSpPr>
                  <p:spPr>
                    <a:xfrm>
                      <a:off x="9412893" y="4196635"/>
                      <a:ext cx="1144735" cy="1072916"/>
                    </a:xfrm>
                    <a:custGeom>
                      <a:avLst/>
                      <a:gdLst/>
                      <a:ahLst/>
                      <a:cxnLst/>
                      <a:rect l="l" t="t" r="r" b="b"/>
                      <a:pathLst>
                        <a:path w="590" h="547" extrusionOk="0">
                          <a:moveTo>
                            <a:pt x="172" y="301"/>
                          </a:moveTo>
                          <a:cubicBezTo>
                            <a:pt x="156" y="305"/>
                            <a:pt x="156" y="305"/>
                            <a:pt x="156" y="305"/>
                          </a:cubicBezTo>
                          <a:cubicBezTo>
                            <a:pt x="154" y="306"/>
                            <a:pt x="152" y="306"/>
                            <a:pt x="150" y="307"/>
                          </a:cubicBezTo>
                          <a:cubicBezTo>
                            <a:pt x="148" y="307"/>
                            <a:pt x="146" y="308"/>
                            <a:pt x="144" y="308"/>
                          </a:cubicBezTo>
                          <a:cubicBezTo>
                            <a:pt x="138" y="310"/>
                            <a:pt x="138" y="310"/>
                            <a:pt x="138" y="310"/>
                          </a:cubicBezTo>
                          <a:cubicBezTo>
                            <a:pt x="136" y="310"/>
                            <a:pt x="134" y="311"/>
                            <a:pt x="132" y="311"/>
                          </a:cubicBezTo>
                          <a:cubicBezTo>
                            <a:pt x="132" y="311"/>
                            <a:pt x="124" y="312"/>
                            <a:pt x="123" y="313"/>
                          </a:cubicBezTo>
                          <a:cubicBezTo>
                            <a:pt x="121" y="313"/>
                            <a:pt x="121" y="313"/>
                            <a:pt x="121" y="313"/>
                          </a:cubicBezTo>
                          <a:cubicBezTo>
                            <a:pt x="112" y="314"/>
                            <a:pt x="103" y="315"/>
                            <a:pt x="95" y="315"/>
                          </a:cubicBezTo>
                          <a:cubicBezTo>
                            <a:pt x="82" y="315"/>
                            <a:pt x="70" y="313"/>
                            <a:pt x="60" y="310"/>
                          </a:cubicBezTo>
                          <a:cubicBezTo>
                            <a:pt x="43" y="305"/>
                            <a:pt x="29" y="297"/>
                            <a:pt x="19" y="286"/>
                          </a:cubicBezTo>
                          <a:cubicBezTo>
                            <a:pt x="9" y="275"/>
                            <a:pt x="4" y="260"/>
                            <a:pt x="2" y="244"/>
                          </a:cubicBezTo>
                          <a:cubicBezTo>
                            <a:pt x="0" y="226"/>
                            <a:pt x="3" y="206"/>
                            <a:pt x="11" y="185"/>
                          </a:cubicBezTo>
                          <a:cubicBezTo>
                            <a:pt x="20" y="163"/>
                            <a:pt x="33" y="142"/>
                            <a:pt x="50" y="120"/>
                          </a:cubicBezTo>
                          <a:cubicBezTo>
                            <a:pt x="66" y="100"/>
                            <a:pt x="86" y="80"/>
                            <a:pt x="109" y="63"/>
                          </a:cubicBezTo>
                          <a:cubicBezTo>
                            <a:pt x="131" y="46"/>
                            <a:pt x="155" y="32"/>
                            <a:pt x="180" y="21"/>
                          </a:cubicBezTo>
                          <a:cubicBezTo>
                            <a:pt x="206" y="10"/>
                            <a:pt x="231" y="3"/>
                            <a:pt x="254" y="1"/>
                          </a:cubicBezTo>
                          <a:cubicBezTo>
                            <a:pt x="261" y="0"/>
                            <a:pt x="267" y="0"/>
                            <a:pt x="273" y="0"/>
                          </a:cubicBezTo>
                          <a:cubicBezTo>
                            <a:pt x="289" y="0"/>
                            <a:pt x="303" y="2"/>
                            <a:pt x="315" y="6"/>
                          </a:cubicBezTo>
                          <a:cubicBezTo>
                            <a:pt x="331" y="12"/>
                            <a:pt x="344" y="21"/>
                            <a:pt x="353" y="33"/>
                          </a:cubicBezTo>
                          <a:cubicBezTo>
                            <a:pt x="362" y="45"/>
                            <a:pt x="367" y="60"/>
                            <a:pt x="367" y="77"/>
                          </a:cubicBezTo>
                          <a:cubicBezTo>
                            <a:pt x="368" y="95"/>
                            <a:pt x="364" y="115"/>
                            <a:pt x="355" y="135"/>
                          </a:cubicBezTo>
                          <a:cubicBezTo>
                            <a:pt x="355" y="136"/>
                            <a:pt x="354" y="139"/>
                            <a:pt x="354" y="139"/>
                          </a:cubicBezTo>
                          <a:cubicBezTo>
                            <a:pt x="351" y="145"/>
                            <a:pt x="351" y="145"/>
                            <a:pt x="351" y="145"/>
                          </a:cubicBezTo>
                          <a:cubicBezTo>
                            <a:pt x="349" y="148"/>
                            <a:pt x="349" y="148"/>
                            <a:pt x="349" y="148"/>
                          </a:cubicBezTo>
                          <a:cubicBezTo>
                            <a:pt x="346" y="153"/>
                            <a:pt x="346" y="153"/>
                            <a:pt x="346" y="153"/>
                          </a:cubicBezTo>
                          <a:cubicBezTo>
                            <a:pt x="346" y="155"/>
                            <a:pt x="345" y="157"/>
                            <a:pt x="344" y="158"/>
                          </a:cubicBezTo>
                          <a:cubicBezTo>
                            <a:pt x="343" y="160"/>
                            <a:pt x="342" y="161"/>
                            <a:pt x="341" y="162"/>
                          </a:cubicBezTo>
                          <a:cubicBezTo>
                            <a:pt x="340" y="164"/>
                            <a:pt x="340" y="164"/>
                            <a:pt x="340" y="164"/>
                          </a:cubicBezTo>
                          <a:cubicBezTo>
                            <a:pt x="339" y="165"/>
                            <a:pt x="338" y="167"/>
                            <a:pt x="337" y="169"/>
                          </a:cubicBezTo>
                          <a:cubicBezTo>
                            <a:pt x="328" y="184"/>
                            <a:pt x="328" y="184"/>
                            <a:pt x="328" y="184"/>
                          </a:cubicBezTo>
                          <a:cubicBezTo>
                            <a:pt x="590" y="151"/>
                            <a:pt x="590" y="151"/>
                            <a:pt x="590" y="151"/>
                          </a:cubicBezTo>
                          <a:cubicBezTo>
                            <a:pt x="438" y="489"/>
                            <a:pt x="438" y="489"/>
                            <a:pt x="438" y="489"/>
                          </a:cubicBezTo>
                          <a:cubicBezTo>
                            <a:pt x="72" y="547"/>
                            <a:pt x="72" y="547"/>
                            <a:pt x="72" y="547"/>
                          </a:cubicBezTo>
                          <a:lnTo>
                            <a:pt x="172" y="301"/>
                          </a:lnTo>
                          <a:close/>
                        </a:path>
                      </a:pathLst>
                    </a:custGeom>
                    <a:grpFill/>
                    <a:ln>
                      <a:noFill/>
                    </a:ln>
                  </p:spPr>
                  <p:txBody>
                    <a:bodyPr spcFirstLastPara="1" wrap="square" lIns="91440" tIns="45720" rIns="91440" bIns="45720" anchor="t" anchorCtr="0">
                      <a:normAutofit/>
                    </a:bodyPr>
                    <a:lstStyle/>
                    <a:p>
                      <a:pPr>
                        <a:buClr>
                          <a:srgbClr val="000000"/>
                        </a:buClr>
                        <a:buFont typeface="Arial" panose="020B0604020202020204"/>
                        <a:buNone/>
                      </a:pPr>
                      <a:endParaRPr>
                        <a:solidFill>
                          <a:schemeClr val="dk1"/>
                        </a:solidFill>
                        <a:cs typeface="+mn-ea"/>
                        <a:sym typeface="+mn-lt"/>
                      </a:endParaRPr>
                    </a:p>
                  </p:txBody>
                </p:sp>
              </p:grpSp>
            </p:grpSp>
          </p:grpSp>
          <p:sp>
            <p:nvSpPr>
              <p:cNvPr id="24" name="任意多边形: 形状 23"/>
              <p:cNvSpPr/>
              <p:nvPr/>
            </p:nvSpPr>
            <p:spPr>
              <a:xfrm>
                <a:off x="4952905" y="2209162"/>
                <a:ext cx="2726536" cy="2952798"/>
              </a:xfrm>
              <a:custGeom>
                <a:avLst/>
                <a:gdLst/>
                <a:ahLst/>
                <a:cxnLst/>
                <a:rect l="l" t="t" r="r" b="b"/>
                <a:pathLst>
                  <a:path w="3325" h="3564" extrusionOk="0">
                    <a:moveTo>
                      <a:pt x="3318" y="1363"/>
                    </a:moveTo>
                    <a:lnTo>
                      <a:pt x="1141" y="1541"/>
                    </a:lnTo>
                    <a:lnTo>
                      <a:pt x="15" y="0"/>
                    </a:lnTo>
                    <a:lnTo>
                      <a:pt x="3" y="0"/>
                    </a:lnTo>
                    <a:lnTo>
                      <a:pt x="0" y="12"/>
                    </a:lnTo>
                    <a:lnTo>
                      <a:pt x="1127" y="1550"/>
                    </a:lnTo>
                    <a:lnTo>
                      <a:pt x="426" y="3555"/>
                    </a:lnTo>
                    <a:lnTo>
                      <a:pt x="434" y="3564"/>
                    </a:lnTo>
                    <a:lnTo>
                      <a:pt x="443" y="3564"/>
                    </a:lnTo>
                    <a:lnTo>
                      <a:pt x="1143" y="1557"/>
                    </a:lnTo>
                    <a:lnTo>
                      <a:pt x="3321" y="1380"/>
                    </a:lnTo>
                    <a:lnTo>
                      <a:pt x="3325" y="1370"/>
                    </a:lnTo>
                    <a:lnTo>
                      <a:pt x="3318" y="1363"/>
                    </a:lnTo>
                    <a:close/>
                  </a:path>
                </a:pathLst>
              </a:custGeom>
              <a:solidFill>
                <a:schemeClr val="bg1">
                  <a:lumMod val="50000"/>
                  <a:alpha val="20000"/>
                </a:schemeClr>
              </a:solidFill>
              <a:ln>
                <a:noFill/>
              </a:ln>
            </p:spPr>
            <p:txBody>
              <a:bodyPr spcFirstLastPara="1" wrap="square" lIns="91440" tIns="45720" rIns="91440" bIns="4572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defRPr>
                </a:lvl9pPr>
              </a:lstStyle>
              <a:p>
                <a:pPr marL="0" marR="0" lvl="0" indent="0" algn="l" rtl="0">
                  <a:spcBef>
                    <a:spcPts val="0"/>
                  </a:spcBef>
                  <a:spcAft>
                    <a:spcPts val="0"/>
                  </a:spcAft>
                  <a:buNone/>
                </a:pPr>
                <a:endParaRPr sz="1800">
                  <a:solidFill>
                    <a:schemeClr val="dk1"/>
                  </a:solidFill>
                  <a:cs typeface="+mn-ea"/>
                  <a:sym typeface="+mn-lt"/>
                </a:endParaRPr>
              </a:p>
            </p:txBody>
          </p:sp>
        </p:grpSp>
        <p:sp>
          <p:nvSpPr>
            <p:cNvPr id="20" name="文本框 19"/>
            <p:cNvSpPr txBox="1"/>
            <p:nvPr/>
          </p:nvSpPr>
          <p:spPr bwMode="auto">
            <a:xfrm>
              <a:off x="7253049" y="1621468"/>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02.</a:t>
              </a:r>
              <a:endParaRPr lang="en-US" altLang="zh-CN" sz="1800" b="1" dirty="0">
                <a:cs typeface="+mn-ea"/>
                <a:sym typeface="+mn-lt"/>
              </a:endParaRPr>
            </a:p>
          </p:txBody>
        </p:sp>
        <p:sp>
          <p:nvSpPr>
            <p:cNvPr id="18" name="文本框 17"/>
            <p:cNvSpPr txBox="1"/>
            <p:nvPr/>
          </p:nvSpPr>
          <p:spPr bwMode="auto">
            <a:xfrm>
              <a:off x="7639902" y="4731618"/>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03.</a:t>
              </a:r>
              <a:endParaRPr lang="en-US" altLang="zh-CN" sz="1800" b="1" dirty="0">
                <a:cs typeface="+mn-ea"/>
                <a:sym typeface="+mn-lt"/>
              </a:endParaRPr>
            </a:p>
          </p:txBody>
        </p:sp>
        <p:sp>
          <p:nvSpPr>
            <p:cNvPr id="16" name="文本框 15"/>
            <p:cNvSpPr txBox="1"/>
            <p:nvPr/>
          </p:nvSpPr>
          <p:spPr bwMode="auto">
            <a:xfrm>
              <a:off x="669925" y="3416416"/>
              <a:ext cx="3859213"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1800" b="1" dirty="0">
                  <a:cs typeface="+mn-ea"/>
                  <a:sym typeface="+mn-lt"/>
                </a:rPr>
                <a:t>01.</a:t>
              </a:r>
              <a:endParaRPr lang="en-US" altLang="zh-CN" sz="1800" b="1" dirty="0">
                <a:cs typeface="+mn-ea"/>
                <a:sym typeface="+mn-lt"/>
              </a:endParaRPr>
            </a:p>
          </p:txBody>
        </p:sp>
      </p:grpSp>
      <p:sp>
        <p:nvSpPr>
          <p:cNvPr id="55" name="文本占位符 374"/>
          <p:cNvSpPr>
            <a:spLocks noGrp="1"/>
          </p:cNvSpPr>
          <p:nvPr>
            <p:ph type="body" sz="quarter" idx="23" hasCustomPrompt="1"/>
          </p:nvPr>
        </p:nvSpPr>
        <p:spPr>
          <a:xfrm>
            <a:off x="7749799" y="1731831"/>
            <a:ext cx="1318371" cy="30902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6" name="文本占位符 374"/>
          <p:cNvSpPr>
            <a:spLocks noGrp="1"/>
          </p:cNvSpPr>
          <p:nvPr>
            <p:ph type="body" sz="quarter" idx="24" hasCustomPrompt="1"/>
          </p:nvPr>
        </p:nvSpPr>
        <p:spPr>
          <a:xfrm>
            <a:off x="7748444" y="2182189"/>
            <a:ext cx="1882812" cy="414231"/>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7" name="文本占位符 374"/>
          <p:cNvSpPr>
            <a:spLocks noGrp="1"/>
          </p:cNvSpPr>
          <p:nvPr>
            <p:ph type="body" sz="quarter" idx="25" hasCustomPrompt="1"/>
          </p:nvPr>
        </p:nvSpPr>
        <p:spPr>
          <a:xfrm>
            <a:off x="8003508" y="4853100"/>
            <a:ext cx="1280191" cy="320183"/>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58" name="文本占位符 374"/>
          <p:cNvSpPr>
            <a:spLocks noGrp="1"/>
          </p:cNvSpPr>
          <p:nvPr>
            <p:ph type="body" sz="quarter" idx="26" hasCustomPrompt="1"/>
          </p:nvPr>
        </p:nvSpPr>
        <p:spPr>
          <a:xfrm>
            <a:off x="8002153" y="5314620"/>
            <a:ext cx="1882812" cy="414231"/>
          </a:xfrm>
          <a:prstGeom prst="rect">
            <a:avLst/>
          </a:prstGeom>
        </p:spPr>
        <p:txBody>
          <a:bodyPr/>
          <a:lstStyle>
            <a:lvl1pPr marL="0" indent="0">
              <a:buNone/>
              <a:defRPr sz="1200" b="0">
                <a:solidFill>
                  <a:schemeClr val="accent4"/>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59" name="文本占位符 374"/>
          <p:cNvSpPr>
            <a:spLocks noGrp="1"/>
          </p:cNvSpPr>
          <p:nvPr>
            <p:ph type="body" sz="quarter" idx="27" hasCustomPrompt="1"/>
          </p:nvPr>
        </p:nvSpPr>
        <p:spPr>
          <a:xfrm>
            <a:off x="1037412" y="3526779"/>
            <a:ext cx="1224683" cy="340709"/>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60" name="文本占位符 374"/>
          <p:cNvSpPr>
            <a:spLocks noGrp="1"/>
          </p:cNvSpPr>
          <p:nvPr>
            <p:ph type="body" sz="quarter" idx="28" hasCustomPrompt="1"/>
          </p:nvPr>
        </p:nvSpPr>
        <p:spPr>
          <a:xfrm>
            <a:off x="1037412" y="4030191"/>
            <a:ext cx="1882812" cy="414231"/>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6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6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逻辑-8">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Group 9"/>
          <p:cNvGrpSpPr/>
          <p:nvPr userDrawn="1"/>
        </p:nvGrpSpPr>
        <p:grpSpPr>
          <a:xfrm>
            <a:off x="800193" y="2322910"/>
            <a:ext cx="4577796" cy="826108"/>
            <a:chOff x="1716678" y="2163238"/>
            <a:chExt cx="4577796" cy="826108"/>
          </a:xfrm>
        </p:grpSpPr>
        <p:sp>
          <p:nvSpPr>
            <p:cNvPr id="3" name="Rectangle: Rounded Corners 2"/>
            <p:cNvSpPr/>
            <p:nvPr/>
          </p:nvSpPr>
          <p:spPr>
            <a:xfrm flipH="1">
              <a:off x="1716678" y="2163238"/>
              <a:ext cx="4577796" cy="825809"/>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4" name="Freeform: Shape 3"/>
            <p:cNvSpPr/>
            <p:nvPr/>
          </p:nvSpPr>
          <p:spPr>
            <a:xfrm>
              <a:off x="1716681"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 name="TextBox 6"/>
            <p:cNvSpPr txBox="1"/>
            <p:nvPr/>
          </p:nvSpPr>
          <p:spPr>
            <a:xfrm>
              <a:off x="1827290" y="2314532"/>
              <a:ext cx="585417"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01</a:t>
              </a:r>
              <a:endParaRPr lang="zh-CN" altLang="en-US" sz="2800" b="1" dirty="0"/>
            </a:p>
          </p:txBody>
        </p:sp>
      </p:grpSp>
      <p:grpSp>
        <p:nvGrpSpPr>
          <p:cNvPr id="6" name="Group 27"/>
          <p:cNvGrpSpPr/>
          <p:nvPr userDrawn="1"/>
        </p:nvGrpSpPr>
        <p:grpSpPr>
          <a:xfrm>
            <a:off x="1735957" y="3605411"/>
            <a:ext cx="4579067" cy="826108"/>
            <a:chOff x="1715407" y="2163238"/>
            <a:chExt cx="4579067" cy="826108"/>
          </a:xfrm>
        </p:grpSpPr>
        <p:sp>
          <p:nvSpPr>
            <p:cNvPr id="7" name="Rectangle: Rounded Corners 28"/>
            <p:cNvSpPr/>
            <p:nvPr/>
          </p:nvSpPr>
          <p:spPr>
            <a:xfrm flipH="1">
              <a:off x="1716678" y="2163238"/>
              <a:ext cx="4577796" cy="825809"/>
            </a:xfrm>
            <a:prstGeom prst="roundRect">
              <a:avLst>
                <a:gd name="adj" fmla="val 50000"/>
              </a:avLst>
            </a:prstGeom>
            <a:gradFill flip="none" rotWithShape="1">
              <a:gsLst>
                <a:gs pos="0">
                  <a:schemeClr val="accent3">
                    <a:lumMod val="100000"/>
                  </a:schemeClr>
                </a:gs>
                <a:gs pos="60000">
                  <a:schemeClr val="accent3">
                    <a:lumMod val="100000"/>
                  </a:schemeClr>
                </a:gs>
              </a:gsLst>
              <a:lin ang="2700000" scaled="0"/>
              <a:tileRect/>
            </a:gradFill>
            <a:ln w="57150" cap="rnd">
              <a:noFill/>
              <a:prstDash val="solid"/>
              <a:round/>
            </a:ln>
            <a:effectLst>
              <a:outerShdw blurRad="76200" dist="50800" dir="5400000" algn="ctr" rotWithShape="0">
                <a:schemeClr val="accent3">
                  <a:lumMod val="10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8" name="Freeform: Shape 29"/>
            <p:cNvSpPr/>
            <p:nvPr/>
          </p:nvSpPr>
          <p:spPr>
            <a:xfrm>
              <a:off x="1715407"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9" name="TextBox 32"/>
            <p:cNvSpPr txBox="1"/>
            <p:nvPr/>
          </p:nvSpPr>
          <p:spPr>
            <a:xfrm>
              <a:off x="1827289" y="2314532"/>
              <a:ext cx="58541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02</a:t>
              </a:r>
              <a:endParaRPr lang="zh-CN" altLang="en-US" sz="2800" b="1" dirty="0"/>
            </a:p>
          </p:txBody>
        </p:sp>
      </p:grpSp>
      <p:grpSp>
        <p:nvGrpSpPr>
          <p:cNvPr id="10" name="Group 34"/>
          <p:cNvGrpSpPr/>
          <p:nvPr userDrawn="1"/>
        </p:nvGrpSpPr>
        <p:grpSpPr>
          <a:xfrm>
            <a:off x="2674263" y="4862512"/>
            <a:ext cx="4577796" cy="826108"/>
            <a:chOff x="1716678" y="2163238"/>
            <a:chExt cx="4577796" cy="826108"/>
          </a:xfrm>
        </p:grpSpPr>
        <p:sp>
          <p:nvSpPr>
            <p:cNvPr id="16" name="Rectangle: Rounded Corners 35"/>
            <p:cNvSpPr/>
            <p:nvPr/>
          </p:nvSpPr>
          <p:spPr>
            <a:xfrm flipH="1">
              <a:off x="1716678" y="2163238"/>
              <a:ext cx="4577796" cy="825809"/>
            </a:xfrm>
            <a:prstGeom prst="roundRect">
              <a:avLst>
                <a:gd name="adj" fmla="val 50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3765"/>
              <a:r>
                <a:rPr lang="en-US" altLang="zh-CN" sz="2000" b="1" dirty="0">
                  <a:solidFill>
                    <a:schemeClr val="bg1"/>
                  </a:solidFill>
                </a:rPr>
                <a:t> </a:t>
              </a:r>
              <a:endParaRPr lang="zh-CN" altLang="en-US" sz="2000" b="1" dirty="0">
                <a:solidFill>
                  <a:schemeClr val="bg1"/>
                </a:solidFill>
              </a:endParaRPr>
            </a:p>
          </p:txBody>
        </p:sp>
        <p:sp>
          <p:nvSpPr>
            <p:cNvPr id="17" name="Freeform: Shape 36"/>
            <p:cNvSpPr/>
            <p:nvPr/>
          </p:nvSpPr>
          <p:spPr>
            <a:xfrm>
              <a:off x="1716681" y="2163238"/>
              <a:ext cx="1141591" cy="826108"/>
            </a:xfrm>
            <a:custGeom>
              <a:avLst/>
              <a:gdLst>
                <a:gd name="connsiteX0" fmla="*/ 533614 w 1474793"/>
                <a:gd name="connsiteY0" fmla="*/ 0 h 1067228"/>
                <a:gd name="connsiteX1" fmla="*/ 641156 w 1474793"/>
                <a:gd name="connsiteY1" fmla="*/ 10841 h 1067228"/>
                <a:gd name="connsiteX2" fmla="*/ 642850 w 1474793"/>
                <a:gd name="connsiteY2" fmla="*/ 11367 h 1067228"/>
                <a:gd name="connsiteX3" fmla="*/ 643605 w 1474793"/>
                <a:gd name="connsiteY3" fmla="*/ 10579 h 1067228"/>
                <a:gd name="connsiteX4" fmla="*/ 730860 w 1474793"/>
                <a:gd name="connsiteY4" fmla="*/ 36748 h 1067228"/>
                <a:gd name="connsiteX5" fmla="*/ 741010 w 1474793"/>
                <a:gd name="connsiteY5" fmla="*/ 41837 h 1067228"/>
                <a:gd name="connsiteX6" fmla="*/ 741321 w 1474793"/>
                <a:gd name="connsiteY6" fmla="*/ 41934 h 1067228"/>
                <a:gd name="connsiteX7" fmla="*/ 742759 w 1474793"/>
                <a:gd name="connsiteY7" fmla="*/ 42714 h 1067228"/>
                <a:gd name="connsiteX8" fmla="*/ 811100 w 1474793"/>
                <a:gd name="connsiteY8" fmla="*/ 76983 h 1067228"/>
                <a:gd name="connsiteX9" fmla="*/ 825702 w 1474793"/>
                <a:gd name="connsiteY9" fmla="*/ 87735 h 1067228"/>
                <a:gd name="connsiteX10" fmla="*/ 831963 w 1474793"/>
                <a:gd name="connsiteY10" fmla="*/ 91133 h 1067228"/>
                <a:gd name="connsiteX11" fmla="*/ 845602 w 1474793"/>
                <a:gd name="connsiteY11" fmla="*/ 102387 h 1067228"/>
                <a:gd name="connsiteX12" fmla="*/ 882900 w 1474793"/>
                <a:gd name="connsiteY12" fmla="*/ 129847 h 1067228"/>
                <a:gd name="connsiteX13" fmla="*/ 898739 w 1474793"/>
                <a:gd name="connsiteY13" fmla="*/ 146228 h 1067228"/>
                <a:gd name="connsiteX14" fmla="*/ 910936 w 1474793"/>
                <a:gd name="connsiteY14" fmla="*/ 156292 h 1067228"/>
                <a:gd name="connsiteX15" fmla="*/ 925281 w 1474793"/>
                <a:gd name="connsiteY15" fmla="*/ 173678 h 1067228"/>
                <a:gd name="connsiteX16" fmla="*/ 944837 w 1474793"/>
                <a:gd name="connsiteY16" fmla="*/ 193903 h 1067228"/>
                <a:gd name="connsiteX17" fmla="*/ 959019 w 1474793"/>
                <a:gd name="connsiteY17" fmla="*/ 214569 h 1067228"/>
                <a:gd name="connsiteX18" fmla="*/ 976095 w 1474793"/>
                <a:gd name="connsiteY18" fmla="*/ 235265 h 1067228"/>
                <a:gd name="connsiteX19" fmla="*/ 986966 w 1474793"/>
                <a:gd name="connsiteY19" fmla="*/ 255294 h 1067228"/>
                <a:gd name="connsiteX20" fmla="*/ 995488 w 1474793"/>
                <a:gd name="connsiteY20" fmla="*/ 267712 h 1067228"/>
                <a:gd name="connsiteX21" fmla="*/ 1005676 w 1474793"/>
                <a:gd name="connsiteY21" fmla="*/ 289764 h 1067228"/>
                <a:gd name="connsiteX22" fmla="*/ 1025294 w 1474793"/>
                <a:gd name="connsiteY22" fmla="*/ 325907 h 1067228"/>
                <a:gd name="connsiteX23" fmla="*/ 1031274 w 1474793"/>
                <a:gd name="connsiteY23" fmla="*/ 345171 h 1067228"/>
                <a:gd name="connsiteX24" fmla="*/ 1033430 w 1474793"/>
                <a:gd name="connsiteY24" fmla="*/ 349838 h 1067228"/>
                <a:gd name="connsiteX25" fmla="*/ 1037839 w 1474793"/>
                <a:gd name="connsiteY25" fmla="*/ 366321 h 1067228"/>
                <a:gd name="connsiteX26" fmla="*/ 1056387 w 1474793"/>
                <a:gd name="connsiteY26" fmla="*/ 426072 h 1067228"/>
                <a:gd name="connsiteX27" fmla="*/ 1067228 w 1474793"/>
                <a:gd name="connsiteY27" fmla="*/ 533614 h 1067228"/>
                <a:gd name="connsiteX28" fmla="*/ 1065078 w 1474793"/>
                <a:gd name="connsiteY28" fmla="*/ 554940 h 1067228"/>
                <a:gd name="connsiteX29" fmla="*/ 1064327 w 1474793"/>
                <a:gd name="connsiteY29" fmla="*/ 594320 h 1067228"/>
                <a:gd name="connsiteX30" fmla="*/ 1347937 w 1474793"/>
                <a:gd name="connsiteY30" fmla="*/ 1034890 h 1067228"/>
                <a:gd name="connsiteX31" fmla="*/ 1410642 w 1474793"/>
                <a:gd name="connsiteY31" fmla="*/ 1053546 h 1067228"/>
                <a:gd name="connsiteX32" fmla="*/ 1474793 w 1474793"/>
                <a:gd name="connsiteY32" fmla="*/ 1066843 h 1067228"/>
                <a:gd name="connsiteX33" fmla="*/ 542300 w 1474793"/>
                <a:gd name="connsiteY33" fmla="*/ 1066843 h 1067228"/>
                <a:gd name="connsiteX34" fmla="*/ 539867 w 1474793"/>
                <a:gd name="connsiteY34" fmla="*/ 1066598 h 1067228"/>
                <a:gd name="connsiteX35" fmla="*/ 533614 w 1474793"/>
                <a:gd name="connsiteY35" fmla="*/ 1067228 h 1067228"/>
                <a:gd name="connsiteX36" fmla="*/ 0 w 1474793"/>
                <a:gd name="connsiteY36" fmla="*/ 533614 h 1067228"/>
                <a:gd name="connsiteX37" fmla="*/ 533614 w 1474793"/>
                <a:gd name="connsiteY37" fmla="*/ 0 h 1067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4793" h="1067228">
                  <a:moveTo>
                    <a:pt x="533614" y="0"/>
                  </a:moveTo>
                  <a:cubicBezTo>
                    <a:pt x="570452" y="0"/>
                    <a:pt x="606419" y="3733"/>
                    <a:pt x="641156" y="10841"/>
                  </a:cubicBezTo>
                  <a:lnTo>
                    <a:pt x="642850" y="11367"/>
                  </a:lnTo>
                  <a:lnTo>
                    <a:pt x="643605" y="10579"/>
                  </a:lnTo>
                  <a:cubicBezTo>
                    <a:pt x="673701" y="16798"/>
                    <a:pt x="702865" y="25601"/>
                    <a:pt x="730860" y="36748"/>
                  </a:cubicBezTo>
                  <a:lnTo>
                    <a:pt x="741010" y="41837"/>
                  </a:lnTo>
                  <a:lnTo>
                    <a:pt x="741321" y="41934"/>
                  </a:lnTo>
                  <a:lnTo>
                    <a:pt x="742759" y="42714"/>
                  </a:lnTo>
                  <a:lnTo>
                    <a:pt x="811100" y="76983"/>
                  </a:lnTo>
                  <a:lnTo>
                    <a:pt x="825702" y="87735"/>
                  </a:lnTo>
                  <a:lnTo>
                    <a:pt x="831963" y="91133"/>
                  </a:lnTo>
                  <a:lnTo>
                    <a:pt x="845602" y="102387"/>
                  </a:lnTo>
                  <a:lnTo>
                    <a:pt x="882900" y="129847"/>
                  </a:lnTo>
                  <a:lnTo>
                    <a:pt x="898739" y="146228"/>
                  </a:lnTo>
                  <a:lnTo>
                    <a:pt x="910936" y="156292"/>
                  </a:lnTo>
                  <a:lnTo>
                    <a:pt x="925281" y="173678"/>
                  </a:lnTo>
                  <a:lnTo>
                    <a:pt x="944837" y="193903"/>
                  </a:lnTo>
                  <a:lnTo>
                    <a:pt x="959019" y="214569"/>
                  </a:lnTo>
                  <a:lnTo>
                    <a:pt x="976095" y="235265"/>
                  </a:lnTo>
                  <a:lnTo>
                    <a:pt x="986966" y="255294"/>
                  </a:lnTo>
                  <a:lnTo>
                    <a:pt x="995488" y="267712"/>
                  </a:lnTo>
                  <a:lnTo>
                    <a:pt x="1005676" y="289764"/>
                  </a:lnTo>
                  <a:lnTo>
                    <a:pt x="1025294" y="325907"/>
                  </a:lnTo>
                  <a:lnTo>
                    <a:pt x="1031274" y="345171"/>
                  </a:lnTo>
                  <a:lnTo>
                    <a:pt x="1033430" y="349838"/>
                  </a:lnTo>
                  <a:lnTo>
                    <a:pt x="1037839" y="366321"/>
                  </a:lnTo>
                  <a:lnTo>
                    <a:pt x="1056387" y="426072"/>
                  </a:lnTo>
                  <a:cubicBezTo>
                    <a:pt x="1063495" y="460809"/>
                    <a:pt x="1067228" y="496776"/>
                    <a:pt x="1067228" y="533614"/>
                  </a:cubicBezTo>
                  <a:lnTo>
                    <a:pt x="1065078" y="554940"/>
                  </a:lnTo>
                  <a:lnTo>
                    <a:pt x="1064327" y="594320"/>
                  </a:lnTo>
                  <a:cubicBezTo>
                    <a:pt x="1060491" y="737511"/>
                    <a:pt x="1069636" y="930381"/>
                    <a:pt x="1347937" y="1034890"/>
                  </a:cubicBezTo>
                  <a:cubicBezTo>
                    <a:pt x="1365331" y="1041421"/>
                    <a:pt x="1386419" y="1047630"/>
                    <a:pt x="1410642" y="1053546"/>
                  </a:cubicBezTo>
                  <a:lnTo>
                    <a:pt x="1474793" y="1066843"/>
                  </a:lnTo>
                  <a:lnTo>
                    <a:pt x="542300" y="1066843"/>
                  </a:lnTo>
                  <a:lnTo>
                    <a:pt x="539867" y="1066598"/>
                  </a:lnTo>
                  <a:lnTo>
                    <a:pt x="533614" y="1067228"/>
                  </a:lnTo>
                  <a:cubicBezTo>
                    <a:pt x="238907" y="1067228"/>
                    <a:pt x="0" y="828321"/>
                    <a:pt x="0" y="533614"/>
                  </a:cubicBezTo>
                  <a:cubicBezTo>
                    <a:pt x="0" y="238907"/>
                    <a:pt x="238907" y="0"/>
                    <a:pt x="533614" y="0"/>
                  </a:cubicBez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8" name="TextBox 39"/>
            <p:cNvSpPr txBox="1"/>
            <p:nvPr/>
          </p:nvSpPr>
          <p:spPr>
            <a:xfrm>
              <a:off x="1827289" y="2314532"/>
              <a:ext cx="585418"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b="1" dirty="0"/>
                <a:t>03</a:t>
              </a:r>
              <a:endParaRPr lang="zh-CN" altLang="en-US" sz="2800" b="1" dirty="0"/>
            </a:p>
          </p:txBody>
        </p:sp>
      </p:grpSp>
      <p:sp>
        <p:nvSpPr>
          <p:cNvPr id="19" name="文本占位符 374"/>
          <p:cNvSpPr>
            <a:spLocks noGrp="1"/>
          </p:cNvSpPr>
          <p:nvPr>
            <p:ph type="body" sz="quarter" idx="31" hasCustomPrompt="1"/>
          </p:nvPr>
        </p:nvSpPr>
        <p:spPr>
          <a:xfrm>
            <a:off x="1800164" y="2397607"/>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0" name="文本占位符 374"/>
          <p:cNvSpPr>
            <a:spLocks noGrp="1"/>
          </p:cNvSpPr>
          <p:nvPr>
            <p:ph type="body" sz="quarter" idx="32" hasCustomPrompt="1"/>
          </p:nvPr>
        </p:nvSpPr>
        <p:spPr>
          <a:xfrm>
            <a:off x="1800164" y="2771586"/>
            <a:ext cx="2038220" cy="278943"/>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文本占位符 374"/>
          <p:cNvSpPr>
            <a:spLocks noGrp="1"/>
          </p:cNvSpPr>
          <p:nvPr>
            <p:ph type="body" sz="quarter" idx="33" hasCustomPrompt="1"/>
          </p:nvPr>
        </p:nvSpPr>
        <p:spPr>
          <a:xfrm>
            <a:off x="2877548" y="3682161"/>
            <a:ext cx="1216287" cy="346274"/>
          </a:xfrm>
          <a:prstGeom prst="rect">
            <a:avLst/>
          </a:prstGeom>
        </p:spPr>
        <p:txBody>
          <a:bodyPr/>
          <a:lstStyle>
            <a:lvl1pPr marL="0" indent="0">
              <a:buNone/>
              <a:defRPr sz="1800" b="1">
                <a:solidFill>
                  <a:schemeClr val="accent1"/>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34" hasCustomPrompt="1"/>
          </p:nvPr>
        </p:nvSpPr>
        <p:spPr>
          <a:xfrm>
            <a:off x="2877548" y="4056140"/>
            <a:ext cx="2038220" cy="278943"/>
          </a:xfrm>
          <a:prstGeom prst="rect">
            <a:avLst/>
          </a:prstGeom>
        </p:spPr>
        <p:txBody>
          <a:bodyPr/>
          <a:lstStyle>
            <a:lvl1pPr marL="0" indent="0">
              <a:buNone/>
              <a:defRPr sz="1200" b="0">
                <a:solidFill>
                  <a:schemeClr val="accent1"/>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3" name="文本占位符 374"/>
          <p:cNvSpPr>
            <a:spLocks noGrp="1"/>
          </p:cNvSpPr>
          <p:nvPr>
            <p:ph type="body" sz="quarter" idx="35" hasCustomPrompt="1"/>
          </p:nvPr>
        </p:nvSpPr>
        <p:spPr>
          <a:xfrm>
            <a:off x="3713987" y="4930881"/>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36" hasCustomPrompt="1"/>
          </p:nvPr>
        </p:nvSpPr>
        <p:spPr>
          <a:xfrm>
            <a:off x="3713987" y="5304860"/>
            <a:ext cx="2038220" cy="278943"/>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6" name="图片占位符 25"/>
          <p:cNvSpPr>
            <a:spLocks noGrp="1"/>
          </p:cNvSpPr>
          <p:nvPr>
            <p:ph type="pic" sz="quarter" idx="37"/>
          </p:nvPr>
        </p:nvSpPr>
        <p:spPr>
          <a:xfrm>
            <a:off x="8178800" y="1675561"/>
            <a:ext cx="4013200" cy="4013200"/>
          </a:xfrm>
          <a:prstGeom prst="rect">
            <a:avLst/>
          </a:prstGeom>
          <a:pattFill prst="wdUpDiag">
            <a:fgClr>
              <a:schemeClr val="accent1"/>
            </a:fgClr>
            <a:bgClr>
              <a:schemeClr val="bg1"/>
            </a:bgClr>
          </a:pattFill>
        </p:spPr>
        <p:txBody>
          <a:bodyPr/>
          <a:lstStyle/>
          <a:p>
            <a:endParaRPr lang="zh-CN" altLang="en-US"/>
          </a:p>
        </p:txBody>
      </p:sp>
      <p:cxnSp>
        <p:nvCxnSpPr>
          <p:cNvPr id="30" name="直接连接符 2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逻辑-1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任意多边形: 形状 1"/>
          <p:cNvSpPr/>
          <p:nvPr userDrawn="1"/>
        </p:nvSpPr>
        <p:spPr>
          <a:xfrm flipH="1" flipV="1">
            <a:off x="7943721" y="1916806"/>
            <a:ext cx="2678561" cy="3549410"/>
          </a:xfrm>
          <a:custGeom>
            <a:avLst/>
            <a:gdLst>
              <a:gd name="connsiteX0" fmla="*/ 0 w 3275465"/>
              <a:gd name="connsiteY0" fmla="*/ 0 h 4340379"/>
              <a:gd name="connsiteX1" fmla="*/ 3275465 w 3275465"/>
              <a:gd name="connsiteY1" fmla="*/ 0 h 4340379"/>
              <a:gd name="connsiteX2" fmla="*/ 3275465 w 3275465"/>
              <a:gd name="connsiteY2" fmla="*/ 2873103 h 4340379"/>
              <a:gd name="connsiteX3" fmla="*/ 0 w 3275465"/>
              <a:gd name="connsiteY3" fmla="*/ 4340379 h 4340379"/>
              <a:gd name="connsiteX4" fmla="*/ 0 w 3275465"/>
              <a:gd name="connsiteY4" fmla="*/ 0 h 4340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5465" h="4340379">
                <a:moveTo>
                  <a:pt x="0" y="0"/>
                </a:moveTo>
                <a:lnTo>
                  <a:pt x="3275465" y="0"/>
                </a:lnTo>
                <a:lnTo>
                  <a:pt x="3275465" y="2873103"/>
                </a:lnTo>
                <a:lnTo>
                  <a:pt x="0" y="4340379"/>
                </a:lnTo>
                <a:lnTo>
                  <a:pt x="0" y="0"/>
                </a:lnTo>
                <a:close/>
              </a:path>
            </a:pathLst>
          </a:custGeom>
          <a:gradFill>
            <a:gsLst>
              <a:gs pos="42000">
                <a:schemeClr val="accent1"/>
              </a:gs>
              <a:gs pos="100000">
                <a:schemeClr val="bg1">
                  <a:alpha val="0"/>
                </a:schemeClr>
              </a:gs>
            </a:gsLst>
            <a:lin ang="5400000" scaled="1"/>
          </a:gradFill>
          <a:ln>
            <a:gradFill flip="none" rotWithShape="1">
              <a:gsLst>
                <a:gs pos="0">
                  <a:schemeClr val="accent1"/>
                </a:gs>
                <a:gs pos="77000">
                  <a:schemeClr val="accent1">
                    <a:alpha val="0"/>
                  </a:schemeClr>
                </a:gs>
              </a:gsLst>
              <a:lin ang="42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grpSp>
        <p:nvGrpSpPr>
          <p:cNvPr id="3" name="组合 2"/>
          <p:cNvGrpSpPr/>
          <p:nvPr userDrawn="1"/>
        </p:nvGrpSpPr>
        <p:grpSpPr>
          <a:xfrm>
            <a:off x="939119" y="1183040"/>
            <a:ext cx="10224181" cy="4698702"/>
            <a:chOff x="939119" y="1286317"/>
            <a:chExt cx="10224181" cy="4698702"/>
          </a:xfrm>
          <a:solidFill>
            <a:schemeClr val="accent4"/>
          </a:solidFill>
        </p:grpSpPr>
        <p:cxnSp>
          <p:nvCxnSpPr>
            <p:cNvPr id="4" name="直接连接符 3"/>
            <p:cNvCxnSpPr/>
            <p:nvPr/>
          </p:nvCxnSpPr>
          <p:spPr>
            <a:xfrm flipV="1">
              <a:off x="1028700" y="1482580"/>
              <a:ext cx="10134600" cy="4502439"/>
            </a:xfrm>
            <a:prstGeom prst="line">
              <a:avLst/>
            </a:prstGeom>
            <a:grpFill/>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直角三角形 4"/>
            <p:cNvSpPr/>
            <p:nvPr/>
          </p:nvSpPr>
          <p:spPr>
            <a:xfrm rot="20174935">
              <a:off x="939119" y="5566036"/>
              <a:ext cx="561335" cy="31225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6" name="直角三角形 5"/>
            <p:cNvSpPr/>
            <p:nvPr/>
          </p:nvSpPr>
          <p:spPr>
            <a:xfrm rot="20151682" flipH="1">
              <a:off x="10557897" y="1286317"/>
              <a:ext cx="561335" cy="31225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7" name="任意多边形: 形状 6"/>
          <p:cNvSpPr/>
          <p:nvPr userDrawn="1"/>
        </p:nvSpPr>
        <p:spPr>
          <a:xfrm>
            <a:off x="1569720" y="2001383"/>
            <a:ext cx="2678561" cy="3549410"/>
          </a:xfrm>
          <a:custGeom>
            <a:avLst/>
            <a:gdLst>
              <a:gd name="connsiteX0" fmla="*/ 0 w 3275465"/>
              <a:gd name="connsiteY0" fmla="*/ 0 h 4340379"/>
              <a:gd name="connsiteX1" fmla="*/ 3275465 w 3275465"/>
              <a:gd name="connsiteY1" fmla="*/ 0 h 4340379"/>
              <a:gd name="connsiteX2" fmla="*/ 3275465 w 3275465"/>
              <a:gd name="connsiteY2" fmla="*/ 2873103 h 4340379"/>
              <a:gd name="connsiteX3" fmla="*/ 0 w 3275465"/>
              <a:gd name="connsiteY3" fmla="*/ 4340379 h 4340379"/>
              <a:gd name="connsiteX4" fmla="*/ 0 w 3275465"/>
              <a:gd name="connsiteY4" fmla="*/ 0 h 4340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5465" h="4340379">
                <a:moveTo>
                  <a:pt x="0" y="0"/>
                </a:moveTo>
                <a:lnTo>
                  <a:pt x="3275465" y="0"/>
                </a:lnTo>
                <a:lnTo>
                  <a:pt x="3275465" y="2873103"/>
                </a:lnTo>
                <a:lnTo>
                  <a:pt x="0" y="4340379"/>
                </a:lnTo>
                <a:lnTo>
                  <a:pt x="0" y="0"/>
                </a:lnTo>
                <a:close/>
              </a:path>
            </a:pathLst>
          </a:custGeom>
          <a:gradFill>
            <a:gsLst>
              <a:gs pos="42000">
                <a:schemeClr val="accent1"/>
              </a:gs>
              <a:gs pos="100000">
                <a:schemeClr val="bg1">
                  <a:alpha val="0"/>
                </a:schemeClr>
              </a:gs>
            </a:gsLst>
            <a:lin ang="5400000" scaled="1"/>
          </a:gradFill>
          <a:ln>
            <a:gradFill flip="none" rotWithShape="1">
              <a:gsLst>
                <a:gs pos="0">
                  <a:schemeClr val="accent1"/>
                </a:gs>
                <a:gs pos="77000">
                  <a:schemeClr val="accent1">
                    <a:alpha val="0"/>
                  </a:schemeClr>
                </a:gs>
              </a:gsLst>
              <a:lin ang="42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p>
        </p:txBody>
      </p:sp>
      <p:sp>
        <p:nvSpPr>
          <p:cNvPr id="8" name="任意多边形: 形状 7"/>
          <p:cNvSpPr>
            <a:spLocks noEditPoints="1"/>
          </p:cNvSpPr>
          <p:nvPr userDrawn="1"/>
        </p:nvSpPr>
        <p:spPr bwMode="auto">
          <a:xfrm>
            <a:off x="2752875" y="1585857"/>
            <a:ext cx="312250" cy="312250"/>
          </a:xfrm>
          <a:custGeom>
            <a:avLst/>
            <a:gdLst>
              <a:gd name="T0" fmla="*/ 302 w 596"/>
              <a:gd name="T1" fmla="*/ 536 h 596"/>
              <a:gd name="T2" fmla="*/ 291 w 596"/>
              <a:gd name="T3" fmla="*/ 534 h 596"/>
              <a:gd name="T4" fmla="*/ 110 w 596"/>
              <a:gd name="T5" fmla="*/ 350 h 596"/>
              <a:gd name="T6" fmla="*/ 112 w 596"/>
              <a:gd name="T7" fmla="*/ 342 h 596"/>
              <a:gd name="T8" fmla="*/ 119 w 596"/>
              <a:gd name="T9" fmla="*/ 338 h 596"/>
              <a:gd name="T10" fmla="*/ 219 w 596"/>
              <a:gd name="T11" fmla="*/ 87 h 596"/>
              <a:gd name="T12" fmla="*/ 228 w 596"/>
              <a:gd name="T13" fmla="*/ 80 h 596"/>
              <a:gd name="T14" fmla="*/ 374 w 596"/>
              <a:gd name="T15" fmla="*/ 83 h 596"/>
              <a:gd name="T16" fmla="*/ 378 w 596"/>
              <a:gd name="T17" fmla="*/ 338 h 596"/>
              <a:gd name="T18" fmla="*/ 482 w 596"/>
              <a:gd name="T19" fmla="*/ 340 h 596"/>
              <a:gd name="T20" fmla="*/ 487 w 596"/>
              <a:gd name="T21" fmla="*/ 347 h 596"/>
              <a:gd name="T22" fmla="*/ 483 w 596"/>
              <a:gd name="T23" fmla="*/ 356 h 596"/>
              <a:gd name="T24" fmla="*/ 268 w 596"/>
              <a:gd name="T25" fmla="*/ 2 h 596"/>
              <a:gd name="T26" fmla="*/ 225 w 596"/>
              <a:gd name="T27" fmla="*/ 10 h 596"/>
              <a:gd name="T28" fmla="*/ 184 w 596"/>
              <a:gd name="T29" fmla="*/ 23 h 596"/>
              <a:gd name="T30" fmla="*/ 145 w 596"/>
              <a:gd name="T31" fmla="*/ 42 h 596"/>
              <a:gd name="T32" fmla="*/ 109 w 596"/>
              <a:gd name="T33" fmla="*/ 68 h 596"/>
              <a:gd name="T34" fmla="*/ 77 w 596"/>
              <a:gd name="T35" fmla="*/ 99 h 596"/>
              <a:gd name="T36" fmla="*/ 49 w 596"/>
              <a:gd name="T37" fmla="*/ 133 h 596"/>
              <a:gd name="T38" fmla="*/ 29 w 596"/>
              <a:gd name="T39" fmla="*/ 171 h 596"/>
              <a:gd name="T40" fmla="*/ 13 w 596"/>
              <a:gd name="T41" fmla="*/ 212 h 596"/>
              <a:gd name="T42" fmla="*/ 3 w 596"/>
              <a:gd name="T43" fmla="*/ 254 h 596"/>
              <a:gd name="T44" fmla="*/ 0 w 596"/>
              <a:gd name="T45" fmla="*/ 298 h 596"/>
              <a:gd name="T46" fmla="*/ 3 w 596"/>
              <a:gd name="T47" fmla="*/ 343 h 596"/>
              <a:gd name="T48" fmla="*/ 13 w 596"/>
              <a:gd name="T49" fmla="*/ 386 h 596"/>
              <a:gd name="T50" fmla="*/ 29 w 596"/>
              <a:gd name="T51" fmla="*/ 426 h 596"/>
              <a:gd name="T52" fmla="*/ 49 w 596"/>
              <a:gd name="T53" fmla="*/ 464 h 596"/>
              <a:gd name="T54" fmla="*/ 77 w 596"/>
              <a:gd name="T55" fmla="*/ 498 h 596"/>
              <a:gd name="T56" fmla="*/ 109 w 596"/>
              <a:gd name="T57" fmla="*/ 529 h 596"/>
              <a:gd name="T58" fmla="*/ 145 w 596"/>
              <a:gd name="T59" fmla="*/ 554 h 596"/>
              <a:gd name="T60" fmla="*/ 184 w 596"/>
              <a:gd name="T61" fmla="*/ 574 h 596"/>
              <a:gd name="T62" fmla="*/ 225 w 596"/>
              <a:gd name="T63" fmla="*/ 588 h 596"/>
              <a:gd name="T64" fmla="*/ 268 w 596"/>
              <a:gd name="T65" fmla="*/ 595 h 596"/>
              <a:gd name="T66" fmla="*/ 313 w 596"/>
              <a:gd name="T67" fmla="*/ 596 h 596"/>
              <a:gd name="T68" fmla="*/ 356 w 596"/>
              <a:gd name="T69" fmla="*/ 591 h 596"/>
              <a:gd name="T70" fmla="*/ 398 w 596"/>
              <a:gd name="T71" fmla="*/ 579 h 596"/>
              <a:gd name="T72" fmla="*/ 438 w 596"/>
              <a:gd name="T73" fmla="*/ 562 h 596"/>
              <a:gd name="T74" fmla="*/ 475 w 596"/>
              <a:gd name="T75" fmla="*/ 538 h 596"/>
              <a:gd name="T76" fmla="*/ 508 w 596"/>
              <a:gd name="T77" fmla="*/ 509 h 596"/>
              <a:gd name="T78" fmla="*/ 537 w 596"/>
              <a:gd name="T79" fmla="*/ 475 h 596"/>
              <a:gd name="T80" fmla="*/ 561 w 596"/>
              <a:gd name="T81" fmla="*/ 439 h 596"/>
              <a:gd name="T82" fmla="*/ 578 w 596"/>
              <a:gd name="T83" fmla="*/ 399 h 596"/>
              <a:gd name="T84" fmla="*/ 590 w 596"/>
              <a:gd name="T85" fmla="*/ 358 h 596"/>
              <a:gd name="T86" fmla="*/ 596 w 596"/>
              <a:gd name="T87" fmla="*/ 313 h 596"/>
              <a:gd name="T88" fmla="*/ 595 w 596"/>
              <a:gd name="T89" fmla="*/ 268 h 596"/>
              <a:gd name="T90" fmla="*/ 586 w 596"/>
              <a:gd name="T91" fmla="*/ 224 h 596"/>
              <a:gd name="T92" fmla="*/ 572 w 596"/>
              <a:gd name="T93" fmla="*/ 183 h 596"/>
              <a:gd name="T94" fmla="*/ 552 w 596"/>
              <a:gd name="T95" fmla="*/ 144 h 596"/>
              <a:gd name="T96" fmla="*/ 528 w 596"/>
              <a:gd name="T97" fmla="*/ 109 h 596"/>
              <a:gd name="T98" fmla="*/ 498 w 596"/>
              <a:gd name="T99" fmla="*/ 78 h 596"/>
              <a:gd name="T100" fmla="*/ 464 w 596"/>
              <a:gd name="T101" fmla="*/ 52 h 596"/>
              <a:gd name="T102" fmla="*/ 427 w 596"/>
              <a:gd name="T103" fmla="*/ 30 h 596"/>
              <a:gd name="T104" fmla="*/ 386 w 596"/>
              <a:gd name="T105" fmla="*/ 14 h 596"/>
              <a:gd name="T106" fmla="*/ 343 w 596"/>
              <a:gd name="T107" fmla="*/ 5 h 596"/>
              <a:gd name="T108" fmla="*/ 298 w 596"/>
              <a:gd name="T109"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96" h="596">
                <a:moveTo>
                  <a:pt x="483" y="356"/>
                </a:moveTo>
                <a:lnTo>
                  <a:pt x="305" y="534"/>
                </a:lnTo>
                <a:lnTo>
                  <a:pt x="302" y="536"/>
                </a:lnTo>
                <a:lnTo>
                  <a:pt x="298" y="537"/>
                </a:lnTo>
                <a:lnTo>
                  <a:pt x="294" y="536"/>
                </a:lnTo>
                <a:lnTo>
                  <a:pt x="291" y="534"/>
                </a:lnTo>
                <a:lnTo>
                  <a:pt x="112" y="356"/>
                </a:lnTo>
                <a:lnTo>
                  <a:pt x="111" y="353"/>
                </a:lnTo>
                <a:lnTo>
                  <a:pt x="110" y="350"/>
                </a:lnTo>
                <a:lnTo>
                  <a:pt x="109" y="347"/>
                </a:lnTo>
                <a:lnTo>
                  <a:pt x="110" y="345"/>
                </a:lnTo>
                <a:lnTo>
                  <a:pt x="112" y="342"/>
                </a:lnTo>
                <a:lnTo>
                  <a:pt x="114" y="340"/>
                </a:lnTo>
                <a:lnTo>
                  <a:pt x="116" y="339"/>
                </a:lnTo>
                <a:lnTo>
                  <a:pt x="119" y="338"/>
                </a:lnTo>
                <a:lnTo>
                  <a:pt x="219" y="338"/>
                </a:lnTo>
                <a:lnTo>
                  <a:pt x="219" y="90"/>
                </a:lnTo>
                <a:lnTo>
                  <a:pt x="219" y="87"/>
                </a:lnTo>
                <a:lnTo>
                  <a:pt x="221" y="83"/>
                </a:lnTo>
                <a:lnTo>
                  <a:pt x="224" y="81"/>
                </a:lnTo>
                <a:lnTo>
                  <a:pt x="228" y="80"/>
                </a:lnTo>
                <a:lnTo>
                  <a:pt x="368" y="80"/>
                </a:lnTo>
                <a:lnTo>
                  <a:pt x="371" y="81"/>
                </a:lnTo>
                <a:lnTo>
                  <a:pt x="374" y="83"/>
                </a:lnTo>
                <a:lnTo>
                  <a:pt x="376" y="87"/>
                </a:lnTo>
                <a:lnTo>
                  <a:pt x="378" y="90"/>
                </a:lnTo>
                <a:lnTo>
                  <a:pt x="378" y="338"/>
                </a:lnTo>
                <a:lnTo>
                  <a:pt x="477" y="338"/>
                </a:lnTo>
                <a:lnTo>
                  <a:pt x="479" y="338"/>
                </a:lnTo>
                <a:lnTo>
                  <a:pt x="482" y="340"/>
                </a:lnTo>
                <a:lnTo>
                  <a:pt x="484" y="342"/>
                </a:lnTo>
                <a:lnTo>
                  <a:pt x="486" y="345"/>
                </a:lnTo>
                <a:lnTo>
                  <a:pt x="487" y="347"/>
                </a:lnTo>
                <a:lnTo>
                  <a:pt x="487" y="350"/>
                </a:lnTo>
                <a:lnTo>
                  <a:pt x="486" y="353"/>
                </a:lnTo>
                <a:lnTo>
                  <a:pt x="483" y="356"/>
                </a:lnTo>
                <a:close/>
                <a:moveTo>
                  <a:pt x="298" y="0"/>
                </a:moveTo>
                <a:lnTo>
                  <a:pt x="282" y="1"/>
                </a:lnTo>
                <a:lnTo>
                  <a:pt x="268" y="2"/>
                </a:lnTo>
                <a:lnTo>
                  <a:pt x="253" y="3"/>
                </a:lnTo>
                <a:lnTo>
                  <a:pt x="239" y="7"/>
                </a:lnTo>
                <a:lnTo>
                  <a:pt x="225" y="10"/>
                </a:lnTo>
                <a:lnTo>
                  <a:pt x="211" y="13"/>
                </a:lnTo>
                <a:lnTo>
                  <a:pt x="197" y="18"/>
                </a:lnTo>
                <a:lnTo>
                  <a:pt x="184" y="23"/>
                </a:lnTo>
                <a:lnTo>
                  <a:pt x="170" y="29"/>
                </a:lnTo>
                <a:lnTo>
                  <a:pt x="157" y="36"/>
                </a:lnTo>
                <a:lnTo>
                  <a:pt x="145" y="42"/>
                </a:lnTo>
                <a:lnTo>
                  <a:pt x="132" y="51"/>
                </a:lnTo>
                <a:lnTo>
                  <a:pt x="121" y="59"/>
                </a:lnTo>
                <a:lnTo>
                  <a:pt x="109" y="68"/>
                </a:lnTo>
                <a:lnTo>
                  <a:pt x="98" y="78"/>
                </a:lnTo>
                <a:lnTo>
                  <a:pt x="87" y="88"/>
                </a:lnTo>
                <a:lnTo>
                  <a:pt x="77" y="99"/>
                </a:lnTo>
                <a:lnTo>
                  <a:pt x="68" y="110"/>
                </a:lnTo>
                <a:lnTo>
                  <a:pt x="58" y="121"/>
                </a:lnTo>
                <a:lnTo>
                  <a:pt x="49" y="133"/>
                </a:lnTo>
                <a:lnTo>
                  <a:pt x="42" y="146"/>
                </a:lnTo>
                <a:lnTo>
                  <a:pt x="35" y="158"/>
                </a:lnTo>
                <a:lnTo>
                  <a:pt x="29" y="171"/>
                </a:lnTo>
                <a:lnTo>
                  <a:pt x="22" y="185"/>
                </a:lnTo>
                <a:lnTo>
                  <a:pt x="17" y="198"/>
                </a:lnTo>
                <a:lnTo>
                  <a:pt x="13" y="212"/>
                </a:lnTo>
                <a:lnTo>
                  <a:pt x="9" y="226"/>
                </a:lnTo>
                <a:lnTo>
                  <a:pt x="6" y="240"/>
                </a:lnTo>
                <a:lnTo>
                  <a:pt x="3" y="254"/>
                </a:lnTo>
                <a:lnTo>
                  <a:pt x="2" y="269"/>
                </a:lnTo>
                <a:lnTo>
                  <a:pt x="1" y="284"/>
                </a:lnTo>
                <a:lnTo>
                  <a:pt x="0" y="298"/>
                </a:lnTo>
                <a:lnTo>
                  <a:pt x="1" y="313"/>
                </a:lnTo>
                <a:lnTo>
                  <a:pt x="2" y="329"/>
                </a:lnTo>
                <a:lnTo>
                  <a:pt x="3" y="343"/>
                </a:lnTo>
                <a:lnTo>
                  <a:pt x="6" y="358"/>
                </a:lnTo>
                <a:lnTo>
                  <a:pt x="9" y="372"/>
                </a:lnTo>
                <a:lnTo>
                  <a:pt x="13" y="386"/>
                </a:lnTo>
                <a:lnTo>
                  <a:pt x="17" y="399"/>
                </a:lnTo>
                <a:lnTo>
                  <a:pt x="22" y="413"/>
                </a:lnTo>
                <a:lnTo>
                  <a:pt x="29" y="426"/>
                </a:lnTo>
                <a:lnTo>
                  <a:pt x="35" y="439"/>
                </a:lnTo>
                <a:lnTo>
                  <a:pt x="42" y="452"/>
                </a:lnTo>
                <a:lnTo>
                  <a:pt x="49" y="464"/>
                </a:lnTo>
                <a:lnTo>
                  <a:pt x="58" y="475"/>
                </a:lnTo>
                <a:lnTo>
                  <a:pt x="68" y="487"/>
                </a:lnTo>
                <a:lnTo>
                  <a:pt x="77" y="498"/>
                </a:lnTo>
                <a:lnTo>
                  <a:pt x="87" y="509"/>
                </a:lnTo>
                <a:lnTo>
                  <a:pt x="98" y="520"/>
                </a:lnTo>
                <a:lnTo>
                  <a:pt x="109" y="529"/>
                </a:lnTo>
                <a:lnTo>
                  <a:pt x="121" y="538"/>
                </a:lnTo>
                <a:lnTo>
                  <a:pt x="132" y="547"/>
                </a:lnTo>
                <a:lnTo>
                  <a:pt x="145" y="554"/>
                </a:lnTo>
                <a:lnTo>
                  <a:pt x="157" y="562"/>
                </a:lnTo>
                <a:lnTo>
                  <a:pt x="170" y="568"/>
                </a:lnTo>
                <a:lnTo>
                  <a:pt x="184" y="574"/>
                </a:lnTo>
                <a:lnTo>
                  <a:pt x="197" y="579"/>
                </a:lnTo>
                <a:lnTo>
                  <a:pt x="211" y="583"/>
                </a:lnTo>
                <a:lnTo>
                  <a:pt x="225" y="588"/>
                </a:lnTo>
                <a:lnTo>
                  <a:pt x="239" y="591"/>
                </a:lnTo>
                <a:lnTo>
                  <a:pt x="253" y="593"/>
                </a:lnTo>
                <a:lnTo>
                  <a:pt x="268" y="595"/>
                </a:lnTo>
                <a:lnTo>
                  <a:pt x="282" y="596"/>
                </a:lnTo>
                <a:lnTo>
                  <a:pt x="298" y="596"/>
                </a:lnTo>
                <a:lnTo>
                  <a:pt x="313" y="596"/>
                </a:lnTo>
                <a:lnTo>
                  <a:pt x="328" y="595"/>
                </a:lnTo>
                <a:lnTo>
                  <a:pt x="342" y="593"/>
                </a:lnTo>
                <a:lnTo>
                  <a:pt x="356" y="591"/>
                </a:lnTo>
                <a:lnTo>
                  <a:pt x="371" y="588"/>
                </a:lnTo>
                <a:lnTo>
                  <a:pt x="385" y="583"/>
                </a:lnTo>
                <a:lnTo>
                  <a:pt x="398" y="579"/>
                </a:lnTo>
                <a:lnTo>
                  <a:pt x="412" y="574"/>
                </a:lnTo>
                <a:lnTo>
                  <a:pt x="425" y="568"/>
                </a:lnTo>
                <a:lnTo>
                  <a:pt x="438" y="562"/>
                </a:lnTo>
                <a:lnTo>
                  <a:pt x="451" y="554"/>
                </a:lnTo>
                <a:lnTo>
                  <a:pt x="463" y="547"/>
                </a:lnTo>
                <a:lnTo>
                  <a:pt x="475" y="538"/>
                </a:lnTo>
                <a:lnTo>
                  <a:pt x="487" y="529"/>
                </a:lnTo>
                <a:lnTo>
                  <a:pt x="497" y="520"/>
                </a:lnTo>
                <a:lnTo>
                  <a:pt x="508" y="509"/>
                </a:lnTo>
                <a:lnTo>
                  <a:pt x="519" y="498"/>
                </a:lnTo>
                <a:lnTo>
                  <a:pt x="529" y="487"/>
                </a:lnTo>
                <a:lnTo>
                  <a:pt x="537" y="475"/>
                </a:lnTo>
                <a:lnTo>
                  <a:pt x="546" y="464"/>
                </a:lnTo>
                <a:lnTo>
                  <a:pt x="554" y="452"/>
                </a:lnTo>
                <a:lnTo>
                  <a:pt x="561" y="439"/>
                </a:lnTo>
                <a:lnTo>
                  <a:pt x="568" y="426"/>
                </a:lnTo>
                <a:lnTo>
                  <a:pt x="573" y="413"/>
                </a:lnTo>
                <a:lnTo>
                  <a:pt x="578" y="399"/>
                </a:lnTo>
                <a:lnTo>
                  <a:pt x="583" y="386"/>
                </a:lnTo>
                <a:lnTo>
                  <a:pt x="587" y="372"/>
                </a:lnTo>
                <a:lnTo>
                  <a:pt x="590" y="358"/>
                </a:lnTo>
                <a:lnTo>
                  <a:pt x="592" y="343"/>
                </a:lnTo>
                <a:lnTo>
                  <a:pt x="595" y="329"/>
                </a:lnTo>
                <a:lnTo>
                  <a:pt x="596" y="313"/>
                </a:lnTo>
                <a:lnTo>
                  <a:pt x="596" y="298"/>
                </a:lnTo>
                <a:lnTo>
                  <a:pt x="596" y="283"/>
                </a:lnTo>
                <a:lnTo>
                  <a:pt x="595" y="268"/>
                </a:lnTo>
                <a:lnTo>
                  <a:pt x="592" y="253"/>
                </a:lnTo>
                <a:lnTo>
                  <a:pt x="589" y="239"/>
                </a:lnTo>
                <a:lnTo>
                  <a:pt x="586" y="224"/>
                </a:lnTo>
                <a:lnTo>
                  <a:pt x="583" y="210"/>
                </a:lnTo>
                <a:lnTo>
                  <a:pt x="577" y="197"/>
                </a:lnTo>
                <a:lnTo>
                  <a:pt x="572" y="183"/>
                </a:lnTo>
                <a:lnTo>
                  <a:pt x="567" y="170"/>
                </a:lnTo>
                <a:lnTo>
                  <a:pt x="560" y="157"/>
                </a:lnTo>
                <a:lnTo>
                  <a:pt x="552" y="144"/>
                </a:lnTo>
                <a:lnTo>
                  <a:pt x="545" y="132"/>
                </a:lnTo>
                <a:lnTo>
                  <a:pt x="536" y="120"/>
                </a:lnTo>
                <a:lnTo>
                  <a:pt x="528" y="109"/>
                </a:lnTo>
                <a:lnTo>
                  <a:pt x="518" y="99"/>
                </a:lnTo>
                <a:lnTo>
                  <a:pt x="508" y="88"/>
                </a:lnTo>
                <a:lnTo>
                  <a:pt x="498" y="78"/>
                </a:lnTo>
                <a:lnTo>
                  <a:pt x="488" y="69"/>
                </a:lnTo>
                <a:lnTo>
                  <a:pt x="476" y="60"/>
                </a:lnTo>
                <a:lnTo>
                  <a:pt x="464" y="52"/>
                </a:lnTo>
                <a:lnTo>
                  <a:pt x="452" y="43"/>
                </a:lnTo>
                <a:lnTo>
                  <a:pt x="440" y="37"/>
                </a:lnTo>
                <a:lnTo>
                  <a:pt x="427" y="30"/>
                </a:lnTo>
                <a:lnTo>
                  <a:pt x="413" y="24"/>
                </a:lnTo>
                <a:lnTo>
                  <a:pt x="400" y="19"/>
                </a:lnTo>
                <a:lnTo>
                  <a:pt x="386" y="14"/>
                </a:lnTo>
                <a:lnTo>
                  <a:pt x="372" y="10"/>
                </a:lnTo>
                <a:lnTo>
                  <a:pt x="358" y="7"/>
                </a:lnTo>
                <a:lnTo>
                  <a:pt x="343" y="5"/>
                </a:lnTo>
                <a:lnTo>
                  <a:pt x="328" y="2"/>
                </a:lnTo>
                <a:lnTo>
                  <a:pt x="313" y="1"/>
                </a:lnTo>
                <a:lnTo>
                  <a:pt x="298" y="0"/>
                </a:lnTo>
                <a:close/>
              </a:path>
            </a:pathLst>
          </a:cu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sp>
        <p:nvSpPr>
          <p:cNvPr id="9" name="任意多边形: 形状 8"/>
          <p:cNvSpPr>
            <a:spLocks noEditPoints="1"/>
          </p:cNvSpPr>
          <p:nvPr userDrawn="1"/>
        </p:nvSpPr>
        <p:spPr bwMode="auto">
          <a:xfrm>
            <a:off x="9126876" y="5569492"/>
            <a:ext cx="312250" cy="312250"/>
          </a:xfrm>
          <a:custGeom>
            <a:avLst/>
            <a:gdLst>
              <a:gd name="T0" fmla="*/ 482 w 597"/>
              <a:gd name="T1" fmla="*/ 257 h 596"/>
              <a:gd name="T2" fmla="*/ 377 w 597"/>
              <a:gd name="T3" fmla="*/ 259 h 596"/>
              <a:gd name="T4" fmla="*/ 375 w 597"/>
              <a:gd name="T5" fmla="*/ 514 h 596"/>
              <a:gd name="T6" fmla="*/ 228 w 597"/>
              <a:gd name="T7" fmla="*/ 518 h 596"/>
              <a:gd name="T8" fmla="*/ 220 w 597"/>
              <a:gd name="T9" fmla="*/ 511 h 596"/>
              <a:gd name="T10" fmla="*/ 119 w 597"/>
              <a:gd name="T11" fmla="*/ 259 h 596"/>
              <a:gd name="T12" fmla="*/ 112 w 597"/>
              <a:gd name="T13" fmla="*/ 255 h 596"/>
              <a:gd name="T14" fmla="*/ 109 w 597"/>
              <a:gd name="T15" fmla="*/ 248 h 596"/>
              <a:gd name="T16" fmla="*/ 291 w 597"/>
              <a:gd name="T17" fmla="*/ 63 h 596"/>
              <a:gd name="T18" fmla="*/ 302 w 597"/>
              <a:gd name="T19" fmla="*/ 61 h 596"/>
              <a:gd name="T20" fmla="*/ 485 w 597"/>
              <a:gd name="T21" fmla="*/ 244 h 596"/>
              <a:gd name="T22" fmla="*/ 486 w 597"/>
              <a:gd name="T23" fmla="*/ 253 h 596"/>
              <a:gd name="T24" fmla="*/ 486 w 597"/>
              <a:gd name="T25" fmla="*/ 68 h 596"/>
              <a:gd name="T26" fmla="*/ 451 w 597"/>
              <a:gd name="T27" fmla="*/ 42 h 596"/>
              <a:gd name="T28" fmla="*/ 412 w 597"/>
              <a:gd name="T29" fmla="*/ 23 h 596"/>
              <a:gd name="T30" fmla="*/ 371 w 597"/>
              <a:gd name="T31" fmla="*/ 10 h 596"/>
              <a:gd name="T32" fmla="*/ 328 w 597"/>
              <a:gd name="T33" fmla="*/ 2 h 596"/>
              <a:gd name="T34" fmla="*/ 283 w 597"/>
              <a:gd name="T35" fmla="*/ 1 h 596"/>
              <a:gd name="T36" fmla="*/ 239 w 597"/>
              <a:gd name="T37" fmla="*/ 7 h 596"/>
              <a:gd name="T38" fmla="*/ 198 w 597"/>
              <a:gd name="T39" fmla="*/ 18 h 596"/>
              <a:gd name="T40" fmla="*/ 158 w 597"/>
              <a:gd name="T41" fmla="*/ 36 h 596"/>
              <a:gd name="T42" fmla="*/ 121 w 597"/>
              <a:gd name="T43" fmla="*/ 59 h 596"/>
              <a:gd name="T44" fmla="*/ 88 w 597"/>
              <a:gd name="T45" fmla="*/ 88 h 596"/>
              <a:gd name="T46" fmla="*/ 59 w 597"/>
              <a:gd name="T47" fmla="*/ 121 h 596"/>
              <a:gd name="T48" fmla="*/ 35 w 597"/>
              <a:gd name="T49" fmla="*/ 158 h 596"/>
              <a:gd name="T50" fmla="*/ 18 w 597"/>
              <a:gd name="T51" fmla="*/ 198 h 596"/>
              <a:gd name="T52" fmla="*/ 6 w 597"/>
              <a:gd name="T53" fmla="*/ 240 h 596"/>
              <a:gd name="T54" fmla="*/ 0 w 597"/>
              <a:gd name="T55" fmla="*/ 284 h 596"/>
              <a:gd name="T56" fmla="*/ 1 w 597"/>
              <a:gd name="T57" fmla="*/ 329 h 596"/>
              <a:gd name="T58" fmla="*/ 10 w 597"/>
              <a:gd name="T59" fmla="*/ 373 h 596"/>
              <a:gd name="T60" fmla="*/ 24 w 597"/>
              <a:gd name="T61" fmla="*/ 415 h 596"/>
              <a:gd name="T62" fmla="*/ 44 w 597"/>
              <a:gd name="T63" fmla="*/ 453 h 596"/>
              <a:gd name="T64" fmla="*/ 68 w 597"/>
              <a:gd name="T65" fmla="*/ 488 h 596"/>
              <a:gd name="T66" fmla="*/ 98 w 597"/>
              <a:gd name="T67" fmla="*/ 519 h 596"/>
              <a:gd name="T68" fmla="*/ 132 w 597"/>
              <a:gd name="T69" fmla="*/ 546 h 596"/>
              <a:gd name="T70" fmla="*/ 169 w 597"/>
              <a:gd name="T71" fmla="*/ 567 h 596"/>
              <a:gd name="T72" fmla="*/ 210 w 597"/>
              <a:gd name="T73" fmla="*/ 583 h 596"/>
              <a:gd name="T74" fmla="*/ 253 w 597"/>
              <a:gd name="T75" fmla="*/ 593 h 596"/>
              <a:gd name="T76" fmla="*/ 298 w 597"/>
              <a:gd name="T77" fmla="*/ 596 h 596"/>
              <a:gd name="T78" fmla="*/ 343 w 597"/>
              <a:gd name="T79" fmla="*/ 593 h 596"/>
              <a:gd name="T80" fmla="*/ 385 w 597"/>
              <a:gd name="T81" fmla="*/ 583 h 596"/>
              <a:gd name="T82" fmla="*/ 426 w 597"/>
              <a:gd name="T83" fmla="*/ 568 h 596"/>
              <a:gd name="T84" fmla="*/ 464 w 597"/>
              <a:gd name="T85" fmla="*/ 547 h 596"/>
              <a:gd name="T86" fmla="*/ 498 w 597"/>
              <a:gd name="T87" fmla="*/ 520 h 596"/>
              <a:gd name="T88" fmla="*/ 528 w 597"/>
              <a:gd name="T89" fmla="*/ 487 h 596"/>
              <a:gd name="T90" fmla="*/ 554 w 597"/>
              <a:gd name="T91" fmla="*/ 452 h 596"/>
              <a:gd name="T92" fmla="*/ 574 w 597"/>
              <a:gd name="T93" fmla="*/ 413 h 596"/>
              <a:gd name="T94" fmla="*/ 587 w 597"/>
              <a:gd name="T95" fmla="*/ 372 h 596"/>
              <a:gd name="T96" fmla="*/ 594 w 597"/>
              <a:gd name="T97" fmla="*/ 329 h 596"/>
              <a:gd name="T98" fmla="*/ 595 w 597"/>
              <a:gd name="T99" fmla="*/ 284 h 596"/>
              <a:gd name="T100" fmla="*/ 590 w 597"/>
              <a:gd name="T101" fmla="*/ 240 h 596"/>
              <a:gd name="T102" fmla="*/ 579 w 597"/>
              <a:gd name="T103" fmla="*/ 198 h 596"/>
              <a:gd name="T104" fmla="*/ 561 w 597"/>
              <a:gd name="T105" fmla="*/ 158 h 596"/>
              <a:gd name="T106" fmla="*/ 538 w 597"/>
              <a:gd name="T107" fmla="*/ 121 h 596"/>
              <a:gd name="T108" fmla="*/ 509 w 597"/>
              <a:gd name="T109" fmla="*/ 88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97" h="596">
                <a:moveTo>
                  <a:pt x="486" y="253"/>
                </a:moveTo>
                <a:lnTo>
                  <a:pt x="484" y="255"/>
                </a:lnTo>
                <a:lnTo>
                  <a:pt x="482" y="257"/>
                </a:lnTo>
                <a:lnTo>
                  <a:pt x="480" y="258"/>
                </a:lnTo>
                <a:lnTo>
                  <a:pt x="477" y="259"/>
                </a:lnTo>
                <a:lnTo>
                  <a:pt x="377" y="259"/>
                </a:lnTo>
                <a:lnTo>
                  <a:pt x="377" y="507"/>
                </a:lnTo>
                <a:lnTo>
                  <a:pt x="377" y="511"/>
                </a:lnTo>
                <a:lnTo>
                  <a:pt x="375" y="514"/>
                </a:lnTo>
                <a:lnTo>
                  <a:pt x="372" y="516"/>
                </a:lnTo>
                <a:lnTo>
                  <a:pt x="368" y="518"/>
                </a:lnTo>
                <a:lnTo>
                  <a:pt x="228" y="518"/>
                </a:lnTo>
                <a:lnTo>
                  <a:pt x="225" y="516"/>
                </a:lnTo>
                <a:lnTo>
                  <a:pt x="222" y="514"/>
                </a:lnTo>
                <a:lnTo>
                  <a:pt x="220" y="511"/>
                </a:lnTo>
                <a:lnTo>
                  <a:pt x="219" y="507"/>
                </a:lnTo>
                <a:lnTo>
                  <a:pt x="219" y="259"/>
                </a:lnTo>
                <a:lnTo>
                  <a:pt x="119" y="259"/>
                </a:lnTo>
                <a:lnTo>
                  <a:pt x="117" y="258"/>
                </a:lnTo>
                <a:lnTo>
                  <a:pt x="114" y="257"/>
                </a:lnTo>
                <a:lnTo>
                  <a:pt x="112" y="255"/>
                </a:lnTo>
                <a:lnTo>
                  <a:pt x="111" y="253"/>
                </a:lnTo>
                <a:lnTo>
                  <a:pt x="109" y="250"/>
                </a:lnTo>
                <a:lnTo>
                  <a:pt x="109" y="248"/>
                </a:lnTo>
                <a:lnTo>
                  <a:pt x="111" y="244"/>
                </a:lnTo>
                <a:lnTo>
                  <a:pt x="113" y="242"/>
                </a:lnTo>
                <a:lnTo>
                  <a:pt x="291" y="63"/>
                </a:lnTo>
                <a:lnTo>
                  <a:pt x="294" y="61"/>
                </a:lnTo>
                <a:lnTo>
                  <a:pt x="298" y="61"/>
                </a:lnTo>
                <a:lnTo>
                  <a:pt x="302" y="61"/>
                </a:lnTo>
                <a:lnTo>
                  <a:pt x="305" y="63"/>
                </a:lnTo>
                <a:lnTo>
                  <a:pt x="484" y="242"/>
                </a:lnTo>
                <a:lnTo>
                  <a:pt x="485" y="244"/>
                </a:lnTo>
                <a:lnTo>
                  <a:pt x="486" y="248"/>
                </a:lnTo>
                <a:lnTo>
                  <a:pt x="486" y="250"/>
                </a:lnTo>
                <a:lnTo>
                  <a:pt x="486" y="253"/>
                </a:lnTo>
                <a:close/>
                <a:moveTo>
                  <a:pt x="509" y="88"/>
                </a:moveTo>
                <a:lnTo>
                  <a:pt x="498" y="78"/>
                </a:lnTo>
                <a:lnTo>
                  <a:pt x="486" y="68"/>
                </a:lnTo>
                <a:lnTo>
                  <a:pt x="476" y="59"/>
                </a:lnTo>
                <a:lnTo>
                  <a:pt x="464" y="51"/>
                </a:lnTo>
                <a:lnTo>
                  <a:pt x="451" y="42"/>
                </a:lnTo>
                <a:lnTo>
                  <a:pt x="439" y="36"/>
                </a:lnTo>
                <a:lnTo>
                  <a:pt x="426" y="29"/>
                </a:lnTo>
                <a:lnTo>
                  <a:pt x="412" y="23"/>
                </a:lnTo>
                <a:lnTo>
                  <a:pt x="399" y="18"/>
                </a:lnTo>
                <a:lnTo>
                  <a:pt x="385" y="13"/>
                </a:lnTo>
                <a:lnTo>
                  <a:pt x="371" y="10"/>
                </a:lnTo>
                <a:lnTo>
                  <a:pt x="357" y="7"/>
                </a:lnTo>
                <a:lnTo>
                  <a:pt x="343" y="3"/>
                </a:lnTo>
                <a:lnTo>
                  <a:pt x="328" y="2"/>
                </a:lnTo>
                <a:lnTo>
                  <a:pt x="312" y="1"/>
                </a:lnTo>
                <a:lnTo>
                  <a:pt x="298" y="0"/>
                </a:lnTo>
                <a:lnTo>
                  <a:pt x="283" y="1"/>
                </a:lnTo>
                <a:lnTo>
                  <a:pt x="268" y="2"/>
                </a:lnTo>
                <a:lnTo>
                  <a:pt x="254" y="3"/>
                </a:lnTo>
                <a:lnTo>
                  <a:pt x="239" y="7"/>
                </a:lnTo>
                <a:lnTo>
                  <a:pt x="225" y="10"/>
                </a:lnTo>
                <a:lnTo>
                  <a:pt x="211" y="13"/>
                </a:lnTo>
                <a:lnTo>
                  <a:pt x="198" y="18"/>
                </a:lnTo>
                <a:lnTo>
                  <a:pt x="184" y="23"/>
                </a:lnTo>
                <a:lnTo>
                  <a:pt x="171" y="29"/>
                </a:lnTo>
                <a:lnTo>
                  <a:pt x="158" y="36"/>
                </a:lnTo>
                <a:lnTo>
                  <a:pt x="145" y="42"/>
                </a:lnTo>
                <a:lnTo>
                  <a:pt x="133" y="51"/>
                </a:lnTo>
                <a:lnTo>
                  <a:pt x="121" y="59"/>
                </a:lnTo>
                <a:lnTo>
                  <a:pt x="109" y="68"/>
                </a:lnTo>
                <a:lnTo>
                  <a:pt x="99" y="78"/>
                </a:lnTo>
                <a:lnTo>
                  <a:pt x="88" y="88"/>
                </a:lnTo>
                <a:lnTo>
                  <a:pt x="77" y="99"/>
                </a:lnTo>
                <a:lnTo>
                  <a:pt x="67" y="110"/>
                </a:lnTo>
                <a:lnTo>
                  <a:pt x="59" y="121"/>
                </a:lnTo>
                <a:lnTo>
                  <a:pt x="50" y="133"/>
                </a:lnTo>
                <a:lnTo>
                  <a:pt x="43" y="146"/>
                </a:lnTo>
                <a:lnTo>
                  <a:pt x="35" y="158"/>
                </a:lnTo>
                <a:lnTo>
                  <a:pt x="28" y="171"/>
                </a:lnTo>
                <a:lnTo>
                  <a:pt x="23" y="185"/>
                </a:lnTo>
                <a:lnTo>
                  <a:pt x="18" y="198"/>
                </a:lnTo>
                <a:lnTo>
                  <a:pt x="13" y="212"/>
                </a:lnTo>
                <a:lnTo>
                  <a:pt x="9" y="226"/>
                </a:lnTo>
                <a:lnTo>
                  <a:pt x="6" y="240"/>
                </a:lnTo>
                <a:lnTo>
                  <a:pt x="4" y="254"/>
                </a:lnTo>
                <a:lnTo>
                  <a:pt x="1" y="269"/>
                </a:lnTo>
                <a:lnTo>
                  <a:pt x="0" y="284"/>
                </a:lnTo>
                <a:lnTo>
                  <a:pt x="0" y="298"/>
                </a:lnTo>
                <a:lnTo>
                  <a:pt x="0" y="313"/>
                </a:lnTo>
                <a:lnTo>
                  <a:pt x="1" y="329"/>
                </a:lnTo>
                <a:lnTo>
                  <a:pt x="4" y="344"/>
                </a:lnTo>
                <a:lnTo>
                  <a:pt x="6" y="359"/>
                </a:lnTo>
                <a:lnTo>
                  <a:pt x="10" y="373"/>
                </a:lnTo>
                <a:lnTo>
                  <a:pt x="13" y="387"/>
                </a:lnTo>
                <a:lnTo>
                  <a:pt x="19" y="401"/>
                </a:lnTo>
                <a:lnTo>
                  <a:pt x="24" y="415"/>
                </a:lnTo>
                <a:lnTo>
                  <a:pt x="30" y="428"/>
                </a:lnTo>
                <a:lnTo>
                  <a:pt x="36" y="441"/>
                </a:lnTo>
                <a:lnTo>
                  <a:pt x="44" y="453"/>
                </a:lnTo>
                <a:lnTo>
                  <a:pt x="51" y="465"/>
                </a:lnTo>
                <a:lnTo>
                  <a:pt x="60" y="477"/>
                </a:lnTo>
                <a:lnTo>
                  <a:pt x="68" y="488"/>
                </a:lnTo>
                <a:lnTo>
                  <a:pt x="78" y="499"/>
                </a:lnTo>
                <a:lnTo>
                  <a:pt x="88" y="509"/>
                </a:lnTo>
                <a:lnTo>
                  <a:pt x="98" y="519"/>
                </a:lnTo>
                <a:lnTo>
                  <a:pt x="108" y="528"/>
                </a:lnTo>
                <a:lnTo>
                  <a:pt x="120" y="537"/>
                </a:lnTo>
                <a:lnTo>
                  <a:pt x="132" y="546"/>
                </a:lnTo>
                <a:lnTo>
                  <a:pt x="144" y="553"/>
                </a:lnTo>
                <a:lnTo>
                  <a:pt x="156" y="561"/>
                </a:lnTo>
                <a:lnTo>
                  <a:pt x="169" y="567"/>
                </a:lnTo>
                <a:lnTo>
                  <a:pt x="182" y="573"/>
                </a:lnTo>
                <a:lnTo>
                  <a:pt x="196" y="578"/>
                </a:lnTo>
                <a:lnTo>
                  <a:pt x="210" y="583"/>
                </a:lnTo>
                <a:lnTo>
                  <a:pt x="224" y="587"/>
                </a:lnTo>
                <a:lnTo>
                  <a:pt x="238" y="591"/>
                </a:lnTo>
                <a:lnTo>
                  <a:pt x="253" y="593"/>
                </a:lnTo>
                <a:lnTo>
                  <a:pt x="268" y="595"/>
                </a:lnTo>
                <a:lnTo>
                  <a:pt x="283" y="596"/>
                </a:lnTo>
                <a:lnTo>
                  <a:pt x="298" y="596"/>
                </a:lnTo>
                <a:lnTo>
                  <a:pt x="312" y="596"/>
                </a:lnTo>
                <a:lnTo>
                  <a:pt x="328" y="595"/>
                </a:lnTo>
                <a:lnTo>
                  <a:pt x="343" y="593"/>
                </a:lnTo>
                <a:lnTo>
                  <a:pt x="357" y="591"/>
                </a:lnTo>
                <a:lnTo>
                  <a:pt x="371" y="588"/>
                </a:lnTo>
                <a:lnTo>
                  <a:pt x="385" y="583"/>
                </a:lnTo>
                <a:lnTo>
                  <a:pt x="399" y="579"/>
                </a:lnTo>
                <a:lnTo>
                  <a:pt x="412" y="574"/>
                </a:lnTo>
                <a:lnTo>
                  <a:pt x="426" y="568"/>
                </a:lnTo>
                <a:lnTo>
                  <a:pt x="439" y="562"/>
                </a:lnTo>
                <a:lnTo>
                  <a:pt x="451" y="554"/>
                </a:lnTo>
                <a:lnTo>
                  <a:pt x="464" y="547"/>
                </a:lnTo>
                <a:lnTo>
                  <a:pt x="476" y="538"/>
                </a:lnTo>
                <a:lnTo>
                  <a:pt x="486" y="529"/>
                </a:lnTo>
                <a:lnTo>
                  <a:pt x="498" y="520"/>
                </a:lnTo>
                <a:lnTo>
                  <a:pt x="509" y="509"/>
                </a:lnTo>
                <a:lnTo>
                  <a:pt x="519" y="498"/>
                </a:lnTo>
                <a:lnTo>
                  <a:pt x="528" y="487"/>
                </a:lnTo>
                <a:lnTo>
                  <a:pt x="538" y="475"/>
                </a:lnTo>
                <a:lnTo>
                  <a:pt x="546" y="464"/>
                </a:lnTo>
                <a:lnTo>
                  <a:pt x="554" y="452"/>
                </a:lnTo>
                <a:lnTo>
                  <a:pt x="561" y="439"/>
                </a:lnTo>
                <a:lnTo>
                  <a:pt x="567" y="426"/>
                </a:lnTo>
                <a:lnTo>
                  <a:pt x="574" y="413"/>
                </a:lnTo>
                <a:lnTo>
                  <a:pt x="579" y="399"/>
                </a:lnTo>
                <a:lnTo>
                  <a:pt x="584" y="386"/>
                </a:lnTo>
                <a:lnTo>
                  <a:pt x="587" y="372"/>
                </a:lnTo>
                <a:lnTo>
                  <a:pt x="590" y="358"/>
                </a:lnTo>
                <a:lnTo>
                  <a:pt x="593" y="343"/>
                </a:lnTo>
                <a:lnTo>
                  <a:pt x="594" y="329"/>
                </a:lnTo>
                <a:lnTo>
                  <a:pt x="595" y="313"/>
                </a:lnTo>
                <a:lnTo>
                  <a:pt x="597" y="298"/>
                </a:lnTo>
                <a:lnTo>
                  <a:pt x="595" y="284"/>
                </a:lnTo>
                <a:lnTo>
                  <a:pt x="594" y="269"/>
                </a:lnTo>
                <a:lnTo>
                  <a:pt x="593" y="254"/>
                </a:lnTo>
                <a:lnTo>
                  <a:pt x="590" y="240"/>
                </a:lnTo>
                <a:lnTo>
                  <a:pt x="587" y="226"/>
                </a:lnTo>
                <a:lnTo>
                  <a:pt x="584" y="212"/>
                </a:lnTo>
                <a:lnTo>
                  <a:pt x="579" y="198"/>
                </a:lnTo>
                <a:lnTo>
                  <a:pt x="574" y="185"/>
                </a:lnTo>
                <a:lnTo>
                  <a:pt x="567" y="171"/>
                </a:lnTo>
                <a:lnTo>
                  <a:pt x="561" y="158"/>
                </a:lnTo>
                <a:lnTo>
                  <a:pt x="554" y="146"/>
                </a:lnTo>
                <a:lnTo>
                  <a:pt x="546" y="133"/>
                </a:lnTo>
                <a:lnTo>
                  <a:pt x="538" y="121"/>
                </a:lnTo>
                <a:lnTo>
                  <a:pt x="528" y="110"/>
                </a:lnTo>
                <a:lnTo>
                  <a:pt x="519" y="99"/>
                </a:lnTo>
                <a:lnTo>
                  <a:pt x="509" y="88"/>
                </a:lnTo>
                <a:close/>
              </a:path>
            </a:pathLst>
          </a:cu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cxnSp>
        <p:nvCxnSpPr>
          <p:cNvPr id="17" name="直接连接符 16"/>
          <p:cNvCxnSpPr/>
          <p:nvPr userDrawn="1"/>
        </p:nvCxnSpPr>
        <p:spPr>
          <a:xfrm>
            <a:off x="2510785" y="2580725"/>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8872086" y="3793750"/>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userDrawn="1"/>
        </p:nvGrpSpPr>
        <p:grpSpPr>
          <a:xfrm>
            <a:off x="5092583" y="2572833"/>
            <a:ext cx="2006835" cy="2006835"/>
            <a:chOff x="5078568" y="2727504"/>
            <a:chExt cx="2006835" cy="2006835"/>
          </a:xfrm>
        </p:grpSpPr>
        <p:sp>
          <p:nvSpPr>
            <p:cNvPr id="22" name="椭圆 21"/>
            <p:cNvSpPr/>
            <p:nvPr/>
          </p:nvSpPr>
          <p:spPr>
            <a:xfrm>
              <a:off x="5078568" y="2727504"/>
              <a:ext cx="2006835" cy="2006835"/>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3" name="椭圆 22"/>
            <p:cNvSpPr/>
            <p:nvPr/>
          </p:nvSpPr>
          <p:spPr>
            <a:xfrm>
              <a:off x="5143882" y="2800383"/>
              <a:ext cx="1876206" cy="1876206"/>
            </a:xfrm>
            <a:prstGeom prst="ellipse">
              <a:avLst/>
            </a:prstGeom>
            <a:solidFill>
              <a:schemeClr val="accent3">
                <a:lumMod val="100000"/>
              </a:schemeClr>
            </a:solidFill>
            <a:ln w="95250">
              <a:noFill/>
            </a:ln>
            <a:effectLst>
              <a:outerShdw blurRad="381000" dist="304800" dir="8100000" algn="tr" rotWithShape="0">
                <a:schemeClr val="accent4">
                  <a:alpha val="1000"/>
                </a:schemeClr>
              </a:outerShdw>
            </a:effectLst>
          </p:spPr>
          <p:txBody>
            <a:bodyPr vert="horz" wrap="square" lIns="91440" tIns="45720" rIns="91440" bIns="45720" numCol="1" anchor="t" anchorCtr="0" compatLnSpc="1">
              <a:spAutoFit/>
            </a:bodyPr>
            <a:lstStyle/>
            <a:p>
              <a:endParaRPr lang="en-US" dirty="0">
                <a:solidFill>
                  <a:schemeClr val="tx1"/>
                </a:solidFill>
              </a:endParaRPr>
            </a:p>
          </p:txBody>
        </p:sp>
      </p:grpSp>
      <p:sp>
        <p:nvSpPr>
          <p:cNvPr id="25" name="文本占位符 374"/>
          <p:cNvSpPr>
            <a:spLocks noGrp="1"/>
          </p:cNvSpPr>
          <p:nvPr>
            <p:ph type="body" sz="quarter" idx="13" hasCustomPrompt="1"/>
          </p:nvPr>
        </p:nvSpPr>
        <p:spPr>
          <a:xfrm>
            <a:off x="2227560" y="236482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14" hasCustomPrompt="1"/>
          </p:nvPr>
        </p:nvSpPr>
        <p:spPr>
          <a:xfrm>
            <a:off x="1707767" y="2844157"/>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7" name="文本占位符 374"/>
          <p:cNvSpPr>
            <a:spLocks noGrp="1"/>
          </p:cNvSpPr>
          <p:nvPr>
            <p:ph type="body" sz="quarter" idx="15" hasCustomPrompt="1"/>
          </p:nvPr>
        </p:nvSpPr>
        <p:spPr>
          <a:xfrm>
            <a:off x="8595846" y="3488201"/>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16" hasCustomPrompt="1"/>
          </p:nvPr>
        </p:nvSpPr>
        <p:spPr>
          <a:xfrm>
            <a:off x="8043753" y="3969608"/>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9" name="文本占位符 374"/>
          <p:cNvSpPr>
            <a:spLocks noGrp="1"/>
          </p:cNvSpPr>
          <p:nvPr>
            <p:ph type="body" sz="quarter" idx="17" hasCustomPrompt="1"/>
          </p:nvPr>
        </p:nvSpPr>
        <p:spPr>
          <a:xfrm>
            <a:off x="5594032" y="3163785"/>
            <a:ext cx="1183930" cy="890859"/>
          </a:xfrm>
          <a:prstGeom prst="rect">
            <a:avLst/>
          </a:prstGeom>
        </p:spPr>
        <p:txBody>
          <a:bodyPr/>
          <a:lstStyle>
            <a:lvl1pPr marL="0" indent="0">
              <a:buNone/>
              <a:defRPr sz="2400" b="1">
                <a:solidFill>
                  <a:schemeClr val="accent1"/>
                </a:solidFill>
                <a:latin typeface="+mj-ea"/>
                <a:ea typeface="+mj-ea"/>
              </a:defRPr>
            </a:lvl1pPr>
          </a:lstStyle>
          <a:p>
            <a:pPr lvl="0"/>
            <a:r>
              <a:rPr lang="zh-CN" altLang="en-US" dirty="0"/>
              <a:t>请输入关键词</a:t>
            </a:r>
            <a:endParaRPr lang="zh-CN" altLang="en-US" dirty="0"/>
          </a:p>
        </p:txBody>
      </p:sp>
      <p:cxnSp>
        <p:nvCxnSpPr>
          <p:cNvPr id="24" name="直接连接符 23"/>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逻辑-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43054"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2762509" y="2554515"/>
            <a:ext cx="6666982" cy="3494879"/>
            <a:chOff x="3335992" y="2546312"/>
            <a:chExt cx="5547419" cy="2907996"/>
          </a:xfrm>
        </p:grpSpPr>
        <p:sp>
          <p:nvSpPr>
            <p:cNvPr id="3" name="椭圆 2"/>
            <p:cNvSpPr>
              <a:spLocks noChangeArrowheads="1"/>
            </p:cNvSpPr>
            <p:nvPr/>
          </p:nvSpPr>
          <p:spPr bwMode="auto">
            <a:xfrm>
              <a:off x="3335992" y="4374809"/>
              <a:ext cx="5547419" cy="1079499"/>
            </a:xfrm>
            <a:prstGeom prst="ellipse">
              <a:avLst/>
            </a:prstGeom>
            <a:solidFill>
              <a:schemeClr val="accent1">
                <a:lumMod val="20000"/>
                <a:lumOff val="80000"/>
              </a:schemeClr>
            </a:solidFill>
            <a:ln w="3175">
              <a:no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sp>
          <p:nvSpPr>
            <p:cNvPr id="4" name="椭圆 3"/>
            <p:cNvSpPr>
              <a:spLocks noChangeArrowheads="1"/>
            </p:cNvSpPr>
            <p:nvPr/>
          </p:nvSpPr>
          <p:spPr bwMode="auto">
            <a:xfrm>
              <a:off x="3858808" y="4401480"/>
              <a:ext cx="4761851" cy="917853"/>
            </a:xfrm>
            <a:prstGeom prst="ellipse">
              <a:avLst/>
            </a:prstGeom>
            <a:solidFill>
              <a:schemeClr val="accent2"/>
            </a:solidFill>
            <a:ln w="3175">
              <a:solidFill>
                <a:schemeClr val="accent2"/>
              </a:solid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sp>
          <p:nvSpPr>
            <p:cNvPr id="5" name="椭圆 4"/>
            <p:cNvSpPr>
              <a:spLocks noChangeArrowheads="1"/>
            </p:cNvSpPr>
            <p:nvPr/>
          </p:nvSpPr>
          <p:spPr bwMode="auto">
            <a:xfrm>
              <a:off x="4493810" y="4393861"/>
              <a:ext cx="3926297" cy="756211"/>
            </a:xfrm>
            <a:prstGeom prst="ellipse">
              <a:avLst/>
            </a:prstGeom>
            <a:solidFill>
              <a:srgbClr val="FFFFFF"/>
            </a:solidFill>
            <a:ln w="25400">
              <a:noFill/>
              <a:miter lim="800000"/>
            </a:ln>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6" name="组合 5"/>
            <p:cNvGrpSpPr/>
            <p:nvPr/>
          </p:nvGrpSpPr>
          <p:grpSpPr bwMode="auto">
            <a:xfrm>
              <a:off x="4760857" y="2546312"/>
              <a:ext cx="1637265" cy="2413621"/>
              <a:chOff x="0" y="0"/>
              <a:chExt cx="1788844" cy="2930801"/>
            </a:xfrm>
            <a:solidFill>
              <a:srgbClr val="5D7E8E"/>
            </a:solidFill>
          </p:grpSpPr>
          <p:sp>
            <p:nvSpPr>
              <p:cNvPr id="21" name="椭圆 20"/>
              <p:cNvSpPr>
                <a:spLocks noChangeArrowheads="1"/>
              </p:cNvSpPr>
              <p:nvPr/>
            </p:nvSpPr>
            <p:spPr bwMode="auto">
              <a:xfrm>
                <a:off x="567469" y="2837451"/>
                <a:ext cx="1221375" cy="93350"/>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22" name="组合 21"/>
              <p:cNvGrpSpPr/>
              <p:nvPr/>
            </p:nvGrpSpPr>
            <p:grpSpPr bwMode="auto">
              <a:xfrm>
                <a:off x="0" y="0"/>
                <a:ext cx="1761068" cy="2874428"/>
                <a:chOff x="0" y="0"/>
                <a:chExt cx="1761068" cy="2874428"/>
              </a:xfrm>
              <a:grpFill/>
            </p:grpSpPr>
            <p:sp>
              <p:nvSpPr>
                <p:cNvPr id="23" name="任意多边形: 形状 22"/>
                <p:cNvSpPr>
                  <a:spLocks noChangeArrowheads="1"/>
                </p:cNvSpPr>
                <p:nvPr/>
              </p:nvSpPr>
              <p:spPr bwMode="auto">
                <a:xfrm rot="3835836">
                  <a:off x="-618403" y="618403"/>
                  <a:ext cx="2874428" cy="1637622"/>
                </a:xfrm>
                <a:custGeom>
                  <a:avLst/>
                  <a:gdLst>
                    <a:gd name="T0" fmla="*/ 84171 w 3744416"/>
                    <a:gd name="T1" fmla="*/ 639414 h 2134150"/>
                    <a:gd name="T2" fmla="*/ 714046 w 3744416"/>
                    <a:gd name="T3" fmla="*/ 77920 h 2134150"/>
                    <a:gd name="T4" fmla="*/ 329830 w 3744416"/>
                    <a:gd name="T5" fmla="*/ 704482 h 2134150"/>
                    <a:gd name="T6" fmla="*/ 1843407 w 3744416"/>
                    <a:gd name="T7" fmla="*/ 1647896 h 2134150"/>
                    <a:gd name="T8" fmla="*/ 3356984 w 3744416"/>
                    <a:gd name="T9" fmla="*/ 704483 h 2134150"/>
                    <a:gd name="T10" fmla="*/ 2847667 w 3744416"/>
                    <a:gd name="T11" fmla="*/ 0 h 2134150"/>
                    <a:gd name="T12" fmla="*/ 3744416 w 3744416"/>
                    <a:gd name="T13" fmla="*/ 982022 h 2134150"/>
                    <a:gd name="T14" fmla="*/ 1872208 w 3744416"/>
                    <a:gd name="T15" fmla="*/ 2134150 h 2134150"/>
                    <a:gd name="T16" fmla="*/ 0 w 3744416"/>
                    <a:gd name="T17" fmla="*/ 982022 h 2134150"/>
                    <a:gd name="T18" fmla="*/ 84171 w 3744416"/>
                    <a:gd name="T19" fmla="*/ 639414 h 213415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44416"/>
                    <a:gd name="T31" fmla="*/ 0 h 2134150"/>
                    <a:gd name="T32" fmla="*/ 3744416 w 3744416"/>
                    <a:gd name="T33" fmla="*/ 2134150 h 213415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44416" h="2134150">
                      <a:moveTo>
                        <a:pt x="84171" y="639414"/>
                      </a:moveTo>
                      <a:cubicBezTo>
                        <a:pt x="197779" y="414638"/>
                        <a:pt x="420227" y="219371"/>
                        <a:pt x="714046" y="77920"/>
                      </a:cubicBezTo>
                      <a:cubicBezTo>
                        <a:pt x="474787" y="243624"/>
                        <a:pt x="329830" y="463502"/>
                        <a:pt x="329830" y="704482"/>
                      </a:cubicBezTo>
                      <a:cubicBezTo>
                        <a:pt x="329830" y="1225515"/>
                        <a:pt x="1007482" y="1647896"/>
                        <a:pt x="1843407" y="1647896"/>
                      </a:cubicBezTo>
                      <a:cubicBezTo>
                        <a:pt x="2679332" y="1647897"/>
                        <a:pt x="3356984" y="1225515"/>
                        <a:pt x="3356984" y="704483"/>
                      </a:cubicBezTo>
                      <a:cubicBezTo>
                        <a:pt x="3356984" y="423811"/>
                        <a:pt x="3160343" y="171766"/>
                        <a:pt x="2847667" y="0"/>
                      </a:cubicBezTo>
                      <a:cubicBezTo>
                        <a:pt x="3385726" y="201094"/>
                        <a:pt x="3744416" y="565780"/>
                        <a:pt x="3744416" y="982022"/>
                      </a:cubicBezTo>
                      <a:cubicBezTo>
                        <a:pt x="3744416" y="1618325"/>
                        <a:pt x="2906200" y="2134150"/>
                        <a:pt x="1872208" y="2134150"/>
                      </a:cubicBezTo>
                      <a:cubicBezTo>
                        <a:pt x="838216" y="2134150"/>
                        <a:pt x="0" y="1618325"/>
                        <a:pt x="0" y="982022"/>
                      </a:cubicBezTo>
                      <a:cubicBezTo>
                        <a:pt x="0" y="862715"/>
                        <a:pt x="29468" y="747644"/>
                        <a:pt x="84171" y="639414"/>
                      </a:cubicBez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sz="2400" dirty="0"/>
                </a:p>
              </p:txBody>
            </p:sp>
            <p:sp>
              <p:nvSpPr>
                <p:cNvPr id="24" name="流程图: 摘录 23"/>
                <p:cNvSpPr>
                  <a:spLocks noChangeArrowheads="1"/>
                </p:cNvSpPr>
                <p:nvPr/>
              </p:nvSpPr>
              <p:spPr bwMode="auto">
                <a:xfrm rot="19330532" flipH="1" flipV="1">
                  <a:off x="969332" y="194900"/>
                  <a:ext cx="327811" cy="160327"/>
                </a:xfrm>
                <a:prstGeom prst="flowChartExtra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新月形 24"/>
                <p:cNvSpPr>
                  <a:spLocks noChangeArrowheads="1"/>
                </p:cNvSpPr>
                <p:nvPr/>
              </p:nvSpPr>
              <p:spPr bwMode="auto">
                <a:xfrm rot="-4110126">
                  <a:off x="671069" y="1647379"/>
                  <a:ext cx="646005" cy="1533992"/>
                </a:xfrm>
                <a:prstGeom prst="moon">
                  <a:avLst>
                    <a:gd name="adj" fmla="val 43278"/>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400" b="1" dirty="0">
                    <a:solidFill>
                      <a:srgbClr val="FFFFFF"/>
                    </a:solidFill>
                    <a:latin typeface="Calibri" panose="020F0502020204030204" charset="0"/>
                    <a:sym typeface="宋体" panose="02010600030101010101" pitchFamily="2" charset="-122"/>
                  </a:endParaRPr>
                </a:p>
              </p:txBody>
            </p:sp>
          </p:grpSp>
        </p:grpSp>
        <p:grpSp>
          <p:nvGrpSpPr>
            <p:cNvPr id="7" name="组合 6"/>
            <p:cNvGrpSpPr/>
            <p:nvPr/>
          </p:nvGrpSpPr>
          <p:grpSpPr bwMode="auto">
            <a:xfrm>
              <a:off x="5938725" y="2714323"/>
              <a:ext cx="1785108" cy="2052171"/>
              <a:chOff x="0" y="0"/>
              <a:chExt cx="1814681" cy="2317917"/>
            </a:xfrm>
            <a:solidFill>
              <a:srgbClr val="6B7A80"/>
            </a:solidFill>
          </p:grpSpPr>
          <p:sp>
            <p:nvSpPr>
              <p:cNvPr id="10" name="椭圆 9"/>
              <p:cNvSpPr>
                <a:spLocks noChangeArrowheads="1"/>
              </p:cNvSpPr>
              <p:nvPr/>
            </p:nvSpPr>
            <p:spPr bwMode="auto">
              <a:xfrm>
                <a:off x="374988" y="2207881"/>
                <a:ext cx="1439693" cy="110036"/>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nvGrpSpPr>
              <p:cNvPr id="16" name="组合 15"/>
              <p:cNvGrpSpPr/>
              <p:nvPr/>
            </p:nvGrpSpPr>
            <p:grpSpPr bwMode="auto">
              <a:xfrm>
                <a:off x="0" y="0"/>
                <a:ext cx="1643348" cy="2296107"/>
                <a:chOff x="0" y="0"/>
                <a:chExt cx="1643348" cy="2296107"/>
              </a:xfrm>
              <a:grpFill/>
            </p:grpSpPr>
            <p:sp>
              <p:nvSpPr>
                <p:cNvPr id="17" name="流程图: 摘录 16"/>
                <p:cNvSpPr>
                  <a:spLocks noChangeArrowheads="1"/>
                </p:cNvSpPr>
                <p:nvPr/>
              </p:nvSpPr>
              <p:spPr bwMode="auto">
                <a:xfrm rot="8127063" flipH="1" flipV="1">
                  <a:off x="428646" y="2019819"/>
                  <a:ext cx="327811" cy="160327"/>
                </a:xfrm>
                <a:prstGeom prst="flowChartExtra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135" b="1">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8" name="组合 17"/>
                <p:cNvGrpSpPr/>
                <p:nvPr/>
              </p:nvGrpSpPr>
              <p:grpSpPr bwMode="auto">
                <a:xfrm>
                  <a:off x="0" y="0"/>
                  <a:ext cx="1643348" cy="2296107"/>
                  <a:chOff x="0" y="0"/>
                  <a:chExt cx="1822450" cy="2546350"/>
                </a:xfrm>
                <a:grpFill/>
              </p:grpSpPr>
              <p:sp>
                <p:nvSpPr>
                  <p:cNvPr id="19" name="任意多边形: 形状 18"/>
                  <p:cNvSpPr>
                    <a:spLocks noChangeArrowheads="1"/>
                  </p:cNvSpPr>
                  <p:nvPr/>
                </p:nvSpPr>
                <p:spPr bwMode="auto">
                  <a:xfrm rot="-7146315">
                    <a:off x="-361950" y="361950"/>
                    <a:ext cx="2546350" cy="1822450"/>
                  </a:xfrm>
                  <a:custGeom>
                    <a:avLst/>
                    <a:gdLst>
                      <a:gd name="T0" fmla="*/ 3254639 w 3329483"/>
                      <a:gd name="T1" fmla="*/ 1329098 h 2048912"/>
                      <a:gd name="T2" fmla="*/ 1664742 w 3329483"/>
                      <a:gd name="T3" fmla="*/ 2048912 h 2048912"/>
                      <a:gd name="T4" fmla="*/ 0 w 3329483"/>
                      <a:gd name="T5" fmla="*/ 1024456 h 2048912"/>
                      <a:gd name="T6" fmla="*/ 669301 w 3329483"/>
                      <a:gd name="T7" fmla="*/ 204720 h 2048912"/>
                      <a:gd name="T8" fmla="*/ 198259 w 3329483"/>
                      <a:gd name="T9" fmla="*/ 841427 h 2048912"/>
                      <a:gd name="T10" fmla="*/ 1544110 w 3329483"/>
                      <a:gd name="T11" fmla="*/ 1680297 h 2048912"/>
                      <a:gd name="T12" fmla="*/ 2889961 w 3329483"/>
                      <a:gd name="T13" fmla="*/ 841427 h 2048912"/>
                      <a:gd name="T14" fmla="*/ 1563167 w 3329483"/>
                      <a:gd name="T15" fmla="*/ 3156 h 2048912"/>
                      <a:gd name="T16" fmla="*/ 1664742 w 3329483"/>
                      <a:gd name="T17" fmla="*/ 0 h 2048912"/>
                      <a:gd name="T18" fmla="*/ 3329483 w 3329483"/>
                      <a:gd name="T19" fmla="*/ 1024456 h 2048912"/>
                      <a:gd name="T20" fmla="*/ 3254639 w 3329483"/>
                      <a:gd name="T21" fmla="*/ 1329098 h 20489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329483"/>
                      <a:gd name="T34" fmla="*/ 0 h 2048912"/>
                      <a:gd name="T35" fmla="*/ 3329483 w 3329483"/>
                      <a:gd name="T36" fmla="*/ 2048912 h 20489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329483" h="2048912">
                        <a:moveTo>
                          <a:pt x="3254639" y="1329098"/>
                        </a:moveTo>
                        <a:cubicBezTo>
                          <a:pt x="3043864" y="1746122"/>
                          <a:pt x="2411763" y="2048912"/>
                          <a:pt x="1664742" y="2048912"/>
                        </a:cubicBezTo>
                        <a:cubicBezTo>
                          <a:pt x="745331" y="2048912"/>
                          <a:pt x="0" y="1590247"/>
                          <a:pt x="0" y="1024456"/>
                        </a:cubicBezTo>
                        <a:cubicBezTo>
                          <a:pt x="0" y="688506"/>
                          <a:pt x="262776" y="390325"/>
                          <a:pt x="669301" y="204720"/>
                        </a:cubicBezTo>
                        <a:cubicBezTo>
                          <a:pt x="380839" y="357953"/>
                          <a:pt x="198258" y="586400"/>
                          <a:pt x="198259" y="841427"/>
                        </a:cubicBezTo>
                        <a:cubicBezTo>
                          <a:pt x="198258" y="1304722"/>
                          <a:pt x="800816" y="1680297"/>
                          <a:pt x="1544110" y="1680297"/>
                        </a:cubicBezTo>
                        <a:cubicBezTo>
                          <a:pt x="2287403" y="1680297"/>
                          <a:pt x="2889961" y="1304722"/>
                          <a:pt x="2889961" y="841427"/>
                        </a:cubicBezTo>
                        <a:cubicBezTo>
                          <a:pt x="2889961" y="382098"/>
                          <a:pt x="2297677" y="8995"/>
                          <a:pt x="1563167" y="3156"/>
                        </a:cubicBezTo>
                        <a:cubicBezTo>
                          <a:pt x="1596734" y="632"/>
                          <a:pt x="1630618" y="0"/>
                          <a:pt x="1664742" y="0"/>
                        </a:cubicBezTo>
                        <a:cubicBezTo>
                          <a:pt x="2584153" y="0"/>
                          <a:pt x="3329483" y="458665"/>
                          <a:pt x="3329483" y="1024456"/>
                        </a:cubicBezTo>
                        <a:cubicBezTo>
                          <a:pt x="3329483" y="1130542"/>
                          <a:pt x="3303280" y="1232862"/>
                          <a:pt x="3254639" y="1329098"/>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zh-CN" altLang="en-US" sz="2400"/>
                  </a:p>
                </p:txBody>
              </p:sp>
              <p:sp>
                <p:nvSpPr>
                  <p:cNvPr id="20" name="新月形 19"/>
                  <p:cNvSpPr>
                    <a:spLocks noChangeArrowheads="1"/>
                  </p:cNvSpPr>
                  <p:nvPr/>
                </p:nvSpPr>
                <p:spPr bwMode="auto">
                  <a:xfrm rot="6728137">
                    <a:off x="553810" y="-421574"/>
                    <a:ext cx="716410" cy="1775797"/>
                  </a:xfrm>
                  <a:prstGeom prst="moon">
                    <a:avLst>
                      <a:gd name="adj" fmla="val 27472"/>
                    </a:avLst>
                  </a:prstGeom>
                  <a:solidFill>
                    <a:schemeClr val="accent3">
                      <a:lumMod val="10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eaLnBrk="1" hangingPunct="1">
                      <a:buFont typeface="Arial" panose="020B0604020202020204" pitchFamily="34" charset="0"/>
                      <a:buNone/>
                    </a:pPr>
                    <a:endParaRPr lang="zh-CN" altLang="en-US" sz="2400" b="1">
                      <a:solidFill>
                        <a:srgbClr val="FFFFFF"/>
                      </a:solidFill>
                      <a:latin typeface="Calibri" panose="020F0502020204030204" charset="0"/>
                      <a:sym typeface="宋体" panose="02010600030101010101" pitchFamily="2" charset="-122"/>
                    </a:endParaRPr>
                  </a:p>
                </p:txBody>
              </p:sp>
            </p:grpSp>
          </p:grpSp>
        </p:grpSp>
      </p:grpSp>
      <p:sp>
        <p:nvSpPr>
          <p:cNvPr id="29" name="竖排文字占位符 28"/>
          <p:cNvSpPr>
            <a:spLocks noGrp="1"/>
          </p:cNvSpPr>
          <p:nvPr>
            <p:ph type="body" orient="vert" sz="quarter" idx="13" hasCustomPrompt="1"/>
          </p:nvPr>
        </p:nvSpPr>
        <p:spPr>
          <a:xfrm>
            <a:off x="5150215" y="3256627"/>
            <a:ext cx="487527" cy="1058822"/>
          </a:xfrm>
          <a:prstGeom prst="rect">
            <a:avLst/>
          </a:prstGeom>
        </p:spPr>
        <p:txBody>
          <a:bodyPr vert="eaVert"/>
          <a:lstStyle>
            <a:lvl1pPr marL="0" indent="0">
              <a:buNone/>
              <a:defRPr sz="2400" b="1">
                <a:solidFill>
                  <a:schemeClr val="accent4"/>
                </a:solidFill>
                <a:latin typeface="+mj-ea"/>
                <a:ea typeface="+mj-ea"/>
              </a:defRPr>
            </a:lvl1pPr>
          </a:lstStyle>
          <a:p>
            <a:pPr lvl="0"/>
            <a:r>
              <a:rPr lang="zh-CN" altLang="en-US" dirty="0"/>
              <a:t>关键词</a:t>
            </a:r>
            <a:endParaRPr lang="zh-CN" altLang="en-US" dirty="0"/>
          </a:p>
        </p:txBody>
      </p:sp>
      <p:sp>
        <p:nvSpPr>
          <p:cNvPr id="31" name="竖排文字占位符 28"/>
          <p:cNvSpPr>
            <a:spLocks noGrp="1"/>
          </p:cNvSpPr>
          <p:nvPr>
            <p:ph type="body" orient="vert" sz="quarter" idx="14" hasCustomPrompt="1"/>
          </p:nvPr>
        </p:nvSpPr>
        <p:spPr>
          <a:xfrm>
            <a:off x="6510685" y="3574533"/>
            <a:ext cx="487527" cy="1058822"/>
          </a:xfrm>
          <a:prstGeom prst="rect">
            <a:avLst/>
          </a:prstGeom>
        </p:spPr>
        <p:txBody>
          <a:bodyPr vert="eaVert"/>
          <a:lstStyle>
            <a:lvl1pPr marL="0" indent="0">
              <a:buNone/>
              <a:defRPr sz="2400" b="1">
                <a:solidFill>
                  <a:schemeClr val="accent4"/>
                </a:solidFill>
                <a:latin typeface="+mj-ea"/>
                <a:ea typeface="+mj-ea"/>
              </a:defRPr>
            </a:lvl1pPr>
          </a:lstStyle>
          <a:p>
            <a:pPr lvl="0"/>
            <a:r>
              <a:rPr lang="zh-CN" altLang="en-US" dirty="0"/>
              <a:t>关键词</a:t>
            </a:r>
            <a:endParaRPr lang="zh-CN" altLang="en-US" dirty="0"/>
          </a:p>
        </p:txBody>
      </p:sp>
      <p:sp>
        <p:nvSpPr>
          <p:cNvPr id="32" name="文本占位符 374"/>
          <p:cNvSpPr>
            <a:spLocks noGrp="1"/>
          </p:cNvSpPr>
          <p:nvPr>
            <p:ph type="body" sz="quarter" idx="15" hasCustomPrompt="1"/>
          </p:nvPr>
        </p:nvSpPr>
        <p:spPr>
          <a:xfrm>
            <a:off x="1815532" y="3346619"/>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3" name="文本占位符 374"/>
          <p:cNvSpPr>
            <a:spLocks noGrp="1"/>
          </p:cNvSpPr>
          <p:nvPr>
            <p:ph type="body" sz="quarter" idx="16" hasCustomPrompt="1"/>
          </p:nvPr>
        </p:nvSpPr>
        <p:spPr>
          <a:xfrm>
            <a:off x="1295739" y="4016094"/>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4" name="文本占位符 374"/>
          <p:cNvSpPr>
            <a:spLocks noGrp="1"/>
          </p:cNvSpPr>
          <p:nvPr>
            <p:ph type="body" sz="quarter" idx="17" hasCustomPrompt="1"/>
          </p:nvPr>
        </p:nvSpPr>
        <p:spPr>
          <a:xfrm>
            <a:off x="9392477" y="3432779"/>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5" name="文本占位符 374"/>
          <p:cNvSpPr>
            <a:spLocks noGrp="1"/>
          </p:cNvSpPr>
          <p:nvPr>
            <p:ph type="body" sz="quarter" idx="18" hasCustomPrompt="1"/>
          </p:nvPr>
        </p:nvSpPr>
        <p:spPr>
          <a:xfrm>
            <a:off x="8872684" y="4102254"/>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8" name="直接连接符 2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6"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7"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逻辑-10">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3810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p:nvPr userDrawn="1"/>
        </p:nvSpPr>
        <p:spPr>
          <a:xfrm>
            <a:off x="4557614" y="1800073"/>
            <a:ext cx="3076773" cy="3076773"/>
          </a:xfrm>
          <a:prstGeom prst="ellipse">
            <a:avLst/>
          </a:prstGeom>
          <a:noFill/>
          <a:ln w="15875">
            <a:solidFill>
              <a:schemeClr val="accent1">
                <a:alpha val="1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3" name="椭圆 2"/>
          <p:cNvSpPr/>
          <p:nvPr userDrawn="1"/>
        </p:nvSpPr>
        <p:spPr>
          <a:xfrm>
            <a:off x="4767393" y="2009852"/>
            <a:ext cx="2657215" cy="2657215"/>
          </a:xfrm>
          <a:prstGeom prst="ellipse">
            <a:avLst/>
          </a:prstGeom>
          <a:noFill/>
          <a:ln w="22225">
            <a:solidFill>
              <a:schemeClr val="accent4">
                <a:alpha val="3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椭圆 3"/>
          <p:cNvSpPr/>
          <p:nvPr userDrawn="1"/>
        </p:nvSpPr>
        <p:spPr>
          <a:xfrm>
            <a:off x="4953127" y="2195586"/>
            <a:ext cx="2285746" cy="2285746"/>
          </a:xfrm>
          <a:prstGeom prst="ellipse">
            <a:avLst/>
          </a:prstGeom>
          <a:solidFill>
            <a:schemeClr val="accent2"/>
          </a:solidFill>
          <a:ln w="38100">
            <a:noFill/>
          </a:ln>
          <a:effectLst>
            <a:outerShdw blurRad="127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5" name="弧形 4"/>
          <p:cNvSpPr/>
          <p:nvPr userDrawn="1"/>
        </p:nvSpPr>
        <p:spPr>
          <a:xfrm>
            <a:off x="3746892" y="989351"/>
            <a:ext cx="4698217" cy="4698217"/>
          </a:xfrm>
          <a:prstGeom prst="arc">
            <a:avLst>
              <a:gd name="adj1" fmla="val 18406249"/>
              <a:gd name="adj2" fmla="val 14031875"/>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6" name="椭圆 5"/>
          <p:cNvSpPr/>
          <p:nvPr userDrawn="1"/>
        </p:nvSpPr>
        <p:spPr>
          <a:xfrm>
            <a:off x="7243572" y="4440911"/>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7" name="椭圆 6"/>
          <p:cNvSpPr/>
          <p:nvPr userDrawn="1"/>
        </p:nvSpPr>
        <p:spPr>
          <a:xfrm>
            <a:off x="3847086" y="4440911"/>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8" name="任意多边形: 形状 7"/>
          <p:cNvSpPr/>
          <p:nvPr userDrawn="1"/>
        </p:nvSpPr>
        <p:spPr>
          <a:xfrm rot="16200000">
            <a:off x="5842926" y="1315405"/>
            <a:ext cx="494014" cy="658301"/>
          </a:xfrm>
          <a:custGeom>
            <a:avLst/>
            <a:gdLst>
              <a:gd name="connsiteX0" fmla="*/ 0 w 509180"/>
              <a:gd name="connsiteY0" fmla="*/ 83984 h 335934"/>
              <a:gd name="connsiteX1" fmla="*/ 341213 w 509180"/>
              <a:gd name="connsiteY1" fmla="*/ 83984 h 335934"/>
              <a:gd name="connsiteX2" fmla="*/ 341213 w 509180"/>
              <a:gd name="connsiteY2" fmla="*/ 0 h 335934"/>
              <a:gd name="connsiteX3" fmla="*/ 509180 w 509180"/>
              <a:gd name="connsiteY3" fmla="*/ 167967 h 335934"/>
              <a:gd name="connsiteX4" fmla="*/ 341213 w 509180"/>
              <a:gd name="connsiteY4" fmla="*/ 335934 h 335934"/>
              <a:gd name="connsiteX5" fmla="*/ 341213 w 509180"/>
              <a:gd name="connsiteY5" fmla="*/ 251951 h 335934"/>
              <a:gd name="connsiteX6" fmla="*/ 0 w 509180"/>
              <a:gd name="connsiteY6" fmla="*/ 251951 h 335934"/>
              <a:gd name="connsiteX7" fmla="*/ 0 w 509180"/>
              <a:gd name="connsiteY7" fmla="*/ 83984 h 335934"/>
              <a:gd name="connsiteX0-1" fmla="*/ 7620 w 516800"/>
              <a:gd name="connsiteY0-2" fmla="*/ 83984 h 505951"/>
              <a:gd name="connsiteX1-3" fmla="*/ 348833 w 516800"/>
              <a:gd name="connsiteY1-4" fmla="*/ 83984 h 505951"/>
              <a:gd name="connsiteX2-5" fmla="*/ 348833 w 516800"/>
              <a:gd name="connsiteY2-6" fmla="*/ 0 h 505951"/>
              <a:gd name="connsiteX3-7" fmla="*/ 516800 w 516800"/>
              <a:gd name="connsiteY3-8" fmla="*/ 167967 h 505951"/>
              <a:gd name="connsiteX4-9" fmla="*/ 348833 w 516800"/>
              <a:gd name="connsiteY4-10" fmla="*/ 335934 h 505951"/>
              <a:gd name="connsiteX5-11" fmla="*/ 348833 w 516800"/>
              <a:gd name="connsiteY5-12" fmla="*/ 251951 h 505951"/>
              <a:gd name="connsiteX6-13" fmla="*/ 0 w 516800"/>
              <a:gd name="connsiteY6-14" fmla="*/ 505951 h 505951"/>
              <a:gd name="connsiteX7-15" fmla="*/ 7620 w 516800"/>
              <a:gd name="connsiteY7-16" fmla="*/ 83984 h 505951"/>
              <a:gd name="connsiteX0-17" fmla="*/ 5080 w 516800"/>
              <a:gd name="connsiteY0-18" fmla="*/ 0 h 688665"/>
              <a:gd name="connsiteX1-19" fmla="*/ 348833 w 516800"/>
              <a:gd name="connsiteY1-20" fmla="*/ 266698 h 688665"/>
              <a:gd name="connsiteX2-21" fmla="*/ 348833 w 516800"/>
              <a:gd name="connsiteY2-22" fmla="*/ 182714 h 688665"/>
              <a:gd name="connsiteX3-23" fmla="*/ 516800 w 516800"/>
              <a:gd name="connsiteY3-24" fmla="*/ 350681 h 688665"/>
              <a:gd name="connsiteX4-25" fmla="*/ 348833 w 516800"/>
              <a:gd name="connsiteY4-26" fmla="*/ 518648 h 688665"/>
              <a:gd name="connsiteX5-27" fmla="*/ 348833 w 516800"/>
              <a:gd name="connsiteY5-28" fmla="*/ 434665 h 688665"/>
              <a:gd name="connsiteX6-29" fmla="*/ 0 w 516800"/>
              <a:gd name="connsiteY6-30" fmla="*/ 688665 h 688665"/>
              <a:gd name="connsiteX7-31" fmla="*/ 5080 w 516800"/>
              <a:gd name="connsiteY7-32" fmla="*/ 0 h 688665"/>
              <a:gd name="connsiteX0-33" fmla="*/ 5080 w 516800"/>
              <a:gd name="connsiteY0-34" fmla="*/ 0 h 688665"/>
              <a:gd name="connsiteX1-35" fmla="*/ 348833 w 516800"/>
              <a:gd name="connsiteY1-36" fmla="*/ 266698 h 688665"/>
              <a:gd name="connsiteX2-37" fmla="*/ 348833 w 516800"/>
              <a:gd name="connsiteY2-38" fmla="*/ 182714 h 688665"/>
              <a:gd name="connsiteX3-39" fmla="*/ 516800 w 516800"/>
              <a:gd name="connsiteY3-40" fmla="*/ 350681 h 688665"/>
              <a:gd name="connsiteX4-41" fmla="*/ 348833 w 516800"/>
              <a:gd name="connsiteY4-42" fmla="*/ 518648 h 688665"/>
              <a:gd name="connsiteX5-43" fmla="*/ 348833 w 516800"/>
              <a:gd name="connsiteY5-44" fmla="*/ 434665 h 688665"/>
              <a:gd name="connsiteX6-45" fmla="*/ 0 w 516800"/>
              <a:gd name="connsiteY6-46" fmla="*/ 688665 h 688665"/>
              <a:gd name="connsiteX7-47" fmla="*/ 5080 w 516800"/>
              <a:gd name="connsiteY7-48" fmla="*/ 0 h 688665"/>
              <a:gd name="connsiteX0-49" fmla="*/ 5080 w 516800"/>
              <a:gd name="connsiteY0-50" fmla="*/ 0 h 688665"/>
              <a:gd name="connsiteX1-51" fmla="*/ 348833 w 516800"/>
              <a:gd name="connsiteY1-52" fmla="*/ 266698 h 688665"/>
              <a:gd name="connsiteX2-53" fmla="*/ 348833 w 516800"/>
              <a:gd name="connsiteY2-54" fmla="*/ 182714 h 688665"/>
              <a:gd name="connsiteX3-55" fmla="*/ 516800 w 516800"/>
              <a:gd name="connsiteY3-56" fmla="*/ 350681 h 688665"/>
              <a:gd name="connsiteX4-57" fmla="*/ 348833 w 516800"/>
              <a:gd name="connsiteY4-58" fmla="*/ 518648 h 688665"/>
              <a:gd name="connsiteX5-59" fmla="*/ 348833 w 516800"/>
              <a:gd name="connsiteY5-60" fmla="*/ 434665 h 688665"/>
              <a:gd name="connsiteX6-61" fmla="*/ 0 w 516800"/>
              <a:gd name="connsiteY6-62" fmla="*/ 688665 h 688665"/>
              <a:gd name="connsiteX7-63" fmla="*/ 5080 w 516800"/>
              <a:gd name="connsiteY7-64" fmla="*/ 0 h 688665"/>
              <a:gd name="connsiteX0-65" fmla="*/ 5080 w 516800"/>
              <a:gd name="connsiteY0-66" fmla="*/ 0 h 688665"/>
              <a:gd name="connsiteX1-67" fmla="*/ 348833 w 516800"/>
              <a:gd name="connsiteY1-68" fmla="*/ 266698 h 688665"/>
              <a:gd name="connsiteX2-69" fmla="*/ 348833 w 516800"/>
              <a:gd name="connsiteY2-70" fmla="*/ 182714 h 688665"/>
              <a:gd name="connsiteX3-71" fmla="*/ 516800 w 516800"/>
              <a:gd name="connsiteY3-72" fmla="*/ 350681 h 688665"/>
              <a:gd name="connsiteX4-73" fmla="*/ 348833 w 516800"/>
              <a:gd name="connsiteY4-74" fmla="*/ 518648 h 688665"/>
              <a:gd name="connsiteX5-75" fmla="*/ 348833 w 516800"/>
              <a:gd name="connsiteY5-76" fmla="*/ 434665 h 688665"/>
              <a:gd name="connsiteX6-77" fmla="*/ 0 w 516800"/>
              <a:gd name="connsiteY6-78" fmla="*/ 688665 h 688665"/>
              <a:gd name="connsiteX7-79" fmla="*/ 5080 w 516800"/>
              <a:gd name="connsiteY7-80" fmla="*/ 0 h 688665"/>
              <a:gd name="connsiteX0-81" fmla="*/ 5080 w 516800"/>
              <a:gd name="connsiteY0-82" fmla="*/ 0 h 688665"/>
              <a:gd name="connsiteX1-83" fmla="*/ 348833 w 516800"/>
              <a:gd name="connsiteY1-84" fmla="*/ 266698 h 688665"/>
              <a:gd name="connsiteX2-85" fmla="*/ 348833 w 516800"/>
              <a:gd name="connsiteY2-86" fmla="*/ 182714 h 688665"/>
              <a:gd name="connsiteX3-87" fmla="*/ 516800 w 516800"/>
              <a:gd name="connsiteY3-88" fmla="*/ 350681 h 688665"/>
              <a:gd name="connsiteX4-89" fmla="*/ 348833 w 516800"/>
              <a:gd name="connsiteY4-90" fmla="*/ 518648 h 688665"/>
              <a:gd name="connsiteX5-91" fmla="*/ 348833 w 516800"/>
              <a:gd name="connsiteY5-92" fmla="*/ 434665 h 688665"/>
              <a:gd name="connsiteX6-93" fmla="*/ 0 w 516800"/>
              <a:gd name="connsiteY6-94" fmla="*/ 688665 h 688665"/>
              <a:gd name="connsiteX7-95" fmla="*/ 5080 w 516800"/>
              <a:gd name="connsiteY7-96" fmla="*/ 0 h 688665"/>
              <a:gd name="connsiteX0-97" fmla="*/ 5080 w 516800"/>
              <a:gd name="connsiteY0-98" fmla="*/ 0 h 688665"/>
              <a:gd name="connsiteX1-99" fmla="*/ 348833 w 516800"/>
              <a:gd name="connsiteY1-100" fmla="*/ 266698 h 688665"/>
              <a:gd name="connsiteX2-101" fmla="*/ 348833 w 516800"/>
              <a:gd name="connsiteY2-102" fmla="*/ 182714 h 688665"/>
              <a:gd name="connsiteX3-103" fmla="*/ 516800 w 516800"/>
              <a:gd name="connsiteY3-104" fmla="*/ 350681 h 688665"/>
              <a:gd name="connsiteX4-105" fmla="*/ 348833 w 516800"/>
              <a:gd name="connsiteY4-106" fmla="*/ 518648 h 688665"/>
              <a:gd name="connsiteX5-107" fmla="*/ 348833 w 516800"/>
              <a:gd name="connsiteY5-108" fmla="*/ 434665 h 688665"/>
              <a:gd name="connsiteX6-109" fmla="*/ 0 w 516800"/>
              <a:gd name="connsiteY6-110" fmla="*/ 688665 h 688665"/>
              <a:gd name="connsiteX7-111" fmla="*/ 5080 w 516800"/>
              <a:gd name="connsiteY7-112" fmla="*/ 0 h 688665"/>
              <a:gd name="connsiteX0-113" fmla="*/ 5080 w 516800"/>
              <a:gd name="connsiteY0-114" fmla="*/ 0 h 688665"/>
              <a:gd name="connsiteX1-115" fmla="*/ 348833 w 516800"/>
              <a:gd name="connsiteY1-116" fmla="*/ 266698 h 688665"/>
              <a:gd name="connsiteX2-117" fmla="*/ 348833 w 516800"/>
              <a:gd name="connsiteY2-118" fmla="*/ 182714 h 688665"/>
              <a:gd name="connsiteX3-119" fmla="*/ 516800 w 516800"/>
              <a:gd name="connsiteY3-120" fmla="*/ 350681 h 688665"/>
              <a:gd name="connsiteX4-121" fmla="*/ 348833 w 516800"/>
              <a:gd name="connsiteY4-122" fmla="*/ 518648 h 688665"/>
              <a:gd name="connsiteX5-123" fmla="*/ 348833 w 516800"/>
              <a:gd name="connsiteY5-124" fmla="*/ 434665 h 688665"/>
              <a:gd name="connsiteX6-125" fmla="*/ 0 w 516800"/>
              <a:gd name="connsiteY6-126" fmla="*/ 688665 h 688665"/>
              <a:gd name="connsiteX7-127" fmla="*/ 5080 w 516800"/>
              <a:gd name="connsiteY7-128" fmla="*/ 0 h 68866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516800" h="688665">
                <a:moveTo>
                  <a:pt x="5080" y="0"/>
                </a:moveTo>
                <a:cubicBezTo>
                  <a:pt x="117124" y="139708"/>
                  <a:pt x="221549" y="213362"/>
                  <a:pt x="348833" y="266698"/>
                </a:cubicBezTo>
                <a:lnTo>
                  <a:pt x="348833" y="182714"/>
                </a:lnTo>
                <a:lnTo>
                  <a:pt x="516800" y="350681"/>
                </a:lnTo>
                <a:lnTo>
                  <a:pt x="348833" y="518648"/>
                </a:lnTo>
                <a:lnTo>
                  <a:pt x="348833" y="434665"/>
                </a:lnTo>
                <a:cubicBezTo>
                  <a:pt x="255415" y="460915"/>
                  <a:pt x="134058" y="530341"/>
                  <a:pt x="0" y="688665"/>
                </a:cubicBezTo>
                <a:cubicBezTo>
                  <a:pt x="1693" y="459110"/>
                  <a:pt x="3387" y="229555"/>
                  <a:pt x="5080" y="0"/>
                </a:cubicBezTo>
                <a:close/>
              </a:path>
            </a:pathLst>
          </a:custGeom>
          <a:gradFill flip="none" rotWithShape="1">
            <a:gsLst>
              <a:gs pos="0">
                <a:schemeClr val="accent4"/>
              </a:gs>
              <a:gs pos="91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9" name="椭圆 8"/>
          <p:cNvSpPr/>
          <p:nvPr userDrawn="1"/>
        </p:nvSpPr>
        <p:spPr>
          <a:xfrm>
            <a:off x="7761072" y="2304172"/>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10" name="椭圆 9"/>
          <p:cNvSpPr/>
          <p:nvPr userDrawn="1"/>
        </p:nvSpPr>
        <p:spPr>
          <a:xfrm>
            <a:off x="3336388" y="2304172"/>
            <a:ext cx="1101345" cy="1101345"/>
          </a:xfrm>
          <a:prstGeom prst="ellipse">
            <a:avLst/>
          </a:prstGeom>
          <a:solidFill>
            <a:schemeClr val="accent3">
              <a:lumMod val="100000"/>
            </a:schemeClr>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dirty="0"/>
          </a:p>
        </p:txBody>
      </p:sp>
      <p:sp>
        <p:nvSpPr>
          <p:cNvPr id="21" name="文本占位符 374"/>
          <p:cNvSpPr>
            <a:spLocks noGrp="1"/>
          </p:cNvSpPr>
          <p:nvPr>
            <p:ph type="body" sz="quarter" idx="31" hasCustomPrompt="1"/>
          </p:nvPr>
        </p:nvSpPr>
        <p:spPr>
          <a:xfrm>
            <a:off x="9289918" y="2192065"/>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2" name="文本占位符 374"/>
          <p:cNvSpPr>
            <a:spLocks noGrp="1"/>
          </p:cNvSpPr>
          <p:nvPr>
            <p:ph type="body" sz="quarter" idx="32" hasCustomPrompt="1"/>
          </p:nvPr>
        </p:nvSpPr>
        <p:spPr>
          <a:xfrm>
            <a:off x="9289919" y="266944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5" name="文本占位符 374"/>
          <p:cNvSpPr>
            <a:spLocks noGrp="1"/>
          </p:cNvSpPr>
          <p:nvPr>
            <p:ph type="body" sz="quarter" idx="33" hasCustomPrompt="1"/>
          </p:nvPr>
        </p:nvSpPr>
        <p:spPr>
          <a:xfrm>
            <a:off x="8910417" y="4269813"/>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34" hasCustomPrompt="1"/>
          </p:nvPr>
        </p:nvSpPr>
        <p:spPr>
          <a:xfrm>
            <a:off x="8910418" y="4747189"/>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7" name="文本占位符 374"/>
          <p:cNvSpPr>
            <a:spLocks noGrp="1"/>
          </p:cNvSpPr>
          <p:nvPr>
            <p:ph type="body" sz="quarter" idx="23" hasCustomPrompt="1"/>
          </p:nvPr>
        </p:nvSpPr>
        <p:spPr>
          <a:xfrm>
            <a:off x="1676272" y="2431307"/>
            <a:ext cx="1240653" cy="28549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28" name="文本占位符 374"/>
          <p:cNvSpPr>
            <a:spLocks noGrp="1"/>
          </p:cNvSpPr>
          <p:nvPr>
            <p:ph type="body" sz="quarter" idx="24" hasCustomPrompt="1"/>
          </p:nvPr>
        </p:nvSpPr>
        <p:spPr>
          <a:xfrm>
            <a:off x="1036268" y="2868961"/>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9" name="文本占位符 374"/>
          <p:cNvSpPr>
            <a:spLocks noGrp="1"/>
          </p:cNvSpPr>
          <p:nvPr>
            <p:ph type="body" sz="quarter" idx="35" hasCustomPrompt="1"/>
          </p:nvPr>
        </p:nvSpPr>
        <p:spPr>
          <a:xfrm>
            <a:off x="2043499" y="4468633"/>
            <a:ext cx="1240653" cy="28549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0" name="文本占位符 374"/>
          <p:cNvSpPr>
            <a:spLocks noGrp="1"/>
          </p:cNvSpPr>
          <p:nvPr>
            <p:ph type="body" sz="quarter" idx="36" hasCustomPrompt="1"/>
          </p:nvPr>
        </p:nvSpPr>
        <p:spPr>
          <a:xfrm>
            <a:off x="1403495" y="4906287"/>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1" name="文本占位符 374"/>
          <p:cNvSpPr>
            <a:spLocks noGrp="1"/>
          </p:cNvSpPr>
          <p:nvPr>
            <p:ph type="body" sz="quarter" idx="17" hasCustomPrompt="1"/>
          </p:nvPr>
        </p:nvSpPr>
        <p:spPr>
          <a:xfrm>
            <a:off x="5577083" y="3076076"/>
            <a:ext cx="1183930" cy="890859"/>
          </a:xfrm>
          <a:prstGeom prst="rect">
            <a:avLst/>
          </a:prstGeom>
        </p:spPr>
        <p:txBody>
          <a:bodyPr/>
          <a:lstStyle>
            <a:lvl1pPr marL="0" indent="0">
              <a:buNone/>
              <a:defRPr sz="2400" b="1">
                <a:solidFill>
                  <a:schemeClr val="accent1"/>
                </a:solidFill>
                <a:latin typeface="+mj-ea"/>
                <a:ea typeface="+mj-ea"/>
              </a:defRPr>
            </a:lvl1pPr>
          </a:lstStyle>
          <a:p>
            <a:pPr lvl="0"/>
            <a:r>
              <a:rPr lang="zh-CN" altLang="en-US" dirty="0"/>
              <a:t>请输入关键词</a:t>
            </a:r>
            <a:endParaRPr lang="zh-CN" altLang="en-US" dirty="0"/>
          </a:p>
        </p:txBody>
      </p:sp>
      <p:sp>
        <p:nvSpPr>
          <p:cNvPr id="23" name="图片占位符 22"/>
          <p:cNvSpPr>
            <a:spLocks noGrp="1"/>
          </p:cNvSpPr>
          <p:nvPr>
            <p:ph type="pic" sz="quarter" idx="37"/>
          </p:nvPr>
        </p:nvSpPr>
        <p:spPr>
          <a:xfrm>
            <a:off x="3593189" y="2615231"/>
            <a:ext cx="547117" cy="505261"/>
          </a:xfrm>
          <a:prstGeom prst="rect">
            <a:avLst/>
          </a:prstGeom>
        </p:spPr>
        <p:txBody>
          <a:bodyPr/>
          <a:lstStyle>
            <a:lvl1pPr>
              <a:defRPr sz="1200"/>
            </a:lvl1pPr>
          </a:lstStyle>
          <a:p>
            <a:endParaRPr lang="zh-CN" altLang="en-US" dirty="0"/>
          </a:p>
        </p:txBody>
      </p:sp>
      <p:sp>
        <p:nvSpPr>
          <p:cNvPr id="24" name="图片占位符 22"/>
          <p:cNvSpPr>
            <a:spLocks noGrp="1"/>
          </p:cNvSpPr>
          <p:nvPr>
            <p:ph type="pic" sz="quarter" idx="38"/>
          </p:nvPr>
        </p:nvSpPr>
        <p:spPr>
          <a:xfrm>
            <a:off x="8038185" y="2602213"/>
            <a:ext cx="547117" cy="505261"/>
          </a:xfrm>
          <a:prstGeom prst="rect">
            <a:avLst/>
          </a:prstGeom>
        </p:spPr>
        <p:txBody>
          <a:bodyPr/>
          <a:lstStyle>
            <a:lvl1pPr>
              <a:defRPr sz="1200"/>
            </a:lvl1pPr>
          </a:lstStyle>
          <a:p>
            <a:endParaRPr lang="zh-CN" altLang="en-US" dirty="0"/>
          </a:p>
        </p:txBody>
      </p:sp>
      <p:sp>
        <p:nvSpPr>
          <p:cNvPr id="32" name="图片占位符 22"/>
          <p:cNvSpPr>
            <a:spLocks noGrp="1"/>
          </p:cNvSpPr>
          <p:nvPr>
            <p:ph type="pic" sz="quarter" idx="39"/>
          </p:nvPr>
        </p:nvSpPr>
        <p:spPr>
          <a:xfrm>
            <a:off x="4092305" y="4766728"/>
            <a:ext cx="547117" cy="505261"/>
          </a:xfrm>
          <a:prstGeom prst="rect">
            <a:avLst/>
          </a:prstGeom>
        </p:spPr>
        <p:txBody>
          <a:bodyPr/>
          <a:lstStyle>
            <a:lvl1pPr>
              <a:defRPr sz="1200"/>
            </a:lvl1pPr>
          </a:lstStyle>
          <a:p>
            <a:endParaRPr lang="zh-CN" altLang="en-US" dirty="0"/>
          </a:p>
        </p:txBody>
      </p:sp>
      <p:sp>
        <p:nvSpPr>
          <p:cNvPr id="33" name="图片占位符 22"/>
          <p:cNvSpPr>
            <a:spLocks noGrp="1"/>
          </p:cNvSpPr>
          <p:nvPr>
            <p:ph type="pic" sz="quarter" idx="40"/>
          </p:nvPr>
        </p:nvSpPr>
        <p:spPr>
          <a:xfrm>
            <a:off x="7520685" y="4754124"/>
            <a:ext cx="547117" cy="505261"/>
          </a:xfrm>
          <a:prstGeom prst="rect">
            <a:avLst/>
          </a:prstGeom>
        </p:spPr>
        <p:txBody>
          <a:bodyPr/>
          <a:lstStyle>
            <a:lvl1pPr>
              <a:defRPr sz="1200"/>
            </a:lvl1pPr>
          </a:lstStyle>
          <a:p>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5"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逻辑-1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a:spLocks noChangeArrowheads="1"/>
          </p:cNvSpPr>
          <p:nvPr userDrawn="1"/>
        </p:nvSpPr>
        <p:spPr bwMode="auto">
          <a:xfrm>
            <a:off x="4042494" y="2049607"/>
            <a:ext cx="1047750" cy="1047750"/>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3" name="椭圆 2"/>
          <p:cNvSpPr>
            <a:spLocks noChangeArrowheads="1"/>
          </p:cNvSpPr>
          <p:nvPr userDrawn="1"/>
        </p:nvSpPr>
        <p:spPr bwMode="auto">
          <a:xfrm>
            <a:off x="4042494" y="4238769"/>
            <a:ext cx="1047750" cy="1050925"/>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4" name="椭圆 3"/>
          <p:cNvSpPr>
            <a:spLocks noChangeArrowheads="1"/>
          </p:cNvSpPr>
          <p:nvPr userDrawn="1"/>
        </p:nvSpPr>
        <p:spPr bwMode="auto">
          <a:xfrm>
            <a:off x="7112719" y="2049607"/>
            <a:ext cx="1050925" cy="1047750"/>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5" name="椭圆 4"/>
          <p:cNvSpPr>
            <a:spLocks noChangeArrowheads="1"/>
          </p:cNvSpPr>
          <p:nvPr userDrawn="1"/>
        </p:nvSpPr>
        <p:spPr bwMode="auto">
          <a:xfrm>
            <a:off x="7112719" y="4238769"/>
            <a:ext cx="1050925" cy="1050925"/>
          </a:xfrm>
          <a:prstGeom prst="ellipse">
            <a:avLst/>
          </a:prstGeom>
          <a:solidFill>
            <a:schemeClr val="accent1"/>
          </a:solidFill>
          <a:ln>
            <a:noFill/>
          </a:ln>
        </p:spPr>
        <p:txBody>
          <a:bodyPr vert="horz" wrap="square" lIns="91440" tIns="45720" rIns="91440" bIns="45720" numCol="1" anchor="t" anchorCtr="0" compatLnSpc="1">
            <a:spAutoFit/>
          </a:bodyPr>
          <a:lstStyle/>
          <a:p>
            <a:endParaRPr lang="en-US"/>
          </a:p>
        </p:txBody>
      </p:sp>
      <p:sp>
        <p:nvSpPr>
          <p:cNvPr id="6" name="任意多边形: 形状 5"/>
          <p:cNvSpPr/>
          <p:nvPr userDrawn="1"/>
        </p:nvSpPr>
        <p:spPr bwMode="auto">
          <a:xfrm>
            <a:off x="3340819" y="2456007"/>
            <a:ext cx="5640388" cy="2543175"/>
          </a:xfrm>
          <a:custGeom>
            <a:avLst/>
            <a:gdLst>
              <a:gd name="T0" fmla="*/ 1443 w 1889"/>
              <a:gd name="T1" fmla="*/ 813 h 852"/>
              <a:gd name="T2" fmla="*/ 1156 w 1889"/>
              <a:gd name="T3" fmla="*/ 694 h 852"/>
              <a:gd name="T4" fmla="*/ 897 w 1889"/>
              <a:gd name="T5" fmla="*/ 435 h 852"/>
              <a:gd name="T6" fmla="*/ 637 w 1889"/>
              <a:gd name="T7" fmla="*/ 175 h 852"/>
              <a:gd name="T8" fmla="*/ 406 w 1889"/>
              <a:gd name="T9" fmla="*/ 80 h 852"/>
              <a:gd name="T10" fmla="*/ 175 w 1889"/>
              <a:gd name="T11" fmla="*/ 175 h 852"/>
              <a:gd name="T12" fmla="*/ 80 w 1889"/>
              <a:gd name="T13" fmla="*/ 406 h 852"/>
              <a:gd name="T14" fmla="*/ 175 w 1889"/>
              <a:gd name="T15" fmla="*/ 637 h 852"/>
              <a:gd name="T16" fmla="*/ 637 w 1889"/>
              <a:gd name="T17" fmla="*/ 637 h 852"/>
              <a:gd name="T18" fmla="*/ 830 w 1889"/>
              <a:gd name="T19" fmla="*/ 444 h 852"/>
              <a:gd name="T20" fmla="*/ 887 w 1889"/>
              <a:gd name="T21" fmla="*/ 501 h 852"/>
              <a:gd name="T22" fmla="*/ 694 w 1889"/>
              <a:gd name="T23" fmla="*/ 694 h 852"/>
              <a:gd name="T24" fmla="*/ 119 w 1889"/>
              <a:gd name="T25" fmla="*/ 694 h 852"/>
              <a:gd name="T26" fmla="*/ 0 w 1889"/>
              <a:gd name="T27" fmla="*/ 406 h 852"/>
              <a:gd name="T28" fmla="*/ 119 w 1889"/>
              <a:gd name="T29" fmla="*/ 119 h 852"/>
              <a:gd name="T30" fmla="*/ 406 w 1889"/>
              <a:gd name="T31" fmla="*/ 0 h 852"/>
              <a:gd name="T32" fmla="*/ 694 w 1889"/>
              <a:gd name="T33" fmla="*/ 119 h 852"/>
              <a:gd name="T34" fmla="*/ 953 w 1889"/>
              <a:gd name="T35" fmla="*/ 378 h 852"/>
              <a:gd name="T36" fmla="*/ 1212 w 1889"/>
              <a:gd name="T37" fmla="*/ 637 h 852"/>
              <a:gd name="T38" fmla="*/ 1674 w 1889"/>
              <a:gd name="T39" fmla="*/ 637 h 852"/>
              <a:gd name="T40" fmla="*/ 1674 w 1889"/>
              <a:gd name="T41" fmla="*/ 175 h 852"/>
              <a:gd name="T42" fmla="*/ 1443 w 1889"/>
              <a:gd name="T43" fmla="*/ 80 h 852"/>
              <a:gd name="T44" fmla="*/ 1212 w 1889"/>
              <a:gd name="T45" fmla="*/ 175 h 852"/>
              <a:gd name="T46" fmla="*/ 1018 w 1889"/>
              <a:gd name="T47" fmla="*/ 370 h 852"/>
              <a:gd name="T48" fmla="*/ 961 w 1889"/>
              <a:gd name="T49" fmla="*/ 313 h 852"/>
              <a:gd name="T50" fmla="*/ 1156 w 1889"/>
              <a:gd name="T51" fmla="*/ 119 h 852"/>
              <a:gd name="T52" fmla="*/ 1443 w 1889"/>
              <a:gd name="T53" fmla="*/ 0 h 852"/>
              <a:gd name="T54" fmla="*/ 1731 w 1889"/>
              <a:gd name="T55" fmla="*/ 119 h 852"/>
              <a:gd name="T56" fmla="*/ 1731 w 1889"/>
              <a:gd name="T57" fmla="*/ 694 h 852"/>
              <a:gd name="T58" fmla="*/ 1443 w 1889"/>
              <a:gd name="T59" fmla="*/ 813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89" h="852">
                <a:moveTo>
                  <a:pt x="1443" y="813"/>
                </a:moveTo>
                <a:cubicBezTo>
                  <a:pt x="1339" y="813"/>
                  <a:pt x="1235" y="773"/>
                  <a:pt x="1156" y="694"/>
                </a:cubicBezTo>
                <a:cubicBezTo>
                  <a:pt x="897" y="435"/>
                  <a:pt x="897" y="435"/>
                  <a:pt x="897" y="435"/>
                </a:cubicBezTo>
                <a:cubicBezTo>
                  <a:pt x="637" y="175"/>
                  <a:pt x="637" y="175"/>
                  <a:pt x="637" y="175"/>
                </a:cubicBezTo>
                <a:cubicBezTo>
                  <a:pt x="576" y="114"/>
                  <a:pt x="494" y="80"/>
                  <a:pt x="406" y="80"/>
                </a:cubicBezTo>
                <a:cubicBezTo>
                  <a:pt x="319" y="80"/>
                  <a:pt x="237" y="114"/>
                  <a:pt x="175" y="175"/>
                </a:cubicBezTo>
                <a:cubicBezTo>
                  <a:pt x="114" y="237"/>
                  <a:pt x="80" y="319"/>
                  <a:pt x="80" y="406"/>
                </a:cubicBezTo>
                <a:cubicBezTo>
                  <a:pt x="80" y="494"/>
                  <a:pt x="114" y="576"/>
                  <a:pt x="175" y="637"/>
                </a:cubicBezTo>
                <a:cubicBezTo>
                  <a:pt x="303" y="765"/>
                  <a:pt x="510" y="765"/>
                  <a:pt x="637" y="637"/>
                </a:cubicBezTo>
                <a:cubicBezTo>
                  <a:pt x="830" y="444"/>
                  <a:pt x="830" y="444"/>
                  <a:pt x="830" y="444"/>
                </a:cubicBezTo>
                <a:cubicBezTo>
                  <a:pt x="887" y="501"/>
                  <a:pt x="887" y="501"/>
                  <a:pt x="887" y="501"/>
                </a:cubicBezTo>
                <a:cubicBezTo>
                  <a:pt x="694" y="694"/>
                  <a:pt x="694" y="694"/>
                  <a:pt x="694" y="694"/>
                </a:cubicBezTo>
                <a:cubicBezTo>
                  <a:pt x="535" y="852"/>
                  <a:pt x="277" y="852"/>
                  <a:pt x="119" y="694"/>
                </a:cubicBezTo>
                <a:cubicBezTo>
                  <a:pt x="42" y="617"/>
                  <a:pt x="0" y="515"/>
                  <a:pt x="0" y="406"/>
                </a:cubicBezTo>
                <a:cubicBezTo>
                  <a:pt x="0" y="298"/>
                  <a:pt x="42" y="196"/>
                  <a:pt x="119" y="119"/>
                </a:cubicBezTo>
                <a:cubicBezTo>
                  <a:pt x="196" y="42"/>
                  <a:pt x="298" y="0"/>
                  <a:pt x="406" y="0"/>
                </a:cubicBezTo>
                <a:cubicBezTo>
                  <a:pt x="515" y="0"/>
                  <a:pt x="617" y="42"/>
                  <a:pt x="694" y="119"/>
                </a:cubicBezTo>
                <a:cubicBezTo>
                  <a:pt x="953" y="378"/>
                  <a:pt x="953" y="378"/>
                  <a:pt x="953" y="378"/>
                </a:cubicBezTo>
                <a:cubicBezTo>
                  <a:pt x="1212" y="637"/>
                  <a:pt x="1212" y="637"/>
                  <a:pt x="1212" y="637"/>
                </a:cubicBezTo>
                <a:cubicBezTo>
                  <a:pt x="1340" y="765"/>
                  <a:pt x="1547" y="765"/>
                  <a:pt x="1674" y="637"/>
                </a:cubicBezTo>
                <a:cubicBezTo>
                  <a:pt x="1802" y="510"/>
                  <a:pt x="1802" y="303"/>
                  <a:pt x="1674" y="175"/>
                </a:cubicBezTo>
                <a:cubicBezTo>
                  <a:pt x="1613" y="114"/>
                  <a:pt x="1531" y="80"/>
                  <a:pt x="1443" y="80"/>
                </a:cubicBezTo>
                <a:cubicBezTo>
                  <a:pt x="1356" y="80"/>
                  <a:pt x="1274" y="114"/>
                  <a:pt x="1212" y="175"/>
                </a:cubicBezTo>
                <a:cubicBezTo>
                  <a:pt x="1018" y="370"/>
                  <a:pt x="1018" y="370"/>
                  <a:pt x="1018" y="370"/>
                </a:cubicBezTo>
                <a:cubicBezTo>
                  <a:pt x="961" y="313"/>
                  <a:pt x="961" y="313"/>
                  <a:pt x="961" y="313"/>
                </a:cubicBezTo>
                <a:cubicBezTo>
                  <a:pt x="1156" y="119"/>
                  <a:pt x="1156" y="119"/>
                  <a:pt x="1156" y="119"/>
                </a:cubicBezTo>
                <a:cubicBezTo>
                  <a:pt x="1233" y="42"/>
                  <a:pt x="1335" y="0"/>
                  <a:pt x="1443" y="0"/>
                </a:cubicBezTo>
                <a:cubicBezTo>
                  <a:pt x="1552" y="0"/>
                  <a:pt x="1654" y="42"/>
                  <a:pt x="1731" y="119"/>
                </a:cubicBezTo>
                <a:cubicBezTo>
                  <a:pt x="1889" y="277"/>
                  <a:pt x="1889" y="535"/>
                  <a:pt x="1731" y="694"/>
                </a:cubicBezTo>
                <a:cubicBezTo>
                  <a:pt x="1652" y="773"/>
                  <a:pt x="1547" y="813"/>
                  <a:pt x="1443" y="813"/>
                </a:cubicBezTo>
                <a:close/>
              </a:path>
            </a:pathLst>
          </a:custGeom>
          <a:solidFill>
            <a:schemeClr val="accent2"/>
          </a:solidFill>
          <a:ln>
            <a:noFill/>
          </a:ln>
        </p:spPr>
        <p:txBody>
          <a:bodyPr vert="horz" wrap="square" lIns="91440" tIns="45720" rIns="91440" bIns="45720" numCol="1" anchor="t" anchorCtr="0" compatLnSpc="1">
            <a:spAutoFit/>
          </a:bodyPr>
          <a:lstStyle/>
          <a:p>
            <a:endParaRPr lang="en-US" dirty="0"/>
          </a:p>
        </p:txBody>
      </p:sp>
      <p:sp>
        <p:nvSpPr>
          <p:cNvPr id="7" name="椭圆 6"/>
          <p:cNvSpPr>
            <a:spLocks noChangeArrowheads="1"/>
          </p:cNvSpPr>
          <p:nvPr userDrawn="1"/>
        </p:nvSpPr>
        <p:spPr bwMode="auto">
          <a:xfrm>
            <a:off x="4161557" y="2168669"/>
            <a:ext cx="809625" cy="809625"/>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8" name="椭圆 7"/>
          <p:cNvSpPr>
            <a:spLocks noChangeArrowheads="1"/>
          </p:cNvSpPr>
          <p:nvPr userDrawn="1"/>
        </p:nvSpPr>
        <p:spPr bwMode="auto">
          <a:xfrm>
            <a:off x="4161557" y="4361007"/>
            <a:ext cx="809625" cy="806450"/>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9" name="椭圆 8"/>
          <p:cNvSpPr>
            <a:spLocks noChangeArrowheads="1"/>
          </p:cNvSpPr>
          <p:nvPr userDrawn="1"/>
        </p:nvSpPr>
        <p:spPr bwMode="auto">
          <a:xfrm>
            <a:off x="7234957" y="2168669"/>
            <a:ext cx="806450" cy="809625"/>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a:p>
        </p:txBody>
      </p:sp>
      <p:sp>
        <p:nvSpPr>
          <p:cNvPr id="10" name="椭圆 9"/>
          <p:cNvSpPr>
            <a:spLocks noChangeArrowheads="1"/>
          </p:cNvSpPr>
          <p:nvPr userDrawn="1"/>
        </p:nvSpPr>
        <p:spPr bwMode="auto">
          <a:xfrm>
            <a:off x="7234957" y="4361007"/>
            <a:ext cx="806450" cy="806450"/>
          </a:xfrm>
          <a:prstGeom prst="ellipse">
            <a:avLst/>
          </a:prstGeom>
          <a:solidFill>
            <a:schemeClr val="accent3">
              <a:lumMod val="100000"/>
            </a:schemeClr>
          </a:solidFill>
          <a:ln>
            <a:noFill/>
          </a:ln>
        </p:spPr>
        <p:txBody>
          <a:bodyPr vert="horz" wrap="square" lIns="91440" tIns="45720" rIns="91440" bIns="45720" numCol="1" anchor="t" anchorCtr="0" compatLnSpc="1">
            <a:spAutoFit/>
          </a:bodyPr>
          <a:lstStyle/>
          <a:p>
            <a:endParaRPr lang="en-US" dirty="0"/>
          </a:p>
        </p:txBody>
      </p:sp>
      <p:sp>
        <p:nvSpPr>
          <p:cNvPr id="16" name="任意多边形: 形状 15"/>
          <p:cNvSpPr>
            <a:spLocks noEditPoints="1"/>
          </p:cNvSpPr>
          <p:nvPr userDrawn="1"/>
        </p:nvSpPr>
        <p:spPr bwMode="auto">
          <a:xfrm>
            <a:off x="4385791" y="2393300"/>
            <a:ext cx="361576" cy="360993"/>
          </a:xfrm>
          <a:custGeom>
            <a:avLst/>
            <a:gdLst>
              <a:gd name="connsiteX0" fmla="*/ 536383 w 609459"/>
              <a:gd name="connsiteY0" fmla="*/ 348091 h 608477"/>
              <a:gd name="connsiteX1" fmla="*/ 570534 w 609459"/>
              <a:gd name="connsiteY1" fmla="*/ 382183 h 608477"/>
              <a:gd name="connsiteX2" fmla="*/ 570534 w 609459"/>
              <a:gd name="connsiteY2" fmla="*/ 569688 h 608477"/>
              <a:gd name="connsiteX3" fmla="*/ 476686 w 609459"/>
              <a:gd name="connsiteY3" fmla="*/ 608477 h 608477"/>
              <a:gd name="connsiteX4" fmla="*/ 382703 w 609459"/>
              <a:gd name="connsiteY4" fmla="*/ 569688 h 608477"/>
              <a:gd name="connsiteX5" fmla="*/ 231712 w 609459"/>
              <a:gd name="connsiteY5" fmla="*/ 418959 h 608477"/>
              <a:gd name="connsiteX6" fmla="*/ 294233 w 609459"/>
              <a:gd name="connsiteY6" fmla="*/ 356413 h 608477"/>
              <a:gd name="connsiteX7" fmla="*/ 445358 w 609459"/>
              <a:gd name="connsiteY7" fmla="*/ 507276 h 608477"/>
              <a:gd name="connsiteX8" fmla="*/ 508013 w 609459"/>
              <a:gd name="connsiteY8" fmla="*/ 507276 h 608477"/>
              <a:gd name="connsiteX9" fmla="*/ 508013 w 609459"/>
              <a:gd name="connsiteY9" fmla="*/ 444729 h 608477"/>
              <a:gd name="connsiteX10" fmla="*/ 473728 w 609459"/>
              <a:gd name="connsiteY10" fmla="*/ 410638 h 608477"/>
              <a:gd name="connsiteX11" fmla="*/ 189939 w 609459"/>
              <a:gd name="connsiteY11" fmla="*/ 231446 h 608477"/>
              <a:gd name="connsiteX12" fmla="*/ 252456 w 609459"/>
              <a:gd name="connsiteY12" fmla="*/ 293860 h 608477"/>
              <a:gd name="connsiteX13" fmla="*/ 101475 w 609459"/>
              <a:gd name="connsiteY13" fmla="*/ 444726 h 608477"/>
              <a:gd name="connsiteX14" fmla="*/ 101475 w 609459"/>
              <a:gd name="connsiteY14" fmla="*/ 507273 h 608477"/>
              <a:gd name="connsiteX15" fmla="*/ 163991 w 609459"/>
              <a:gd name="connsiteY15" fmla="*/ 507273 h 608477"/>
              <a:gd name="connsiteX16" fmla="*/ 198275 w 609459"/>
              <a:gd name="connsiteY16" fmla="*/ 473047 h 608477"/>
              <a:gd name="connsiteX17" fmla="*/ 260926 w 609459"/>
              <a:gd name="connsiteY17" fmla="*/ 535594 h 608477"/>
              <a:gd name="connsiteX18" fmla="*/ 226643 w 609459"/>
              <a:gd name="connsiteY18" fmla="*/ 569687 h 608477"/>
              <a:gd name="connsiteX19" fmla="*/ 132666 w 609459"/>
              <a:gd name="connsiteY19" fmla="*/ 608477 h 608477"/>
              <a:gd name="connsiteX20" fmla="*/ 38823 w 609459"/>
              <a:gd name="connsiteY20" fmla="*/ 569687 h 608477"/>
              <a:gd name="connsiteX21" fmla="*/ 38823 w 609459"/>
              <a:gd name="connsiteY21" fmla="*/ 382178 h 608477"/>
              <a:gd name="connsiteX22" fmla="*/ 132716 w 609459"/>
              <a:gd name="connsiteY22" fmla="*/ 1 h 608477"/>
              <a:gd name="connsiteX23" fmla="*/ 226614 w 609459"/>
              <a:gd name="connsiteY23" fmla="*/ 38771 h 608477"/>
              <a:gd name="connsiteX24" fmla="*/ 377712 w 609459"/>
              <a:gd name="connsiteY24" fmla="*/ 189688 h 608477"/>
              <a:gd name="connsiteX25" fmla="*/ 315068 w 609459"/>
              <a:gd name="connsiteY25" fmla="*/ 252124 h 608477"/>
              <a:gd name="connsiteX26" fmla="*/ 163970 w 609459"/>
              <a:gd name="connsiteY26" fmla="*/ 101340 h 608477"/>
              <a:gd name="connsiteX27" fmla="*/ 101461 w 609459"/>
              <a:gd name="connsiteY27" fmla="*/ 101340 h 608477"/>
              <a:gd name="connsiteX28" fmla="*/ 101461 w 609459"/>
              <a:gd name="connsiteY28" fmla="*/ 163775 h 608477"/>
              <a:gd name="connsiteX29" fmla="*/ 135606 w 609459"/>
              <a:gd name="connsiteY29" fmla="*/ 198013 h 608477"/>
              <a:gd name="connsiteX30" fmla="*/ 72962 w 609459"/>
              <a:gd name="connsiteY30" fmla="*/ 260448 h 608477"/>
              <a:gd name="connsiteX31" fmla="*/ 38817 w 609459"/>
              <a:gd name="connsiteY31" fmla="*/ 226344 h 608477"/>
              <a:gd name="connsiteX32" fmla="*/ 38817 w 609459"/>
              <a:gd name="connsiteY32" fmla="*/ 38771 h 608477"/>
              <a:gd name="connsiteX33" fmla="*/ 132716 w 609459"/>
              <a:gd name="connsiteY33" fmla="*/ 1 h 608477"/>
              <a:gd name="connsiteX34" fmla="*/ 476678 w 609459"/>
              <a:gd name="connsiteY34" fmla="*/ 0 h 608477"/>
              <a:gd name="connsiteX35" fmla="*/ 570537 w 609459"/>
              <a:gd name="connsiteY35" fmla="*/ 38767 h 608477"/>
              <a:gd name="connsiteX36" fmla="*/ 570537 w 609459"/>
              <a:gd name="connsiteY36" fmla="*/ 226327 h 608477"/>
              <a:gd name="connsiteX37" fmla="*/ 419556 w 609459"/>
              <a:gd name="connsiteY37" fmla="*/ 377234 h 608477"/>
              <a:gd name="connsiteX38" fmla="*/ 356905 w 609459"/>
              <a:gd name="connsiteY38" fmla="*/ 314670 h 608477"/>
              <a:gd name="connsiteX39" fmla="*/ 508021 w 609459"/>
              <a:gd name="connsiteY39" fmla="*/ 163762 h 608477"/>
              <a:gd name="connsiteX40" fmla="*/ 508021 w 609459"/>
              <a:gd name="connsiteY40" fmla="*/ 101332 h 608477"/>
              <a:gd name="connsiteX41" fmla="*/ 445369 w 609459"/>
              <a:gd name="connsiteY41" fmla="*/ 101332 h 608477"/>
              <a:gd name="connsiteX42" fmla="*/ 411220 w 609459"/>
              <a:gd name="connsiteY42" fmla="*/ 135434 h 608477"/>
              <a:gd name="connsiteX43" fmla="*/ 348569 w 609459"/>
              <a:gd name="connsiteY43" fmla="*/ 72869 h 608477"/>
              <a:gd name="connsiteX44" fmla="*/ 382718 w 609459"/>
              <a:gd name="connsiteY44" fmla="*/ 38767 h 608477"/>
              <a:gd name="connsiteX45" fmla="*/ 476678 w 609459"/>
              <a:gd name="connsiteY45" fmla="*/ 0 h 608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9459" h="608477">
                <a:moveTo>
                  <a:pt x="536383" y="348091"/>
                </a:moveTo>
                <a:lnTo>
                  <a:pt x="570534" y="382183"/>
                </a:lnTo>
                <a:cubicBezTo>
                  <a:pt x="622433" y="433992"/>
                  <a:pt x="622433" y="518013"/>
                  <a:pt x="570534" y="569688"/>
                </a:cubicBezTo>
                <a:cubicBezTo>
                  <a:pt x="544719" y="595592"/>
                  <a:pt x="510702" y="608477"/>
                  <a:pt x="476686" y="608477"/>
                </a:cubicBezTo>
                <a:cubicBezTo>
                  <a:pt x="442669" y="608477"/>
                  <a:pt x="408652" y="595592"/>
                  <a:pt x="382703" y="569688"/>
                </a:cubicBezTo>
                <a:lnTo>
                  <a:pt x="231712" y="418959"/>
                </a:lnTo>
                <a:lnTo>
                  <a:pt x="294233" y="356413"/>
                </a:lnTo>
                <a:lnTo>
                  <a:pt x="445358" y="507276"/>
                </a:lnTo>
                <a:cubicBezTo>
                  <a:pt x="462568" y="524456"/>
                  <a:pt x="490669" y="524456"/>
                  <a:pt x="508013" y="507276"/>
                </a:cubicBezTo>
                <a:cubicBezTo>
                  <a:pt x="525223" y="489961"/>
                  <a:pt x="525223" y="462044"/>
                  <a:pt x="508013" y="444729"/>
                </a:cubicBezTo>
                <a:lnTo>
                  <a:pt x="473728" y="410638"/>
                </a:lnTo>
                <a:close/>
                <a:moveTo>
                  <a:pt x="189939" y="231446"/>
                </a:moveTo>
                <a:lnTo>
                  <a:pt x="252456" y="293860"/>
                </a:lnTo>
                <a:lnTo>
                  <a:pt x="101475" y="444726"/>
                </a:lnTo>
                <a:cubicBezTo>
                  <a:pt x="84131" y="461906"/>
                  <a:pt x="84131" y="489959"/>
                  <a:pt x="101475" y="507273"/>
                </a:cubicBezTo>
                <a:cubicBezTo>
                  <a:pt x="118683" y="524454"/>
                  <a:pt x="146782" y="524454"/>
                  <a:pt x="163991" y="507273"/>
                </a:cubicBezTo>
                <a:lnTo>
                  <a:pt x="198275" y="473047"/>
                </a:lnTo>
                <a:lnTo>
                  <a:pt x="260926" y="535594"/>
                </a:lnTo>
                <a:lnTo>
                  <a:pt x="226643" y="569687"/>
                </a:lnTo>
                <a:cubicBezTo>
                  <a:pt x="200695" y="595592"/>
                  <a:pt x="166680" y="608477"/>
                  <a:pt x="132666" y="608477"/>
                </a:cubicBezTo>
                <a:cubicBezTo>
                  <a:pt x="98651" y="608477"/>
                  <a:pt x="64637" y="595592"/>
                  <a:pt x="38823" y="569687"/>
                </a:cubicBezTo>
                <a:cubicBezTo>
                  <a:pt x="-12938" y="518011"/>
                  <a:pt x="-12938" y="433988"/>
                  <a:pt x="38823" y="382178"/>
                </a:cubicBezTo>
                <a:close/>
                <a:moveTo>
                  <a:pt x="132716" y="1"/>
                </a:moveTo>
                <a:cubicBezTo>
                  <a:pt x="166726" y="1"/>
                  <a:pt x="200737" y="12924"/>
                  <a:pt x="226614" y="38771"/>
                </a:cubicBezTo>
                <a:lnTo>
                  <a:pt x="377712" y="189688"/>
                </a:lnTo>
                <a:lnTo>
                  <a:pt x="315068" y="252124"/>
                </a:lnTo>
                <a:lnTo>
                  <a:pt x="163970" y="101340"/>
                </a:lnTo>
                <a:cubicBezTo>
                  <a:pt x="146763" y="84019"/>
                  <a:pt x="118668" y="84019"/>
                  <a:pt x="101461" y="101340"/>
                </a:cubicBezTo>
                <a:cubicBezTo>
                  <a:pt x="84120" y="118526"/>
                  <a:pt x="84120" y="146588"/>
                  <a:pt x="101461" y="163775"/>
                </a:cubicBezTo>
                <a:lnTo>
                  <a:pt x="135606" y="198013"/>
                </a:lnTo>
                <a:lnTo>
                  <a:pt x="72962" y="260448"/>
                </a:lnTo>
                <a:lnTo>
                  <a:pt x="38817" y="226344"/>
                </a:lnTo>
                <a:cubicBezTo>
                  <a:pt x="-12938" y="174650"/>
                  <a:pt x="-12938" y="90464"/>
                  <a:pt x="38817" y="38771"/>
                </a:cubicBezTo>
                <a:cubicBezTo>
                  <a:pt x="64695" y="12924"/>
                  <a:pt x="98705" y="1"/>
                  <a:pt x="132716" y="1"/>
                </a:cubicBezTo>
                <a:close/>
                <a:moveTo>
                  <a:pt x="476678" y="0"/>
                </a:moveTo>
                <a:cubicBezTo>
                  <a:pt x="510676" y="0"/>
                  <a:pt x="544657" y="12923"/>
                  <a:pt x="570537" y="38767"/>
                </a:cubicBezTo>
                <a:cubicBezTo>
                  <a:pt x="622433" y="90457"/>
                  <a:pt x="622433" y="174637"/>
                  <a:pt x="570537" y="226327"/>
                </a:cubicBezTo>
                <a:lnTo>
                  <a:pt x="419556" y="377234"/>
                </a:lnTo>
                <a:lnTo>
                  <a:pt x="356905" y="314670"/>
                </a:lnTo>
                <a:lnTo>
                  <a:pt x="508021" y="163762"/>
                </a:lnTo>
                <a:cubicBezTo>
                  <a:pt x="525229" y="146577"/>
                  <a:pt x="525229" y="118517"/>
                  <a:pt x="508021" y="101332"/>
                </a:cubicBezTo>
                <a:cubicBezTo>
                  <a:pt x="490677" y="84013"/>
                  <a:pt x="462578" y="84013"/>
                  <a:pt x="445369" y="101332"/>
                </a:cubicBezTo>
                <a:lnTo>
                  <a:pt x="411220" y="135434"/>
                </a:lnTo>
                <a:lnTo>
                  <a:pt x="348569" y="72869"/>
                </a:lnTo>
                <a:lnTo>
                  <a:pt x="382718" y="38767"/>
                </a:lnTo>
                <a:cubicBezTo>
                  <a:pt x="408666" y="12923"/>
                  <a:pt x="442681" y="0"/>
                  <a:pt x="47667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7" name="任意多边形: 形状 16"/>
          <p:cNvSpPr>
            <a:spLocks noEditPoints="1"/>
          </p:cNvSpPr>
          <p:nvPr userDrawn="1"/>
        </p:nvSpPr>
        <p:spPr bwMode="auto">
          <a:xfrm>
            <a:off x="7457393" y="2393275"/>
            <a:ext cx="361576" cy="361044"/>
          </a:xfrm>
          <a:custGeom>
            <a:avLst/>
            <a:gdLst>
              <a:gd name="T0" fmla="*/ 218 w 436"/>
              <a:gd name="T1" fmla="*/ 0 h 436"/>
              <a:gd name="T2" fmla="*/ 0 w 436"/>
              <a:gd name="T3" fmla="*/ 218 h 436"/>
              <a:gd name="T4" fmla="*/ 218 w 436"/>
              <a:gd name="T5" fmla="*/ 436 h 436"/>
              <a:gd name="T6" fmla="*/ 231 w 436"/>
              <a:gd name="T7" fmla="*/ 422 h 436"/>
              <a:gd name="T8" fmla="*/ 218 w 436"/>
              <a:gd name="T9" fmla="*/ 409 h 436"/>
              <a:gd name="T10" fmla="*/ 27 w 436"/>
              <a:gd name="T11" fmla="*/ 218 h 436"/>
              <a:gd name="T12" fmla="*/ 218 w 436"/>
              <a:gd name="T13" fmla="*/ 27 h 436"/>
              <a:gd name="T14" fmla="*/ 409 w 436"/>
              <a:gd name="T15" fmla="*/ 218 h 436"/>
              <a:gd name="T16" fmla="*/ 352 w 436"/>
              <a:gd name="T17" fmla="*/ 324 h 436"/>
              <a:gd name="T18" fmla="*/ 312 w 436"/>
              <a:gd name="T19" fmla="*/ 334 h 436"/>
              <a:gd name="T20" fmla="*/ 334 w 436"/>
              <a:gd name="T21" fmla="*/ 314 h 436"/>
              <a:gd name="T22" fmla="*/ 337 w 436"/>
              <a:gd name="T23" fmla="*/ 309 h 436"/>
              <a:gd name="T24" fmla="*/ 344 w 436"/>
              <a:gd name="T25" fmla="*/ 275 h 436"/>
              <a:gd name="T26" fmla="*/ 276 w 436"/>
              <a:gd name="T27" fmla="*/ 251 h 436"/>
              <a:gd name="T28" fmla="*/ 267 w 436"/>
              <a:gd name="T29" fmla="*/ 284 h 436"/>
              <a:gd name="T30" fmla="*/ 249 w 436"/>
              <a:gd name="T31" fmla="*/ 282 h 436"/>
              <a:gd name="T32" fmla="*/ 203 w 436"/>
              <a:gd name="T33" fmla="*/ 236 h 436"/>
              <a:gd name="T34" fmla="*/ 203 w 436"/>
              <a:gd name="T35" fmla="*/ 235 h 436"/>
              <a:gd name="T36" fmla="*/ 201 w 436"/>
              <a:gd name="T37" fmla="*/ 234 h 436"/>
              <a:gd name="T38" fmla="*/ 200 w 436"/>
              <a:gd name="T39" fmla="*/ 233 h 436"/>
              <a:gd name="T40" fmla="*/ 200 w 436"/>
              <a:gd name="T41" fmla="*/ 233 h 436"/>
              <a:gd name="T42" fmla="*/ 154 w 436"/>
              <a:gd name="T43" fmla="*/ 187 h 436"/>
              <a:gd name="T44" fmla="*/ 152 w 436"/>
              <a:gd name="T45" fmla="*/ 169 h 436"/>
              <a:gd name="T46" fmla="*/ 185 w 436"/>
              <a:gd name="T47" fmla="*/ 159 h 436"/>
              <a:gd name="T48" fmla="*/ 160 w 436"/>
              <a:gd name="T49" fmla="*/ 92 h 436"/>
              <a:gd name="T50" fmla="*/ 127 w 436"/>
              <a:gd name="T51" fmla="*/ 99 h 436"/>
              <a:gd name="T52" fmla="*/ 122 w 436"/>
              <a:gd name="T53" fmla="*/ 102 h 436"/>
              <a:gd name="T54" fmla="*/ 116 w 436"/>
              <a:gd name="T55" fmla="*/ 226 h 436"/>
              <a:gd name="T56" fmla="*/ 160 w 436"/>
              <a:gd name="T57" fmla="*/ 274 h 436"/>
              <a:gd name="T58" fmla="*/ 159 w 436"/>
              <a:gd name="T59" fmla="*/ 274 h 436"/>
              <a:gd name="T60" fmla="*/ 161 w 436"/>
              <a:gd name="T61" fmla="*/ 275 h 436"/>
              <a:gd name="T62" fmla="*/ 162 w 436"/>
              <a:gd name="T63" fmla="*/ 276 h 436"/>
              <a:gd name="T64" fmla="*/ 162 w 436"/>
              <a:gd name="T65" fmla="*/ 276 h 436"/>
              <a:gd name="T66" fmla="*/ 226 w 436"/>
              <a:gd name="T67" fmla="*/ 333 h 436"/>
              <a:gd name="T68" fmla="*/ 365 w 436"/>
              <a:gd name="T69" fmla="*/ 347 h 436"/>
              <a:gd name="T70" fmla="*/ 436 w 436"/>
              <a:gd name="T71" fmla="*/ 218 h 436"/>
              <a:gd name="T72" fmla="*/ 218 w 436"/>
              <a:gd name="T73" fmla="*/ 0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6" h="436">
                <a:moveTo>
                  <a:pt x="218" y="0"/>
                </a:moveTo>
                <a:cubicBezTo>
                  <a:pt x="98" y="0"/>
                  <a:pt x="0" y="98"/>
                  <a:pt x="0" y="218"/>
                </a:cubicBezTo>
                <a:cubicBezTo>
                  <a:pt x="0" y="338"/>
                  <a:pt x="98" y="436"/>
                  <a:pt x="218" y="436"/>
                </a:cubicBezTo>
                <a:cubicBezTo>
                  <a:pt x="225" y="436"/>
                  <a:pt x="231" y="430"/>
                  <a:pt x="231" y="422"/>
                </a:cubicBezTo>
                <a:cubicBezTo>
                  <a:pt x="231" y="415"/>
                  <a:pt x="225" y="409"/>
                  <a:pt x="218" y="409"/>
                </a:cubicBezTo>
                <a:cubicBezTo>
                  <a:pt x="112" y="409"/>
                  <a:pt x="27" y="323"/>
                  <a:pt x="27" y="218"/>
                </a:cubicBezTo>
                <a:cubicBezTo>
                  <a:pt x="27" y="113"/>
                  <a:pt x="112" y="27"/>
                  <a:pt x="218" y="27"/>
                </a:cubicBezTo>
                <a:cubicBezTo>
                  <a:pt x="323" y="27"/>
                  <a:pt x="409" y="113"/>
                  <a:pt x="409" y="218"/>
                </a:cubicBezTo>
                <a:cubicBezTo>
                  <a:pt x="409" y="262"/>
                  <a:pt x="385" y="305"/>
                  <a:pt x="352" y="324"/>
                </a:cubicBezTo>
                <a:cubicBezTo>
                  <a:pt x="340" y="331"/>
                  <a:pt x="326" y="334"/>
                  <a:pt x="312" y="334"/>
                </a:cubicBezTo>
                <a:cubicBezTo>
                  <a:pt x="321" y="329"/>
                  <a:pt x="328" y="322"/>
                  <a:pt x="334" y="314"/>
                </a:cubicBezTo>
                <a:cubicBezTo>
                  <a:pt x="335" y="312"/>
                  <a:pt x="336" y="311"/>
                  <a:pt x="337" y="309"/>
                </a:cubicBezTo>
                <a:cubicBezTo>
                  <a:pt x="341" y="298"/>
                  <a:pt x="341" y="286"/>
                  <a:pt x="344" y="275"/>
                </a:cubicBezTo>
                <a:cubicBezTo>
                  <a:pt x="347" y="261"/>
                  <a:pt x="282" y="233"/>
                  <a:pt x="276" y="251"/>
                </a:cubicBezTo>
                <a:cubicBezTo>
                  <a:pt x="274" y="258"/>
                  <a:pt x="271" y="278"/>
                  <a:pt x="267" y="284"/>
                </a:cubicBezTo>
                <a:cubicBezTo>
                  <a:pt x="263" y="289"/>
                  <a:pt x="254" y="286"/>
                  <a:pt x="249" y="282"/>
                </a:cubicBezTo>
                <a:cubicBezTo>
                  <a:pt x="234" y="269"/>
                  <a:pt x="217" y="250"/>
                  <a:pt x="203" y="236"/>
                </a:cubicBezTo>
                <a:lnTo>
                  <a:pt x="203" y="235"/>
                </a:lnTo>
                <a:cubicBezTo>
                  <a:pt x="202" y="235"/>
                  <a:pt x="202" y="235"/>
                  <a:pt x="201" y="234"/>
                </a:cubicBezTo>
                <a:cubicBezTo>
                  <a:pt x="201" y="234"/>
                  <a:pt x="200" y="233"/>
                  <a:pt x="200" y="233"/>
                </a:cubicBezTo>
                <a:lnTo>
                  <a:pt x="200" y="233"/>
                </a:lnTo>
                <a:cubicBezTo>
                  <a:pt x="185" y="218"/>
                  <a:pt x="167" y="202"/>
                  <a:pt x="154" y="187"/>
                </a:cubicBezTo>
                <a:cubicBezTo>
                  <a:pt x="149" y="181"/>
                  <a:pt x="147" y="172"/>
                  <a:pt x="152" y="169"/>
                </a:cubicBezTo>
                <a:cubicBezTo>
                  <a:pt x="157" y="164"/>
                  <a:pt x="178" y="161"/>
                  <a:pt x="185" y="159"/>
                </a:cubicBezTo>
                <a:cubicBezTo>
                  <a:pt x="202" y="154"/>
                  <a:pt x="175" y="88"/>
                  <a:pt x="160" y="92"/>
                </a:cubicBezTo>
                <a:cubicBezTo>
                  <a:pt x="149" y="94"/>
                  <a:pt x="137" y="95"/>
                  <a:pt x="127" y="99"/>
                </a:cubicBezTo>
                <a:cubicBezTo>
                  <a:pt x="125" y="100"/>
                  <a:pt x="124" y="101"/>
                  <a:pt x="122" y="102"/>
                </a:cubicBezTo>
                <a:cubicBezTo>
                  <a:pt x="85" y="126"/>
                  <a:pt x="80" y="183"/>
                  <a:pt x="116" y="226"/>
                </a:cubicBezTo>
                <a:cubicBezTo>
                  <a:pt x="130" y="242"/>
                  <a:pt x="145" y="258"/>
                  <a:pt x="160" y="274"/>
                </a:cubicBezTo>
                <a:lnTo>
                  <a:pt x="159" y="274"/>
                </a:lnTo>
                <a:cubicBezTo>
                  <a:pt x="160" y="274"/>
                  <a:pt x="160" y="274"/>
                  <a:pt x="161" y="275"/>
                </a:cubicBezTo>
                <a:cubicBezTo>
                  <a:pt x="161" y="275"/>
                  <a:pt x="161" y="276"/>
                  <a:pt x="162" y="276"/>
                </a:cubicBezTo>
                <a:lnTo>
                  <a:pt x="162" y="276"/>
                </a:lnTo>
                <a:cubicBezTo>
                  <a:pt x="177" y="291"/>
                  <a:pt x="196" y="313"/>
                  <a:pt x="226" y="333"/>
                </a:cubicBezTo>
                <a:cubicBezTo>
                  <a:pt x="288" y="375"/>
                  <a:pt x="336" y="363"/>
                  <a:pt x="365" y="347"/>
                </a:cubicBezTo>
                <a:cubicBezTo>
                  <a:pt x="414" y="321"/>
                  <a:pt x="436" y="263"/>
                  <a:pt x="436" y="218"/>
                </a:cubicBezTo>
                <a:cubicBezTo>
                  <a:pt x="436" y="98"/>
                  <a:pt x="338" y="0"/>
                  <a:pt x="218"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8" name="任意多边形: 形状 17"/>
          <p:cNvSpPr>
            <a:spLocks noEditPoints="1"/>
          </p:cNvSpPr>
          <p:nvPr userDrawn="1"/>
        </p:nvSpPr>
        <p:spPr bwMode="auto">
          <a:xfrm>
            <a:off x="4385791" y="4595295"/>
            <a:ext cx="361576" cy="361053"/>
          </a:xfrm>
          <a:custGeom>
            <a:avLst/>
            <a:gdLst>
              <a:gd name="connsiteX0" fmla="*/ 284011 w 607883"/>
              <a:gd name="connsiteY0" fmla="*/ 173732 h 607004"/>
              <a:gd name="connsiteX1" fmla="*/ 323619 w 607883"/>
              <a:gd name="connsiteY1" fmla="*/ 179065 h 607004"/>
              <a:gd name="connsiteX2" fmla="*/ 231607 w 607883"/>
              <a:gd name="connsiteY2" fmla="*/ 270946 h 607004"/>
              <a:gd name="connsiteX3" fmla="*/ 231607 w 607883"/>
              <a:gd name="connsiteY3" fmla="*/ 375716 h 607004"/>
              <a:gd name="connsiteX4" fmla="*/ 284011 w 607883"/>
              <a:gd name="connsiteY4" fmla="*/ 397381 h 607004"/>
              <a:gd name="connsiteX5" fmla="*/ 336525 w 607883"/>
              <a:gd name="connsiteY5" fmla="*/ 375716 h 607004"/>
              <a:gd name="connsiteX6" fmla="*/ 428536 w 607883"/>
              <a:gd name="connsiteY6" fmla="*/ 283834 h 607004"/>
              <a:gd name="connsiteX7" fmla="*/ 433765 w 607883"/>
              <a:gd name="connsiteY7" fmla="*/ 323275 h 607004"/>
              <a:gd name="connsiteX8" fmla="*/ 284011 w 607883"/>
              <a:gd name="connsiteY8" fmla="*/ 472930 h 607004"/>
              <a:gd name="connsiteX9" fmla="*/ 134145 w 607883"/>
              <a:gd name="connsiteY9" fmla="*/ 323275 h 607004"/>
              <a:gd name="connsiteX10" fmla="*/ 284011 w 607883"/>
              <a:gd name="connsiteY10" fmla="*/ 173732 h 607004"/>
              <a:gd name="connsiteX11" fmla="*/ 284035 w 607883"/>
              <a:gd name="connsiteY11" fmla="*/ 39658 h 607004"/>
              <a:gd name="connsiteX12" fmla="*/ 402633 w 607883"/>
              <a:gd name="connsiteY12" fmla="*/ 65431 h 607004"/>
              <a:gd name="connsiteX13" fmla="*/ 408307 w 607883"/>
              <a:gd name="connsiteY13" fmla="*/ 94426 h 607004"/>
              <a:gd name="connsiteX14" fmla="*/ 369924 w 607883"/>
              <a:gd name="connsiteY14" fmla="*/ 132864 h 607004"/>
              <a:gd name="connsiteX15" fmla="*/ 284035 w 607883"/>
              <a:gd name="connsiteY15" fmla="*/ 114423 h 607004"/>
              <a:gd name="connsiteX16" fmla="*/ 74875 w 607883"/>
              <a:gd name="connsiteY16" fmla="*/ 323275 h 607004"/>
              <a:gd name="connsiteX17" fmla="*/ 284035 w 607883"/>
              <a:gd name="connsiteY17" fmla="*/ 532128 h 607004"/>
              <a:gd name="connsiteX18" fmla="*/ 493195 w 607883"/>
              <a:gd name="connsiteY18" fmla="*/ 323275 h 607004"/>
              <a:gd name="connsiteX19" fmla="*/ 474726 w 607883"/>
              <a:gd name="connsiteY19" fmla="*/ 237624 h 607004"/>
              <a:gd name="connsiteX20" fmla="*/ 513221 w 607883"/>
              <a:gd name="connsiteY20" fmla="*/ 199186 h 607004"/>
              <a:gd name="connsiteX21" fmla="*/ 542258 w 607883"/>
              <a:gd name="connsiteY21" fmla="*/ 204852 h 607004"/>
              <a:gd name="connsiteX22" fmla="*/ 484962 w 607883"/>
              <a:gd name="connsiteY22" fmla="*/ 523907 h 607004"/>
              <a:gd name="connsiteX23" fmla="*/ 284035 w 607883"/>
              <a:gd name="connsiteY23" fmla="*/ 607004 h 607004"/>
              <a:gd name="connsiteX24" fmla="*/ 0 w 607883"/>
              <a:gd name="connsiteY24" fmla="*/ 323275 h 607004"/>
              <a:gd name="connsiteX25" fmla="*/ 284035 w 607883"/>
              <a:gd name="connsiteY25" fmla="*/ 39658 h 607004"/>
              <a:gd name="connsiteX26" fmla="*/ 506905 w 607883"/>
              <a:gd name="connsiteY26" fmla="*/ 0 h 607004"/>
              <a:gd name="connsiteX27" fmla="*/ 509798 w 607883"/>
              <a:gd name="connsiteY27" fmla="*/ 444 h 607004"/>
              <a:gd name="connsiteX28" fmla="*/ 516919 w 607883"/>
              <a:gd name="connsiteY28" fmla="*/ 8222 h 607004"/>
              <a:gd name="connsiteX29" fmla="*/ 531160 w 607883"/>
              <a:gd name="connsiteY29" fmla="*/ 76661 h 607004"/>
              <a:gd name="connsiteX30" fmla="*/ 599696 w 607883"/>
              <a:gd name="connsiteY30" fmla="*/ 90771 h 607004"/>
              <a:gd name="connsiteX31" fmla="*/ 607484 w 607883"/>
              <a:gd name="connsiteY31" fmla="*/ 97881 h 607004"/>
              <a:gd name="connsiteX32" fmla="*/ 604925 w 607883"/>
              <a:gd name="connsiteY32" fmla="*/ 108103 h 607004"/>
              <a:gd name="connsiteX33" fmla="*/ 555192 w 607883"/>
              <a:gd name="connsiteY33" fmla="*/ 157766 h 607004"/>
              <a:gd name="connsiteX34" fmla="*/ 547849 w 607883"/>
              <a:gd name="connsiteY34" fmla="*/ 160766 h 607004"/>
              <a:gd name="connsiteX35" fmla="*/ 545846 w 607883"/>
              <a:gd name="connsiteY35" fmla="*/ 160543 h 607004"/>
              <a:gd name="connsiteX36" fmla="*/ 498784 w 607883"/>
              <a:gd name="connsiteY36" fmla="*/ 150877 h 607004"/>
              <a:gd name="connsiteX37" fmla="*/ 305081 w 607883"/>
              <a:gd name="connsiteY37" fmla="*/ 344307 h 607004"/>
              <a:gd name="connsiteX38" fmla="*/ 263136 w 607883"/>
              <a:gd name="connsiteY38" fmla="*/ 344307 h 607004"/>
              <a:gd name="connsiteX39" fmla="*/ 263136 w 607883"/>
              <a:gd name="connsiteY39" fmla="*/ 302422 h 607004"/>
              <a:gd name="connsiteX40" fmla="*/ 456839 w 607883"/>
              <a:gd name="connsiteY40" fmla="*/ 108992 h 607004"/>
              <a:gd name="connsiteX41" fmla="*/ 447048 w 607883"/>
              <a:gd name="connsiteY41" fmla="*/ 61995 h 607004"/>
              <a:gd name="connsiteX42" fmla="*/ 449941 w 607883"/>
              <a:gd name="connsiteY42" fmla="*/ 52663 h 607004"/>
              <a:gd name="connsiteX43" fmla="*/ 499674 w 607883"/>
              <a:gd name="connsiteY43" fmla="*/ 3000 h 607004"/>
              <a:gd name="connsiteX44" fmla="*/ 506905 w 607883"/>
              <a:gd name="connsiteY44" fmla="*/ 0 h 607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07883" h="607004">
                <a:moveTo>
                  <a:pt x="284011" y="173732"/>
                </a:moveTo>
                <a:cubicBezTo>
                  <a:pt x="297696" y="173732"/>
                  <a:pt x="311047" y="175510"/>
                  <a:pt x="323619" y="179065"/>
                </a:cubicBezTo>
                <a:lnTo>
                  <a:pt x="231607" y="270946"/>
                </a:lnTo>
                <a:cubicBezTo>
                  <a:pt x="202680" y="299833"/>
                  <a:pt x="202680" y="346829"/>
                  <a:pt x="231607" y="375716"/>
                </a:cubicBezTo>
                <a:cubicBezTo>
                  <a:pt x="245626" y="389715"/>
                  <a:pt x="264207" y="397381"/>
                  <a:pt x="284011" y="397381"/>
                </a:cubicBezTo>
                <a:cubicBezTo>
                  <a:pt x="303815" y="397381"/>
                  <a:pt x="322506" y="389715"/>
                  <a:pt x="336525" y="375716"/>
                </a:cubicBezTo>
                <a:lnTo>
                  <a:pt x="428536" y="283834"/>
                </a:lnTo>
                <a:cubicBezTo>
                  <a:pt x="431985" y="296389"/>
                  <a:pt x="433765" y="309610"/>
                  <a:pt x="433765" y="323275"/>
                </a:cubicBezTo>
                <a:cubicBezTo>
                  <a:pt x="433765" y="405824"/>
                  <a:pt x="366565" y="472930"/>
                  <a:pt x="284011" y="472930"/>
                </a:cubicBezTo>
                <a:cubicBezTo>
                  <a:pt x="201345" y="472930"/>
                  <a:pt x="134145" y="405824"/>
                  <a:pt x="134145" y="323275"/>
                </a:cubicBezTo>
                <a:cubicBezTo>
                  <a:pt x="134145" y="240838"/>
                  <a:pt x="201345" y="173732"/>
                  <a:pt x="284011" y="173732"/>
                </a:cubicBezTo>
                <a:close/>
                <a:moveTo>
                  <a:pt x="284035" y="39658"/>
                </a:moveTo>
                <a:cubicBezTo>
                  <a:pt x="325644" y="39658"/>
                  <a:pt x="365919" y="48545"/>
                  <a:pt x="402633" y="65431"/>
                </a:cubicBezTo>
                <a:cubicBezTo>
                  <a:pt x="403078" y="69431"/>
                  <a:pt x="402967" y="68653"/>
                  <a:pt x="408307" y="94426"/>
                </a:cubicBezTo>
                <a:lnTo>
                  <a:pt x="369924" y="132864"/>
                </a:lnTo>
                <a:cubicBezTo>
                  <a:pt x="343668" y="121088"/>
                  <a:pt x="314630" y="114423"/>
                  <a:pt x="284035" y="114423"/>
                </a:cubicBezTo>
                <a:cubicBezTo>
                  <a:pt x="168663" y="114423"/>
                  <a:pt x="74875" y="208184"/>
                  <a:pt x="74875" y="323275"/>
                </a:cubicBezTo>
                <a:cubicBezTo>
                  <a:pt x="74875" y="438478"/>
                  <a:pt x="168663" y="532128"/>
                  <a:pt x="284035" y="532128"/>
                </a:cubicBezTo>
                <a:cubicBezTo>
                  <a:pt x="399295" y="532128"/>
                  <a:pt x="493195" y="438478"/>
                  <a:pt x="493195" y="323275"/>
                </a:cubicBezTo>
                <a:cubicBezTo>
                  <a:pt x="493195" y="292836"/>
                  <a:pt x="486631" y="263841"/>
                  <a:pt x="474726" y="237624"/>
                </a:cubicBezTo>
                <a:lnTo>
                  <a:pt x="513221" y="199186"/>
                </a:lnTo>
                <a:cubicBezTo>
                  <a:pt x="538921" y="204518"/>
                  <a:pt x="538587" y="204518"/>
                  <a:pt x="542258" y="204852"/>
                </a:cubicBezTo>
                <a:cubicBezTo>
                  <a:pt x="590209" y="309611"/>
                  <a:pt x="571185" y="437811"/>
                  <a:pt x="484962" y="523907"/>
                </a:cubicBezTo>
                <a:cubicBezTo>
                  <a:pt x="431337" y="577454"/>
                  <a:pt x="359911" y="607004"/>
                  <a:pt x="284035" y="607004"/>
                </a:cubicBezTo>
                <a:cubicBezTo>
                  <a:pt x="127053" y="607004"/>
                  <a:pt x="0" y="480026"/>
                  <a:pt x="0" y="323275"/>
                </a:cubicBezTo>
                <a:cubicBezTo>
                  <a:pt x="0" y="166525"/>
                  <a:pt x="127053" y="39658"/>
                  <a:pt x="284035" y="39658"/>
                </a:cubicBezTo>
                <a:close/>
                <a:moveTo>
                  <a:pt x="506905" y="0"/>
                </a:moveTo>
                <a:cubicBezTo>
                  <a:pt x="507907" y="0"/>
                  <a:pt x="508908" y="111"/>
                  <a:pt x="509798" y="444"/>
                </a:cubicBezTo>
                <a:cubicBezTo>
                  <a:pt x="513470" y="1555"/>
                  <a:pt x="516251" y="4444"/>
                  <a:pt x="516919" y="8222"/>
                </a:cubicBezTo>
                <a:lnTo>
                  <a:pt x="531160" y="76661"/>
                </a:lnTo>
                <a:lnTo>
                  <a:pt x="599696" y="90771"/>
                </a:lnTo>
                <a:cubicBezTo>
                  <a:pt x="603367" y="91549"/>
                  <a:pt x="606371" y="94326"/>
                  <a:pt x="607484" y="97881"/>
                </a:cubicBezTo>
                <a:cubicBezTo>
                  <a:pt x="608485" y="101548"/>
                  <a:pt x="607595" y="105436"/>
                  <a:pt x="604925" y="108103"/>
                </a:cubicBezTo>
                <a:lnTo>
                  <a:pt x="555192" y="157766"/>
                </a:lnTo>
                <a:cubicBezTo>
                  <a:pt x="553189" y="159655"/>
                  <a:pt x="550630" y="160766"/>
                  <a:pt x="547849" y="160766"/>
                </a:cubicBezTo>
                <a:cubicBezTo>
                  <a:pt x="547181" y="160766"/>
                  <a:pt x="546514" y="160655"/>
                  <a:pt x="545846" y="160543"/>
                </a:cubicBezTo>
                <a:lnTo>
                  <a:pt x="498784" y="150877"/>
                </a:lnTo>
                <a:lnTo>
                  <a:pt x="305081" y="344307"/>
                </a:lnTo>
                <a:cubicBezTo>
                  <a:pt x="293510" y="355862"/>
                  <a:pt x="274707" y="355862"/>
                  <a:pt x="263136" y="344307"/>
                </a:cubicBezTo>
                <a:cubicBezTo>
                  <a:pt x="251565" y="332753"/>
                  <a:pt x="251565" y="313976"/>
                  <a:pt x="263136" y="302422"/>
                </a:cubicBezTo>
                <a:lnTo>
                  <a:pt x="456839" y="108992"/>
                </a:lnTo>
                <a:lnTo>
                  <a:pt x="447048" y="61995"/>
                </a:lnTo>
                <a:cubicBezTo>
                  <a:pt x="446380" y="58662"/>
                  <a:pt x="447493" y="55107"/>
                  <a:pt x="449941" y="52663"/>
                </a:cubicBezTo>
                <a:lnTo>
                  <a:pt x="499674" y="3000"/>
                </a:lnTo>
                <a:cubicBezTo>
                  <a:pt x="501565" y="1000"/>
                  <a:pt x="504235" y="0"/>
                  <a:pt x="506905"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19" name="任意多边形: 形状 18"/>
          <p:cNvSpPr>
            <a:spLocks noEditPoints="1"/>
          </p:cNvSpPr>
          <p:nvPr userDrawn="1"/>
        </p:nvSpPr>
        <p:spPr bwMode="auto">
          <a:xfrm>
            <a:off x="7457393" y="4633574"/>
            <a:ext cx="361576" cy="284495"/>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06086" h="476881">
                <a:moveTo>
                  <a:pt x="251039" y="152062"/>
                </a:moveTo>
                <a:cubicBezTo>
                  <a:pt x="253940" y="151363"/>
                  <a:pt x="256940" y="152961"/>
                  <a:pt x="258141" y="155559"/>
                </a:cubicBezTo>
                <a:lnTo>
                  <a:pt x="313052" y="277327"/>
                </a:lnTo>
                <a:cubicBezTo>
                  <a:pt x="324855" y="279924"/>
                  <a:pt x="334957" y="288515"/>
                  <a:pt x="339158" y="300701"/>
                </a:cubicBezTo>
                <a:cubicBezTo>
                  <a:pt x="345559" y="319381"/>
                  <a:pt x="335657" y="339759"/>
                  <a:pt x="316853" y="346152"/>
                </a:cubicBezTo>
                <a:cubicBezTo>
                  <a:pt x="298149" y="352545"/>
                  <a:pt x="277845" y="342556"/>
                  <a:pt x="271443" y="323876"/>
                </a:cubicBezTo>
                <a:cubicBezTo>
                  <a:pt x="267243" y="311689"/>
                  <a:pt x="270043" y="298703"/>
                  <a:pt x="277745" y="289414"/>
                </a:cubicBezTo>
                <a:lnTo>
                  <a:pt x="246438" y="159554"/>
                </a:lnTo>
                <a:cubicBezTo>
                  <a:pt x="245638" y="156258"/>
                  <a:pt x="247638" y="152862"/>
                  <a:pt x="251039" y="152062"/>
                </a:cubicBezTo>
                <a:close/>
                <a:moveTo>
                  <a:pt x="285535" y="48647"/>
                </a:moveTo>
                <a:cubicBezTo>
                  <a:pt x="236011" y="51744"/>
                  <a:pt x="190390" y="68126"/>
                  <a:pt x="152572" y="93898"/>
                </a:cubicBezTo>
                <a:lnTo>
                  <a:pt x="192091" y="134454"/>
                </a:lnTo>
                <a:cubicBezTo>
                  <a:pt x="195392" y="137850"/>
                  <a:pt x="197093" y="142245"/>
                  <a:pt x="197093" y="146940"/>
                </a:cubicBezTo>
                <a:cubicBezTo>
                  <a:pt x="196993" y="151635"/>
                  <a:pt x="195092" y="155930"/>
                  <a:pt x="191790" y="159227"/>
                </a:cubicBezTo>
                <a:cubicBezTo>
                  <a:pt x="188489" y="162423"/>
                  <a:pt x="184187" y="164122"/>
                  <a:pt x="179585" y="164122"/>
                </a:cubicBezTo>
                <a:cubicBezTo>
                  <a:pt x="174782" y="164122"/>
                  <a:pt x="170380" y="162323"/>
                  <a:pt x="166979" y="158827"/>
                </a:cubicBezTo>
                <a:lnTo>
                  <a:pt x="124959" y="115674"/>
                </a:lnTo>
                <a:cubicBezTo>
                  <a:pt x="94044" y="143743"/>
                  <a:pt x="70733" y="179005"/>
                  <a:pt x="58328" y="218562"/>
                </a:cubicBezTo>
                <a:lnTo>
                  <a:pt x="116455" y="227453"/>
                </a:lnTo>
                <a:cubicBezTo>
                  <a:pt x="126059" y="228851"/>
                  <a:pt x="132663" y="237841"/>
                  <a:pt x="131162" y="247331"/>
                </a:cubicBezTo>
                <a:cubicBezTo>
                  <a:pt x="129861" y="255822"/>
                  <a:pt x="122458" y="262215"/>
                  <a:pt x="113854" y="262215"/>
                </a:cubicBezTo>
                <a:cubicBezTo>
                  <a:pt x="112953" y="262215"/>
                  <a:pt x="112053" y="262115"/>
                  <a:pt x="111253" y="262015"/>
                </a:cubicBezTo>
                <a:lnTo>
                  <a:pt x="50524" y="252825"/>
                </a:lnTo>
                <a:cubicBezTo>
                  <a:pt x="48923" y="263314"/>
                  <a:pt x="48123" y="274102"/>
                  <a:pt x="48123" y="284990"/>
                </a:cubicBezTo>
                <a:cubicBezTo>
                  <a:pt x="48123" y="314658"/>
                  <a:pt x="54326" y="344226"/>
                  <a:pt x="65931" y="371895"/>
                </a:cubicBezTo>
                <a:lnTo>
                  <a:pt x="128861" y="340530"/>
                </a:lnTo>
                <a:cubicBezTo>
                  <a:pt x="131362" y="339331"/>
                  <a:pt x="133963" y="338731"/>
                  <a:pt x="136664" y="338731"/>
                </a:cubicBezTo>
                <a:cubicBezTo>
                  <a:pt x="143368" y="338731"/>
                  <a:pt x="149370" y="342427"/>
                  <a:pt x="152372" y="348421"/>
                </a:cubicBezTo>
                <a:cubicBezTo>
                  <a:pt x="154473" y="352616"/>
                  <a:pt x="154773" y="357311"/>
                  <a:pt x="153272" y="361806"/>
                </a:cubicBezTo>
                <a:cubicBezTo>
                  <a:pt x="151772" y="366202"/>
                  <a:pt x="148670" y="369798"/>
                  <a:pt x="144468" y="371895"/>
                </a:cubicBezTo>
                <a:lnTo>
                  <a:pt x="82039" y="402962"/>
                </a:lnTo>
                <a:cubicBezTo>
                  <a:pt x="86941" y="410953"/>
                  <a:pt x="91643" y="417745"/>
                  <a:pt x="98046" y="425737"/>
                </a:cubicBezTo>
                <a:lnTo>
                  <a:pt x="100447" y="428833"/>
                </a:lnTo>
                <a:lnTo>
                  <a:pt x="505639" y="428833"/>
                </a:lnTo>
                <a:lnTo>
                  <a:pt x="508040" y="425737"/>
                </a:lnTo>
                <a:cubicBezTo>
                  <a:pt x="513842" y="418445"/>
                  <a:pt x="519245" y="410853"/>
                  <a:pt x="524047" y="402962"/>
                </a:cubicBezTo>
                <a:lnTo>
                  <a:pt x="461618" y="371895"/>
                </a:lnTo>
                <a:cubicBezTo>
                  <a:pt x="457416" y="369798"/>
                  <a:pt x="454314" y="366202"/>
                  <a:pt x="452814" y="361806"/>
                </a:cubicBezTo>
                <a:cubicBezTo>
                  <a:pt x="451313" y="357311"/>
                  <a:pt x="451613" y="352616"/>
                  <a:pt x="453714" y="348421"/>
                </a:cubicBezTo>
                <a:cubicBezTo>
                  <a:pt x="456716" y="342427"/>
                  <a:pt x="462718" y="338731"/>
                  <a:pt x="469422" y="338731"/>
                </a:cubicBezTo>
                <a:cubicBezTo>
                  <a:pt x="472123" y="338731"/>
                  <a:pt x="474724" y="339331"/>
                  <a:pt x="477225" y="340530"/>
                </a:cubicBezTo>
                <a:lnTo>
                  <a:pt x="540055" y="371895"/>
                </a:lnTo>
                <a:cubicBezTo>
                  <a:pt x="551760" y="344325"/>
                  <a:pt x="557963" y="314658"/>
                  <a:pt x="557963" y="284990"/>
                </a:cubicBezTo>
                <a:cubicBezTo>
                  <a:pt x="557963" y="274102"/>
                  <a:pt x="557163" y="263314"/>
                  <a:pt x="555562" y="252825"/>
                </a:cubicBezTo>
                <a:lnTo>
                  <a:pt x="494834" y="262015"/>
                </a:lnTo>
                <a:cubicBezTo>
                  <a:pt x="494033" y="262115"/>
                  <a:pt x="493133" y="262215"/>
                  <a:pt x="492232" y="262215"/>
                </a:cubicBezTo>
                <a:cubicBezTo>
                  <a:pt x="483628" y="262215"/>
                  <a:pt x="476225" y="255822"/>
                  <a:pt x="474924" y="247331"/>
                </a:cubicBezTo>
                <a:cubicBezTo>
                  <a:pt x="473423" y="237841"/>
                  <a:pt x="480027" y="228851"/>
                  <a:pt x="489631" y="227453"/>
                </a:cubicBezTo>
                <a:lnTo>
                  <a:pt x="547759" y="218562"/>
                </a:lnTo>
                <a:cubicBezTo>
                  <a:pt x="535353" y="179005"/>
                  <a:pt x="512042" y="143743"/>
                  <a:pt x="481127" y="115674"/>
                </a:cubicBezTo>
                <a:lnTo>
                  <a:pt x="439107" y="158827"/>
                </a:lnTo>
                <a:cubicBezTo>
                  <a:pt x="435806" y="162323"/>
                  <a:pt x="431304" y="164122"/>
                  <a:pt x="426501" y="164122"/>
                </a:cubicBezTo>
                <a:cubicBezTo>
                  <a:pt x="421899" y="164122"/>
                  <a:pt x="417597" y="162423"/>
                  <a:pt x="414296" y="159227"/>
                </a:cubicBezTo>
                <a:cubicBezTo>
                  <a:pt x="410994" y="155930"/>
                  <a:pt x="409093" y="151635"/>
                  <a:pt x="408993" y="146940"/>
                </a:cubicBezTo>
                <a:cubicBezTo>
                  <a:pt x="408993" y="142245"/>
                  <a:pt x="410694" y="137850"/>
                  <a:pt x="413995" y="134454"/>
                </a:cubicBezTo>
                <a:lnTo>
                  <a:pt x="453514" y="93898"/>
                </a:lnTo>
                <a:cubicBezTo>
                  <a:pt x="415696" y="68126"/>
                  <a:pt x="370075" y="51744"/>
                  <a:pt x="320551" y="48647"/>
                </a:cubicBezTo>
                <a:lnTo>
                  <a:pt x="320551" y="107982"/>
                </a:lnTo>
                <a:cubicBezTo>
                  <a:pt x="320551" y="117572"/>
                  <a:pt x="312748" y="125463"/>
                  <a:pt x="303043" y="125463"/>
                </a:cubicBezTo>
                <a:cubicBezTo>
                  <a:pt x="293438" y="125463"/>
                  <a:pt x="285535" y="117572"/>
                  <a:pt x="285535" y="107982"/>
                </a:cubicBezTo>
                <a:close/>
                <a:moveTo>
                  <a:pt x="303043" y="0"/>
                </a:moveTo>
                <a:cubicBezTo>
                  <a:pt x="470122" y="0"/>
                  <a:pt x="606086" y="127861"/>
                  <a:pt x="606086" y="284990"/>
                </a:cubicBezTo>
                <a:cubicBezTo>
                  <a:pt x="606086" y="352217"/>
                  <a:pt x="580674" y="417546"/>
                  <a:pt x="534552" y="468890"/>
                </a:cubicBezTo>
                <a:cubicBezTo>
                  <a:pt x="529950" y="473984"/>
                  <a:pt x="523447" y="476881"/>
                  <a:pt x="516644" y="476881"/>
                </a:cubicBezTo>
                <a:lnTo>
                  <a:pt x="89442" y="476881"/>
                </a:lnTo>
                <a:cubicBezTo>
                  <a:pt x="82639" y="476881"/>
                  <a:pt x="76136" y="473984"/>
                  <a:pt x="71534" y="468890"/>
                </a:cubicBezTo>
                <a:cubicBezTo>
                  <a:pt x="25412" y="417546"/>
                  <a:pt x="0" y="352217"/>
                  <a:pt x="0" y="284990"/>
                </a:cubicBezTo>
                <a:cubicBezTo>
                  <a:pt x="0" y="127861"/>
                  <a:pt x="135964" y="0"/>
                  <a:pt x="303043"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a:p>
        </p:txBody>
      </p:sp>
      <p:sp>
        <p:nvSpPr>
          <p:cNvPr id="20" name="文本占位符 374"/>
          <p:cNvSpPr>
            <a:spLocks noGrp="1"/>
          </p:cNvSpPr>
          <p:nvPr>
            <p:ph type="body" sz="quarter" idx="23" hasCustomPrompt="1"/>
          </p:nvPr>
        </p:nvSpPr>
        <p:spPr>
          <a:xfrm>
            <a:off x="1676272" y="2431307"/>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hasCustomPrompt="1"/>
          </p:nvPr>
        </p:nvSpPr>
        <p:spPr>
          <a:xfrm>
            <a:off x="1036268" y="2868961"/>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文本占位符 374"/>
          <p:cNvSpPr>
            <a:spLocks noGrp="1"/>
          </p:cNvSpPr>
          <p:nvPr>
            <p:ph type="body" sz="quarter" idx="25" hasCustomPrompt="1"/>
          </p:nvPr>
        </p:nvSpPr>
        <p:spPr>
          <a:xfrm>
            <a:off x="1674117" y="4238562"/>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hasCustomPrompt="1"/>
          </p:nvPr>
        </p:nvSpPr>
        <p:spPr>
          <a:xfrm>
            <a:off x="1034113" y="4676216"/>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4" name="文本占位符 374"/>
          <p:cNvSpPr>
            <a:spLocks noGrp="1"/>
          </p:cNvSpPr>
          <p:nvPr>
            <p:ph type="body" sz="quarter" idx="31" hasCustomPrompt="1"/>
          </p:nvPr>
        </p:nvSpPr>
        <p:spPr>
          <a:xfrm>
            <a:off x="9289918" y="2192065"/>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5" name="文本占位符 374"/>
          <p:cNvSpPr>
            <a:spLocks noGrp="1"/>
          </p:cNvSpPr>
          <p:nvPr>
            <p:ph type="body" sz="quarter" idx="32" hasCustomPrompt="1"/>
          </p:nvPr>
        </p:nvSpPr>
        <p:spPr>
          <a:xfrm>
            <a:off x="9289919" y="266944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8" name="文本占位符 374"/>
          <p:cNvSpPr>
            <a:spLocks noGrp="1"/>
          </p:cNvSpPr>
          <p:nvPr>
            <p:ph type="body" sz="quarter" idx="33" hasCustomPrompt="1"/>
          </p:nvPr>
        </p:nvSpPr>
        <p:spPr>
          <a:xfrm>
            <a:off x="9327566" y="4008774"/>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374"/>
          <p:cNvSpPr>
            <a:spLocks noGrp="1"/>
          </p:cNvSpPr>
          <p:nvPr>
            <p:ph type="body" sz="quarter" idx="34" hasCustomPrompt="1"/>
          </p:nvPr>
        </p:nvSpPr>
        <p:spPr>
          <a:xfrm>
            <a:off x="9327567" y="4486150"/>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32" name="直接连接符 31"/>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4"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5"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逻辑-67">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箭头: 上 1"/>
          <p:cNvSpPr/>
          <p:nvPr userDrawn="1"/>
        </p:nvSpPr>
        <p:spPr>
          <a:xfrm>
            <a:off x="5617699" y="3086356"/>
            <a:ext cx="956603" cy="2852781"/>
          </a:xfrm>
          <a:prstGeom prst="upArrow">
            <a:avLst/>
          </a:prstGeom>
          <a:solidFill>
            <a:schemeClr val="accent2"/>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3" name="任意多边形: 形状 2"/>
          <p:cNvSpPr/>
          <p:nvPr userDrawn="1"/>
        </p:nvSpPr>
        <p:spPr>
          <a:xfrm>
            <a:off x="3268392" y="5379895"/>
            <a:ext cx="5655215" cy="673443"/>
          </a:xfrm>
          <a:custGeom>
            <a:avLst/>
            <a:gdLst>
              <a:gd name="connsiteX0" fmla="*/ 2564692 w 5655214"/>
              <a:gd name="connsiteY0" fmla="*/ 0 h 673443"/>
              <a:gd name="connsiteX1" fmla="*/ 2345194 w 5655214"/>
              <a:gd name="connsiteY1" fmla="*/ 4000 h 673443"/>
              <a:gd name="connsiteX2" fmla="*/ 433914 w 5655214"/>
              <a:gd name="connsiteY2" fmla="*/ 284007 h 673443"/>
              <a:gd name="connsiteX3" fmla="*/ 2827607 w 5655214"/>
              <a:gd name="connsiteY3" fmla="*/ 569821 h 673443"/>
              <a:gd name="connsiteX4" fmla="*/ 5221300 w 5655214"/>
              <a:gd name="connsiteY4" fmla="*/ 284007 h 673443"/>
              <a:gd name="connsiteX5" fmla="*/ 3310020 w 5655214"/>
              <a:gd name="connsiteY5" fmla="*/ 4000 h 673443"/>
              <a:gd name="connsiteX6" fmla="*/ 3090523 w 5655214"/>
              <a:gd name="connsiteY6" fmla="*/ 0 h 673443"/>
              <a:gd name="connsiteX7" fmla="*/ 3138249 w 5655214"/>
              <a:gd name="connsiteY7" fmla="*/ 329 h 673443"/>
              <a:gd name="connsiteX8" fmla="*/ 3212934 w 5655214"/>
              <a:gd name="connsiteY8" fmla="*/ 1689 h 673443"/>
              <a:gd name="connsiteX9" fmla="*/ 3445094 w 5655214"/>
              <a:gd name="connsiteY9" fmla="*/ 6514 h 673443"/>
              <a:gd name="connsiteX10" fmla="*/ 3517420 w 5655214"/>
              <a:gd name="connsiteY10" fmla="*/ 8735 h 673443"/>
              <a:gd name="connsiteX11" fmla="*/ 3743551 w 5655214"/>
              <a:gd name="connsiteY11" fmla="*/ 16654 h 673443"/>
              <a:gd name="connsiteX12" fmla="*/ 3809994 w 5655214"/>
              <a:gd name="connsiteY12" fmla="*/ 19558 h 673443"/>
              <a:gd name="connsiteX13" fmla="*/ 4022798 w 5655214"/>
              <a:gd name="connsiteY13" fmla="*/ 30164 h 673443"/>
              <a:gd name="connsiteX14" fmla="*/ 4100377 w 5655214"/>
              <a:gd name="connsiteY14" fmla="*/ 34627 h 673443"/>
              <a:gd name="connsiteX15" fmla="*/ 4262902 w 5655214"/>
              <a:gd name="connsiteY15" fmla="*/ 45289 h 673443"/>
              <a:gd name="connsiteX16" fmla="*/ 4392266 w 5655214"/>
              <a:gd name="connsiteY16" fmla="*/ 54673 h 673443"/>
              <a:gd name="connsiteX17" fmla="*/ 4433897 w 5655214"/>
              <a:gd name="connsiteY17" fmla="*/ 58117 h 673443"/>
              <a:gd name="connsiteX18" fmla="*/ 4626228 w 5655214"/>
              <a:gd name="connsiteY18" fmla="*/ 75290 h 673443"/>
              <a:gd name="connsiteX19" fmla="*/ 5655214 w 5655214"/>
              <a:gd name="connsiteY19" fmla="*/ 335818 h 673443"/>
              <a:gd name="connsiteX20" fmla="*/ 2827607 w 5655214"/>
              <a:gd name="connsiteY20" fmla="*/ 673443 h 673443"/>
              <a:gd name="connsiteX21" fmla="*/ 0 w 5655214"/>
              <a:gd name="connsiteY21" fmla="*/ 335818 h 673443"/>
              <a:gd name="connsiteX22" fmla="*/ 1028986 w 5655214"/>
              <a:gd name="connsiteY22" fmla="*/ 75290 h 673443"/>
              <a:gd name="connsiteX23" fmla="*/ 1221343 w 5655214"/>
              <a:gd name="connsiteY23" fmla="*/ 58115 h 673443"/>
              <a:gd name="connsiteX24" fmla="*/ 1262932 w 5655214"/>
              <a:gd name="connsiteY24" fmla="*/ 54674 h 673443"/>
              <a:gd name="connsiteX25" fmla="*/ 1392331 w 5655214"/>
              <a:gd name="connsiteY25" fmla="*/ 45288 h 673443"/>
              <a:gd name="connsiteX26" fmla="*/ 1554821 w 5655214"/>
              <a:gd name="connsiteY26" fmla="*/ 34628 h 673443"/>
              <a:gd name="connsiteX27" fmla="*/ 1632430 w 5655214"/>
              <a:gd name="connsiteY27" fmla="*/ 30164 h 673443"/>
              <a:gd name="connsiteX28" fmla="*/ 1845204 w 5655214"/>
              <a:gd name="connsiteY28" fmla="*/ 19558 h 673443"/>
              <a:gd name="connsiteX29" fmla="*/ 1911672 w 5655214"/>
              <a:gd name="connsiteY29" fmla="*/ 16654 h 673443"/>
              <a:gd name="connsiteX30" fmla="*/ 2137778 w 5655214"/>
              <a:gd name="connsiteY30" fmla="*/ 8736 h 673443"/>
              <a:gd name="connsiteX31" fmla="*/ 2210125 w 5655214"/>
              <a:gd name="connsiteY31" fmla="*/ 6514 h 673443"/>
              <a:gd name="connsiteX32" fmla="*/ 2442264 w 5655214"/>
              <a:gd name="connsiteY32" fmla="*/ 1690 h 673443"/>
              <a:gd name="connsiteX33" fmla="*/ 2516967 w 5655214"/>
              <a:gd name="connsiteY33" fmla="*/ 329 h 673443"/>
              <a:gd name="connsiteX34" fmla="*/ 2564692 w 5655214"/>
              <a:gd name="connsiteY34" fmla="*/ 0 h 67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655214" h="673443">
                <a:moveTo>
                  <a:pt x="2564692" y="0"/>
                </a:moveTo>
                <a:lnTo>
                  <a:pt x="2345194" y="4000"/>
                </a:lnTo>
                <a:cubicBezTo>
                  <a:pt x="1254429" y="30651"/>
                  <a:pt x="433914" y="145888"/>
                  <a:pt x="433914" y="284007"/>
                </a:cubicBezTo>
                <a:cubicBezTo>
                  <a:pt x="433914" y="441858"/>
                  <a:pt x="1505607" y="569821"/>
                  <a:pt x="2827607" y="569821"/>
                </a:cubicBezTo>
                <a:cubicBezTo>
                  <a:pt x="4149607" y="569821"/>
                  <a:pt x="5221300" y="441858"/>
                  <a:pt x="5221300" y="284007"/>
                </a:cubicBezTo>
                <a:cubicBezTo>
                  <a:pt x="5221300" y="145888"/>
                  <a:pt x="4400785" y="30651"/>
                  <a:pt x="3310020" y="4000"/>
                </a:cubicBezTo>
                <a:lnTo>
                  <a:pt x="3090523" y="0"/>
                </a:lnTo>
                <a:lnTo>
                  <a:pt x="3138249" y="329"/>
                </a:lnTo>
                <a:lnTo>
                  <a:pt x="3212934" y="1689"/>
                </a:lnTo>
                <a:lnTo>
                  <a:pt x="3445094" y="6514"/>
                </a:lnTo>
                <a:lnTo>
                  <a:pt x="3517420" y="8735"/>
                </a:lnTo>
                <a:lnTo>
                  <a:pt x="3743551" y="16654"/>
                </a:lnTo>
                <a:lnTo>
                  <a:pt x="3809994" y="19558"/>
                </a:lnTo>
                <a:lnTo>
                  <a:pt x="4022798" y="30164"/>
                </a:lnTo>
                <a:lnTo>
                  <a:pt x="4100377" y="34627"/>
                </a:lnTo>
                <a:lnTo>
                  <a:pt x="4262902" y="45289"/>
                </a:lnTo>
                <a:lnTo>
                  <a:pt x="4392266" y="54673"/>
                </a:lnTo>
                <a:lnTo>
                  <a:pt x="4433897" y="58117"/>
                </a:lnTo>
                <a:lnTo>
                  <a:pt x="4626228" y="75290"/>
                </a:lnTo>
                <a:cubicBezTo>
                  <a:pt x="5254656" y="137216"/>
                  <a:pt x="5655214" y="230932"/>
                  <a:pt x="5655214" y="335818"/>
                </a:cubicBezTo>
                <a:cubicBezTo>
                  <a:pt x="5655214" y="522283"/>
                  <a:pt x="4389251" y="673443"/>
                  <a:pt x="2827607" y="673443"/>
                </a:cubicBezTo>
                <a:cubicBezTo>
                  <a:pt x="1265963" y="673443"/>
                  <a:pt x="0" y="522283"/>
                  <a:pt x="0" y="335818"/>
                </a:cubicBezTo>
                <a:cubicBezTo>
                  <a:pt x="0" y="230932"/>
                  <a:pt x="400558" y="137216"/>
                  <a:pt x="1028986" y="75290"/>
                </a:cubicBezTo>
                <a:lnTo>
                  <a:pt x="1221343" y="58115"/>
                </a:lnTo>
                <a:lnTo>
                  <a:pt x="1262932" y="54674"/>
                </a:lnTo>
                <a:lnTo>
                  <a:pt x="1392331" y="45288"/>
                </a:lnTo>
                <a:lnTo>
                  <a:pt x="1554821" y="34628"/>
                </a:lnTo>
                <a:lnTo>
                  <a:pt x="1632430" y="30164"/>
                </a:lnTo>
                <a:lnTo>
                  <a:pt x="1845204" y="19558"/>
                </a:lnTo>
                <a:lnTo>
                  <a:pt x="1911672" y="16654"/>
                </a:lnTo>
                <a:lnTo>
                  <a:pt x="2137778" y="8736"/>
                </a:lnTo>
                <a:lnTo>
                  <a:pt x="2210125" y="6514"/>
                </a:lnTo>
                <a:lnTo>
                  <a:pt x="2442264" y="1690"/>
                </a:lnTo>
                <a:lnTo>
                  <a:pt x="2516967" y="329"/>
                </a:lnTo>
                <a:lnTo>
                  <a:pt x="2564692" y="0"/>
                </a:lnTo>
                <a:close/>
              </a:path>
            </a:pathLst>
          </a:custGeom>
          <a:solidFill>
            <a:schemeClr val="bg1"/>
          </a:soli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4" name="任意多边形: 形状 3"/>
          <p:cNvSpPr/>
          <p:nvPr userDrawn="1"/>
        </p:nvSpPr>
        <p:spPr>
          <a:xfrm>
            <a:off x="2923264" y="5438010"/>
            <a:ext cx="6345471" cy="804249"/>
          </a:xfrm>
          <a:custGeom>
            <a:avLst/>
            <a:gdLst>
              <a:gd name="connsiteX0" fmla="*/ 1566472 w 6345470"/>
              <a:gd name="connsiteY0" fmla="*/ 0 h 804249"/>
              <a:gd name="connsiteX1" fmla="*/ 1374115 w 6345470"/>
              <a:gd name="connsiteY1" fmla="*/ 17175 h 804249"/>
              <a:gd name="connsiteX2" fmla="*/ 345129 w 6345470"/>
              <a:gd name="connsiteY2" fmla="*/ 277703 h 804249"/>
              <a:gd name="connsiteX3" fmla="*/ 3172736 w 6345470"/>
              <a:gd name="connsiteY3" fmla="*/ 615328 h 804249"/>
              <a:gd name="connsiteX4" fmla="*/ 6000343 w 6345470"/>
              <a:gd name="connsiteY4" fmla="*/ 277703 h 804249"/>
              <a:gd name="connsiteX5" fmla="*/ 4971357 w 6345470"/>
              <a:gd name="connsiteY5" fmla="*/ 17175 h 804249"/>
              <a:gd name="connsiteX6" fmla="*/ 4779026 w 6345470"/>
              <a:gd name="connsiteY6" fmla="*/ 2 h 804249"/>
              <a:gd name="connsiteX7" fmla="*/ 4946641 w 6345470"/>
              <a:gd name="connsiteY7" fmla="*/ 13870 h 804249"/>
              <a:gd name="connsiteX8" fmla="*/ 6345470 w 6345470"/>
              <a:gd name="connsiteY8" fmla="*/ 372163 h 804249"/>
              <a:gd name="connsiteX9" fmla="*/ 3172735 w 6345470"/>
              <a:gd name="connsiteY9" fmla="*/ 804249 h 804249"/>
              <a:gd name="connsiteX10" fmla="*/ 0 w 6345470"/>
              <a:gd name="connsiteY10" fmla="*/ 372163 h 804249"/>
              <a:gd name="connsiteX11" fmla="*/ 1398829 w 6345470"/>
              <a:gd name="connsiteY11" fmla="*/ 13870 h 804249"/>
              <a:gd name="connsiteX12" fmla="*/ 1566472 w 6345470"/>
              <a:gd name="connsiteY12" fmla="*/ 0 h 804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45470" h="804249">
                <a:moveTo>
                  <a:pt x="1566472" y="0"/>
                </a:moveTo>
                <a:lnTo>
                  <a:pt x="1374115" y="17175"/>
                </a:lnTo>
                <a:cubicBezTo>
                  <a:pt x="745687" y="79101"/>
                  <a:pt x="345129" y="172817"/>
                  <a:pt x="345129" y="277703"/>
                </a:cubicBezTo>
                <a:cubicBezTo>
                  <a:pt x="345129" y="464168"/>
                  <a:pt x="1611092" y="615328"/>
                  <a:pt x="3172736" y="615328"/>
                </a:cubicBezTo>
                <a:cubicBezTo>
                  <a:pt x="4734380" y="615328"/>
                  <a:pt x="6000343" y="464168"/>
                  <a:pt x="6000343" y="277703"/>
                </a:cubicBezTo>
                <a:cubicBezTo>
                  <a:pt x="6000343" y="172817"/>
                  <a:pt x="5599785" y="79101"/>
                  <a:pt x="4971357" y="17175"/>
                </a:cubicBezTo>
                <a:lnTo>
                  <a:pt x="4779026" y="2"/>
                </a:lnTo>
                <a:lnTo>
                  <a:pt x="4946641" y="13870"/>
                </a:lnTo>
                <a:cubicBezTo>
                  <a:pt x="5790594" y="91519"/>
                  <a:pt x="6345470" y="223016"/>
                  <a:pt x="6345470" y="372163"/>
                </a:cubicBezTo>
                <a:cubicBezTo>
                  <a:pt x="6345470" y="610798"/>
                  <a:pt x="4924988" y="804249"/>
                  <a:pt x="3172735" y="804249"/>
                </a:cubicBezTo>
                <a:cubicBezTo>
                  <a:pt x="1420482" y="804249"/>
                  <a:pt x="0" y="610798"/>
                  <a:pt x="0" y="372163"/>
                </a:cubicBezTo>
                <a:cubicBezTo>
                  <a:pt x="0" y="223016"/>
                  <a:pt x="554876" y="91519"/>
                  <a:pt x="1398829" y="13870"/>
                </a:cubicBezTo>
                <a:lnTo>
                  <a:pt x="1566472" y="0"/>
                </a:lnTo>
                <a:close/>
              </a:path>
            </a:pathLst>
          </a:custGeom>
          <a:solidFill>
            <a:schemeClr val="accent3">
              <a:lumMod val="100000"/>
            </a:schemeClr>
          </a:soli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cxnSp>
        <p:nvCxnSpPr>
          <p:cNvPr id="5" name="直接连接符 4"/>
          <p:cNvCxnSpPr/>
          <p:nvPr userDrawn="1"/>
        </p:nvCxnSpPr>
        <p:spPr>
          <a:xfrm flipV="1">
            <a:off x="3137094" y="4103970"/>
            <a:ext cx="0" cy="1691649"/>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userDrawn="1"/>
        </p:nvCxnSpPr>
        <p:spPr>
          <a:xfrm flipV="1">
            <a:off x="8593013" y="4891760"/>
            <a:ext cx="0" cy="810789"/>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flipV="1">
            <a:off x="7254237" y="3095735"/>
            <a:ext cx="0" cy="2728020"/>
          </a:xfrm>
          <a:prstGeom prst="line">
            <a:avLst/>
          </a:prstGeom>
          <a:ln>
            <a:solidFill>
              <a:schemeClr val="tx1">
                <a:lumMod val="85000"/>
                <a:lumOff val="15000"/>
              </a:schemeClr>
            </a:solidFill>
            <a:prstDash val="dash"/>
            <a:headEnd type="none" w="lg" len="lg"/>
            <a:tailEnd type="oval" w="lg" len="lg"/>
          </a:ln>
        </p:spPr>
        <p:style>
          <a:lnRef idx="1">
            <a:schemeClr val="accent1"/>
          </a:lnRef>
          <a:fillRef idx="0">
            <a:schemeClr val="accent1"/>
          </a:fillRef>
          <a:effectRef idx="0">
            <a:schemeClr val="accent1"/>
          </a:effectRef>
          <a:fontRef idx="minor">
            <a:schemeClr val="tx1"/>
          </a:fontRef>
        </p:style>
      </p:cxnSp>
      <p:sp>
        <p:nvSpPr>
          <p:cNvPr id="8" name="箭头: 上 7"/>
          <p:cNvSpPr/>
          <p:nvPr userDrawn="1"/>
        </p:nvSpPr>
        <p:spPr>
          <a:xfrm>
            <a:off x="6290123" y="3842451"/>
            <a:ext cx="422655" cy="1925032"/>
          </a:xfrm>
          <a:prstGeom prst="up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9" name="箭头: 上 8"/>
          <p:cNvSpPr/>
          <p:nvPr userDrawn="1"/>
        </p:nvSpPr>
        <p:spPr>
          <a:xfrm>
            <a:off x="5418395" y="4508941"/>
            <a:ext cx="424728" cy="1266625"/>
          </a:xfrm>
          <a:prstGeom prst="upArrow">
            <a:avLst/>
          </a:prstGeom>
          <a:solidFill>
            <a:schemeClr val="accent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spAutoFit/>
          </a:bodyPr>
          <a:lstStyle/>
          <a:p>
            <a:pPr algn="ctr"/>
            <a:endParaRPr lang="zh-CN" altLang="en-US">
              <a:solidFill>
                <a:srgbClr val="404040"/>
              </a:solidFill>
              <a:latin typeface="华文细黑" panose="02010600040101010101" pitchFamily="2" charset="-122"/>
              <a:ea typeface="华文细黑" panose="02010600040101010101" pitchFamily="2" charset="-122"/>
            </a:endParaRPr>
          </a:p>
        </p:txBody>
      </p:sp>
      <p:sp>
        <p:nvSpPr>
          <p:cNvPr id="17" name="任意多边形: 形状 16"/>
          <p:cNvSpPr/>
          <p:nvPr userDrawn="1"/>
        </p:nvSpPr>
        <p:spPr>
          <a:xfrm>
            <a:off x="3702306" y="5378087"/>
            <a:ext cx="4787387" cy="571628"/>
          </a:xfrm>
          <a:custGeom>
            <a:avLst/>
            <a:gdLst>
              <a:gd name="connsiteX0" fmla="*/ 2393693 w 4787386"/>
              <a:gd name="connsiteY0" fmla="*/ 0 h 571628"/>
              <a:gd name="connsiteX1" fmla="*/ 2394866 w 4787386"/>
              <a:gd name="connsiteY1" fmla="*/ 7 h 571628"/>
              <a:gd name="connsiteX2" fmla="*/ 2656609 w 4787386"/>
              <a:gd name="connsiteY2" fmla="*/ 1807 h 571628"/>
              <a:gd name="connsiteX3" fmla="*/ 2876106 w 4787386"/>
              <a:gd name="connsiteY3" fmla="*/ 5807 h 571628"/>
              <a:gd name="connsiteX4" fmla="*/ 4787386 w 4787386"/>
              <a:gd name="connsiteY4" fmla="*/ 285814 h 571628"/>
              <a:gd name="connsiteX5" fmla="*/ 2393693 w 4787386"/>
              <a:gd name="connsiteY5" fmla="*/ 571628 h 571628"/>
              <a:gd name="connsiteX6" fmla="*/ 0 w 4787386"/>
              <a:gd name="connsiteY6" fmla="*/ 285814 h 571628"/>
              <a:gd name="connsiteX7" fmla="*/ 1911280 w 4787386"/>
              <a:gd name="connsiteY7" fmla="*/ 5807 h 571628"/>
              <a:gd name="connsiteX8" fmla="*/ 2130778 w 4787386"/>
              <a:gd name="connsiteY8" fmla="*/ 1807 h 571628"/>
              <a:gd name="connsiteX9" fmla="*/ 2392504 w 4787386"/>
              <a:gd name="connsiteY9" fmla="*/ 7 h 571628"/>
              <a:gd name="connsiteX10" fmla="*/ 2393691 w 4787386"/>
              <a:gd name="connsiteY10" fmla="*/ 0 h 571628"/>
              <a:gd name="connsiteX11" fmla="*/ 2071244 w 4787386"/>
              <a:gd name="connsiteY11" fmla="*/ 3881 h 571628"/>
              <a:gd name="connsiteX12" fmla="*/ 793732 w 4787386"/>
              <a:gd name="connsiteY12" fmla="*/ 191040 h 571628"/>
              <a:gd name="connsiteX13" fmla="*/ 2393692 w 4787386"/>
              <a:gd name="connsiteY13" fmla="*/ 382080 h 571628"/>
              <a:gd name="connsiteX14" fmla="*/ 3993652 w 4787386"/>
              <a:gd name="connsiteY14" fmla="*/ 191040 h 571628"/>
              <a:gd name="connsiteX15" fmla="*/ 2716140 w 4787386"/>
              <a:gd name="connsiteY15" fmla="*/ 3881 h 571628"/>
              <a:gd name="connsiteX16" fmla="*/ 2393693 w 4787386"/>
              <a:gd name="connsiteY16" fmla="*/ 0 h 571628"/>
              <a:gd name="connsiteX17" fmla="*/ 2393693 w 4787386"/>
              <a:gd name="connsiteY17" fmla="*/ 0 h 571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87386" h="571628">
                <a:moveTo>
                  <a:pt x="2393693" y="0"/>
                </a:moveTo>
                <a:lnTo>
                  <a:pt x="2394866" y="7"/>
                </a:lnTo>
                <a:lnTo>
                  <a:pt x="2656609" y="1807"/>
                </a:lnTo>
                <a:lnTo>
                  <a:pt x="2876106" y="5807"/>
                </a:lnTo>
                <a:cubicBezTo>
                  <a:pt x="3966871" y="32458"/>
                  <a:pt x="4787386" y="147695"/>
                  <a:pt x="4787386" y="285814"/>
                </a:cubicBezTo>
                <a:cubicBezTo>
                  <a:pt x="4787386" y="443665"/>
                  <a:pt x="3715693" y="571628"/>
                  <a:pt x="2393693" y="571628"/>
                </a:cubicBezTo>
                <a:cubicBezTo>
                  <a:pt x="1071693" y="571628"/>
                  <a:pt x="0" y="443665"/>
                  <a:pt x="0" y="285814"/>
                </a:cubicBezTo>
                <a:cubicBezTo>
                  <a:pt x="0" y="147695"/>
                  <a:pt x="820515" y="32458"/>
                  <a:pt x="1911280" y="5807"/>
                </a:cubicBezTo>
                <a:lnTo>
                  <a:pt x="2130778" y="1807"/>
                </a:lnTo>
                <a:lnTo>
                  <a:pt x="2392504" y="7"/>
                </a:lnTo>
                <a:lnTo>
                  <a:pt x="2393691" y="0"/>
                </a:lnTo>
                <a:lnTo>
                  <a:pt x="2071244" y="3881"/>
                </a:lnTo>
                <a:cubicBezTo>
                  <a:pt x="1342169" y="21695"/>
                  <a:pt x="793732" y="98721"/>
                  <a:pt x="793732" y="191040"/>
                </a:cubicBezTo>
                <a:cubicBezTo>
                  <a:pt x="793732" y="296548"/>
                  <a:pt x="1510058" y="382080"/>
                  <a:pt x="2393692" y="382080"/>
                </a:cubicBezTo>
                <a:cubicBezTo>
                  <a:pt x="3277326" y="382080"/>
                  <a:pt x="3993652" y="296548"/>
                  <a:pt x="3993652" y="191040"/>
                </a:cubicBezTo>
                <a:cubicBezTo>
                  <a:pt x="3993652" y="98721"/>
                  <a:pt x="3445215" y="21695"/>
                  <a:pt x="2716140" y="3881"/>
                </a:cubicBezTo>
                <a:lnTo>
                  <a:pt x="2393693" y="0"/>
                </a:lnTo>
                <a:lnTo>
                  <a:pt x="2393693" y="0"/>
                </a:lnTo>
                <a:close/>
              </a:path>
            </a:pathLst>
          </a:custGeom>
          <a:gradFill flip="none" rotWithShape="1">
            <a:gsLst>
              <a:gs pos="0">
                <a:schemeClr val="accent3">
                  <a:lumMod val="100000"/>
                </a:schemeClr>
              </a:gs>
              <a:gs pos="91000">
                <a:schemeClr val="accent1">
                  <a:alpha val="0"/>
                </a:schemeClr>
              </a:gs>
            </a:gsLst>
            <a:lin ang="16200000" scaled="0"/>
            <a:tileRect/>
          </a:gradFill>
          <a:ln w="28575" cap="flat">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3600">
              <a:solidFill>
                <a:srgbClr val="404040"/>
              </a:solidFill>
              <a:effectLst>
                <a:outerShdw blurRad="38100" dist="38100" dir="2700000" algn="tl">
                  <a:srgbClr val="000000">
                    <a:alpha val="43137"/>
                  </a:srgbClr>
                </a:outerShdw>
              </a:effectLst>
              <a:latin typeface="华文细黑" panose="02010600040101010101" pitchFamily="2" charset="-122"/>
              <a:ea typeface="华文细黑" panose="02010600040101010101" pitchFamily="2" charset="-122"/>
            </a:endParaRPr>
          </a:p>
        </p:txBody>
      </p:sp>
      <p:sp>
        <p:nvSpPr>
          <p:cNvPr id="18" name="文本占位符 374"/>
          <p:cNvSpPr>
            <a:spLocks noGrp="1"/>
          </p:cNvSpPr>
          <p:nvPr>
            <p:ph type="body" sz="quarter" idx="15" hasCustomPrompt="1"/>
          </p:nvPr>
        </p:nvSpPr>
        <p:spPr>
          <a:xfrm>
            <a:off x="2461557" y="2562726"/>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19" name="文本占位符 374"/>
          <p:cNvSpPr>
            <a:spLocks noGrp="1"/>
          </p:cNvSpPr>
          <p:nvPr>
            <p:ph type="body" sz="quarter" idx="16" hasCustomPrompt="1"/>
          </p:nvPr>
        </p:nvSpPr>
        <p:spPr>
          <a:xfrm>
            <a:off x="1941764" y="3232201"/>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0" name="文本占位符 374"/>
          <p:cNvSpPr>
            <a:spLocks noGrp="1"/>
          </p:cNvSpPr>
          <p:nvPr>
            <p:ph type="body" sz="quarter" idx="17" hasCustomPrompt="1"/>
          </p:nvPr>
        </p:nvSpPr>
        <p:spPr>
          <a:xfrm>
            <a:off x="6600105" y="1546127"/>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18" hasCustomPrompt="1"/>
          </p:nvPr>
        </p:nvSpPr>
        <p:spPr>
          <a:xfrm>
            <a:off x="6080312" y="2215602"/>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22" name="文本占位符 374"/>
          <p:cNvSpPr>
            <a:spLocks noGrp="1"/>
          </p:cNvSpPr>
          <p:nvPr>
            <p:ph type="body" sz="quarter" idx="19" hasCustomPrompt="1"/>
          </p:nvPr>
        </p:nvSpPr>
        <p:spPr>
          <a:xfrm>
            <a:off x="7904995" y="3295825"/>
            <a:ext cx="1336293"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0" hasCustomPrompt="1"/>
          </p:nvPr>
        </p:nvSpPr>
        <p:spPr>
          <a:xfrm>
            <a:off x="7385202" y="3965300"/>
            <a:ext cx="2440480" cy="681833"/>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26" name="直接连接符 25"/>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8"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9"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逻辑-1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空心弧 1"/>
          <p:cNvSpPr/>
          <p:nvPr userDrawn="1"/>
        </p:nvSpPr>
        <p:spPr>
          <a:xfrm>
            <a:off x="4164197" y="1715602"/>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3" name="空心弧 2"/>
          <p:cNvSpPr/>
          <p:nvPr userDrawn="1"/>
        </p:nvSpPr>
        <p:spPr>
          <a:xfrm rot="10800000">
            <a:off x="4164198" y="2927354"/>
            <a:ext cx="1424243" cy="1424244"/>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4" name="空心弧 3"/>
          <p:cNvSpPr/>
          <p:nvPr userDrawn="1"/>
        </p:nvSpPr>
        <p:spPr>
          <a:xfrm>
            <a:off x="5388301" y="2936201"/>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5" name="空心弧 4"/>
          <p:cNvSpPr/>
          <p:nvPr userDrawn="1"/>
        </p:nvSpPr>
        <p:spPr>
          <a:xfrm rot="10800000">
            <a:off x="5388302" y="4158072"/>
            <a:ext cx="1424243" cy="1424244"/>
          </a:xfrm>
          <a:prstGeom prst="blockArc">
            <a:avLst>
              <a:gd name="adj1" fmla="val 10800000"/>
              <a:gd name="adj2" fmla="val 5445255"/>
              <a:gd name="adj3" fmla="val 145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6" name="空心弧 5"/>
          <p:cNvSpPr/>
          <p:nvPr userDrawn="1"/>
        </p:nvSpPr>
        <p:spPr>
          <a:xfrm>
            <a:off x="6603560" y="4166918"/>
            <a:ext cx="1424243" cy="1424244"/>
          </a:xfrm>
          <a:prstGeom prst="blockArc">
            <a:avLst>
              <a:gd name="adj1" fmla="val 10800000"/>
              <a:gd name="adj2" fmla="val 5445255"/>
              <a:gd name="adj3" fmla="val 1459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en-US">
              <a:solidFill>
                <a:schemeClr val="tx1"/>
              </a:solidFill>
            </a:endParaRPr>
          </a:p>
        </p:txBody>
      </p:sp>
      <p:sp>
        <p:nvSpPr>
          <p:cNvPr id="7" name="椭圆 6"/>
          <p:cNvSpPr/>
          <p:nvPr userDrawn="1"/>
        </p:nvSpPr>
        <p:spPr>
          <a:xfrm>
            <a:off x="4540162" y="2091567"/>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01</a:t>
            </a:r>
            <a:endParaRPr lang="en-US" sz="2000" dirty="0">
              <a:solidFill>
                <a:schemeClr val="bg1"/>
              </a:solidFill>
            </a:endParaRPr>
          </a:p>
        </p:txBody>
      </p:sp>
      <p:sp>
        <p:nvSpPr>
          <p:cNvPr id="8" name="椭圆 7"/>
          <p:cNvSpPr/>
          <p:nvPr userDrawn="1"/>
        </p:nvSpPr>
        <p:spPr>
          <a:xfrm>
            <a:off x="4544584" y="3303319"/>
            <a:ext cx="672313" cy="6723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02</a:t>
            </a:r>
            <a:endParaRPr lang="en-US" sz="2000" dirty="0">
              <a:solidFill>
                <a:schemeClr val="bg1"/>
              </a:solidFill>
            </a:endParaRPr>
          </a:p>
        </p:txBody>
      </p:sp>
      <p:sp>
        <p:nvSpPr>
          <p:cNvPr id="9" name="椭圆 8"/>
          <p:cNvSpPr/>
          <p:nvPr userDrawn="1"/>
        </p:nvSpPr>
        <p:spPr>
          <a:xfrm>
            <a:off x="5768688" y="3312165"/>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03</a:t>
            </a:r>
            <a:endParaRPr lang="en-US" sz="2000" dirty="0">
              <a:solidFill>
                <a:schemeClr val="bg1"/>
              </a:solidFill>
            </a:endParaRPr>
          </a:p>
        </p:txBody>
      </p:sp>
      <p:sp>
        <p:nvSpPr>
          <p:cNvPr id="10" name="椭圆 9"/>
          <p:cNvSpPr/>
          <p:nvPr userDrawn="1"/>
        </p:nvSpPr>
        <p:spPr>
          <a:xfrm>
            <a:off x="5768688" y="4542883"/>
            <a:ext cx="672313" cy="6723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04</a:t>
            </a:r>
            <a:endParaRPr lang="en-US" sz="2000" dirty="0">
              <a:solidFill>
                <a:schemeClr val="bg1"/>
              </a:solidFill>
            </a:endParaRPr>
          </a:p>
        </p:txBody>
      </p:sp>
      <p:sp>
        <p:nvSpPr>
          <p:cNvPr id="16" name="椭圆 15"/>
          <p:cNvSpPr/>
          <p:nvPr userDrawn="1"/>
        </p:nvSpPr>
        <p:spPr>
          <a:xfrm>
            <a:off x="6975104" y="4534036"/>
            <a:ext cx="672313" cy="672313"/>
          </a:xfrm>
          <a:prstGeom prst="ellipse">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lang="en-US" sz="2000" dirty="0">
                <a:solidFill>
                  <a:schemeClr val="bg1"/>
                </a:solidFill>
              </a:rPr>
              <a:t>05</a:t>
            </a:r>
            <a:endParaRPr lang="en-US" sz="2000" dirty="0">
              <a:solidFill>
                <a:schemeClr val="bg1"/>
              </a:solidFill>
            </a:endParaRPr>
          </a:p>
        </p:txBody>
      </p:sp>
      <p:sp>
        <p:nvSpPr>
          <p:cNvPr id="20" name="文本占位符 374"/>
          <p:cNvSpPr>
            <a:spLocks noGrp="1"/>
          </p:cNvSpPr>
          <p:nvPr>
            <p:ph type="body" sz="quarter" idx="23" hasCustomPrompt="1"/>
          </p:nvPr>
        </p:nvSpPr>
        <p:spPr>
          <a:xfrm>
            <a:off x="2545424" y="2301980"/>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4" hasCustomPrompt="1"/>
          </p:nvPr>
        </p:nvSpPr>
        <p:spPr>
          <a:xfrm>
            <a:off x="1905420" y="2739634"/>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文本占位符 374"/>
          <p:cNvSpPr>
            <a:spLocks noGrp="1"/>
          </p:cNvSpPr>
          <p:nvPr>
            <p:ph type="body" sz="quarter" idx="25" hasCustomPrompt="1"/>
          </p:nvPr>
        </p:nvSpPr>
        <p:spPr>
          <a:xfrm>
            <a:off x="3637934" y="4535806"/>
            <a:ext cx="1240653" cy="28549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3" name="文本占位符 374"/>
          <p:cNvSpPr>
            <a:spLocks noGrp="1"/>
          </p:cNvSpPr>
          <p:nvPr>
            <p:ph type="body" sz="quarter" idx="26" hasCustomPrompt="1"/>
          </p:nvPr>
        </p:nvSpPr>
        <p:spPr>
          <a:xfrm>
            <a:off x="2997930" y="4973460"/>
            <a:ext cx="1882812" cy="414231"/>
          </a:xfrm>
          <a:prstGeom prst="rect">
            <a:avLst/>
          </a:prstGeom>
        </p:spPr>
        <p:txBody>
          <a:bodyPr/>
          <a:lstStyle>
            <a:lvl1pPr marL="0" indent="0" algn="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6" name="文本占位符 374"/>
          <p:cNvSpPr>
            <a:spLocks noGrp="1"/>
          </p:cNvSpPr>
          <p:nvPr>
            <p:ph type="body" sz="quarter" idx="31" hasCustomPrompt="1"/>
          </p:nvPr>
        </p:nvSpPr>
        <p:spPr>
          <a:xfrm>
            <a:off x="6096000" y="1469715"/>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7" name="文本占位符 374"/>
          <p:cNvSpPr>
            <a:spLocks noGrp="1"/>
          </p:cNvSpPr>
          <p:nvPr>
            <p:ph type="body" sz="quarter" idx="32" hasCustomPrompt="1"/>
          </p:nvPr>
        </p:nvSpPr>
        <p:spPr>
          <a:xfrm>
            <a:off x="6096001" y="1947091"/>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8" name="文本占位符 374"/>
          <p:cNvSpPr>
            <a:spLocks noGrp="1"/>
          </p:cNvSpPr>
          <p:nvPr>
            <p:ph type="body" sz="quarter" idx="33" hasCustomPrompt="1"/>
          </p:nvPr>
        </p:nvSpPr>
        <p:spPr>
          <a:xfrm>
            <a:off x="7647417" y="3002580"/>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374"/>
          <p:cNvSpPr>
            <a:spLocks noGrp="1"/>
          </p:cNvSpPr>
          <p:nvPr>
            <p:ph type="body" sz="quarter" idx="34" hasCustomPrompt="1"/>
          </p:nvPr>
        </p:nvSpPr>
        <p:spPr>
          <a:xfrm>
            <a:off x="7647418" y="3479956"/>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30" name="文本占位符 374"/>
          <p:cNvSpPr>
            <a:spLocks noGrp="1"/>
          </p:cNvSpPr>
          <p:nvPr>
            <p:ph type="body" sz="quarter" idx="35" hasCustomPrompt="1"/>
          </p:nvPr>
        </p:nvSpPr>
        <p:spPr>
          <a:xfrm>
            <a:off x="8284387" y="4556902"/>
            <a:ext cx="1216287" cy="346274"/>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36" hasCustomPrompt="1"/>
          </p:nvPr>
        </p:nvSpPr>
        <p:spPr>
          <a:xfrm>
            <a:off x="8284388" y="503427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逻辑-1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椭圆 1"/>
          <p:cNvSpPr/>
          <p:nvPr userDrawn="1"/>
        </p:nvSpPr>
        <p:spPr>
          <a:xfrm>
            <a:off x="6085495" y="1932765"/>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5" name="直接连接符 4"/>
          <p:cNvCxnSpPr/>
          <p:nvPr userDrawn="1"/>
        </p:nvCxnSpPr>
        <p:spPr>
          <a:xfrm>
            <a:off x="4429287" y="1809966"/>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任意多边形: 形状 5"/>
          <p:cNvSpPr/>
          <p:nvPr userDrawn="1"/>
        </p:nvSpPr>
        <p:spPr>
          <a:xfrm rot="16200000">
            <a:off x="4979042" y="3390694"/>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矩形 6"/>
          <p:cNvSpPr/>
          <p:nvPr userDrawn="1"/>
        </p:nvSpPr>
        <p:spPr>
          <a:xfrm rot="16200000">
            <a:off x="2494632" y="1295122"/>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椭圆 7"/>
          <p:cNvSpPr/>
          <p:nvPr userDrawn="1"/>
        </p:nvSpPr>
        <p:spPr>
          <a:xfrm>
            <a:off x="6085495" y="3537272"/>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16" name="直接连接符 15"/>
          <p:cNvCxnSpPr/>
          <p:nvPr userDrawn="1"/>
        </p:nvCxnSpPr>
        <p:spPr>
          <a:xfrm>
            <a:off x="4429287" y="3414473"/>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任意多边形: 形状 16"/>
          <p:cNvSpPr/>
          <p:nvPr userDrawn="1"/>
        </p:nvSpPr>
        <p:spPr>
          <a:xfrm rot="16200000">
            <a:off x="4979042" y="4995200"/>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17"/>
          <p:cNvSpPr/>
          <p:nvPr userDrawn="1"/>
        </p:nvSpPr>
        <p:spPr>
          <a:xfrm rot="16200000">
            <a:off x="2494632" y="2899629"/>
            <a:ext cx="1380242" cy="45828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椭圆 18"/>
          <p:cNvSpPr/>
          <p:nvPr userDrawn="1"/>
        </p:nvSpPr>
        <p:spPr>
          <a:xfrm>
            <a:off x="6085495" y="5141778"/>
            <a:ext cx="119904" cy="11024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cxnSp>
        <p:nvCxnSpPr>
          <p:cNvPr id="22" name="直接连接符 21"/>
          <p:cNvCxnSpPr/>
          <p:nvPr userDrawn="1"/>
        </p:nvCxnSpPr>
        <p:spPr>
          <a:xfrm>
            <a:off x="4429287" y="5018979"/>
            <a:ext cx="821829"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userDrawn="1"/>
        </p:nvCxnSpPr>
        <p:spPr>
          <a:xfrm>
            <a:off x="6614642" y="2280616"/>
            <a:ext cx="88897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任意多边形: 形状 24"/>
          <p:cNvSpPr/>
          <p:nvPr userDrawn="1"/>
        </p:nvSpPr>
        <p:spPr>
          <a:xfrm>
            <a:off x="6253269" y="5125411"/>
            <a:ext cx="221879" cy="271185"/>
          </a:xfrm>
          <a:custGeom>
            <a:avLst/>
            <a:gdLst/>
            <a:ahLst/>
            <a:cxnLst/>
            <a:rect l="0" t="0" r="0" b="0"/>
            <a:pathLst>
              <a:path w="120000" h="120000" extrusionOk="0">
                <a:moveTo>
                  <a:pt x="76666" y="103638"/>
                </a:moveTo>
                <a:cubicBezTo>
                  <a:pt x="74822" y="103638"/>
                  <a:pt x="73333" y="104855"/>
                  <a:pt x="73333" y="106361"/>
                </a:cubicBezTo>
                <a:cubicBezTo>
                  <a:pt x="73333" y="107872"/>
                  <a:pt x="74822" y="109088"/>
                  <a:pt x="76666" y="109088"/>
                </a:cubicBezTo>
                <a:cubicBezTo>
                  <a:pt x="78511" y="109088"/>
                  <a:pt x="80000" y="107872"/>
                  <a:pt x="80000" y="106361"/>
                </a:cubicBezTo>
                <a:cubicBezTo>
                  <a:pt x="80000" y="104855"/>
                  <a:pt x="78511" y="103638"/>
                  <a:pt x="76666" y="103638"/>
                </a:cubicBezTo>
                <a:moveTo>
                  <a:pt x="56666" y="87272"/>
                </a:moveTo>
                <a:cubicBezTo>
                  <a:pt x="54822" y="87272"/>
                  <a:pt x="53333" y="86055"/>
                  <a:pt x="53333" y="84544"/>
                </a:cubicBezTo>
                <a:cubicBezTo>
                  <a:pt x="53333" y="83038"/>
                  <a:pt x="54822" y="81816"/>
                  <a:pt x="56666" y="81816"/>
                </a:cubicBezTo>
                <a:cubicBezTo>
                  <a:pt x="58511" y="81816"/>
                  <a:pt x="60000" y="83038"/>
                  <a:pt x="60000" y="84544"/>
                </a:cubicBezTo>
                <a:cubicBezTo>
                  <a:pt x="60000" y="86055"/>
                  <a:pt x="58511" y="87272"/>
                  <a:pt x="56666" y="87272"/>
                </a:cubicBezTo>
                <a:moveTo>
                  <a:pt x="56666" y="76361"/>
                </a:moveTo>
                <a:cubicBezTo>
                  <a:pt x="51144" y="76361"/>
                  <a:pt x="46666" y="80027"/>
                  <a:pt x="46666" y="84544"/>
                </a:cubicBezTo>
                <a:cubicBezTo>
                  <a:pt x="46666" y="89061"/>
                  <a:pt x="51144" y="92727"/>
                  <a:pt x="56666" y="92727"/>
                </a:cubicBezTo>
                <a:cubicBezTo>
                  <a:pt x="62188" y="92727"/>
                  <a:pt x="66666" y="89061"/>
                  <a:pt x="66666" y="84544"/>
                </a:cubicBezTo>
                <a:cubicBezTo>
                  <a:pt x="66666" y="80027"/>
                  <a:pt x="62188" y="76361"/>
                  <a:pt x="56666" y="76361"/>
                </a:cubicBezTo>
                <a:moveTo>
                  <a:pt x="86666" y="76361"/>
                </a:moveTo>
                <a:cubicBezTo>
                  <a:pt x="82988" y="76361"/>
                  <a:pt x="80000" y="78811"/>
                  <a:pt x="80000" y="81816"/>
                </a:cubicBezTo>
                <a:cubicBezTo>
                  <a:pt x="80000" y="84827"/>
                  <a:pt x="82988" y="87272"/>
                  <a:pt x="86666" y="87272"/>
                </a:cubicBezTo>
                <a:cubicBezTo>
                  <a:pt x="90344" y="87272"/>
                  <a:pt x="93333" y="84827"/>
                  <a:pt x="93333" y="81816"/>
                </a:cubicBezTo>
                <a:cubicBezTo>
                  <a:pt x="93333" y="78811"/>
                  <a:pt x="90344" y="76361"/>
                  <a:pt x="86666" y="76361"/>
                </a:cubicBezTo>
                <a:moveTo>
                  <a:pt x="80000" y="114544"/>
                </a:moveTo>
                <a:lnTo>
                  <a:pt x="40000" y="114544"/>
                </a:lnTo>
                <a:cubicBezTo>
                  <a:pt x="21622" y="114544"/>
                  <a:pt x="6666" y="102311"/>
                  <a:pt x="6666" y="87272"/>
                </a:cubicBezTo>
                <a:cubicBezTo>
                  <a:pt x="6666" y="72905"/>
                  <a:pt x="12122" y="64555"/>
                  <a:pt x="18444" y="54888"/>
                </a:cubicBezTo>
                <a:cubicBezTo>
                  <a:pt x="19316" y="53550"/>
                  <a:pt x="20200" y="52177"/>
                  <a:pt x="21094" y="50777"/>
                </a:cubicBezTo>
                <a:cubicBezTo>
                  <a:pt x="21694" y="50516"/>
                  <a:pt x="35666" y="44655"/>
                  <a:pt x="54522" y="53472"/>
                </a:cubicBezTo>
                <a:cubicBezTo>
                  <a:pt x="60883" y="56444"/>
                  <a:pt x="67022" y="57555"/>
                  <a:pt x="72661" y="57555"/>
                </a:cubicBezTo>
                <a:cubicBezTo>
                  <a:pt x="84177" y="57555"/>
                  <a:pt x="93588" y="52905"/>
                  <a:pt x="98394" y="49950"/>
                </a:cubicBezTo>
                <a:cubicBezTo>
                  <a:pt x="99455" y="51638"/>
                  <a:pt x="100516" y="53288"/>
                  <a:pt x="101555" y="54888"/>
                </a:cubicBezTo>
                <a:cubicBezTo>
                  <a:pt x="107877" y="64555"/>
                  <a:pt x="113333" y="72905"/>
                  <a:pt x="113333" y="87272"/>
                </a:cubicBezTo>
                <a:cubicBezTo>
                  <a:pt x="113333" y="102311"/>
                  <a:pt x="98377" y="114544"/>
                  <a:pt x="80000" y="114544"/>
                </a:cubicBezTo>
                <a:moveTo>
                  <a:pt x="33150" y="16361"/>
                </a:moveTo>
                <a:lnTo>
                  <a:pt x="86850" y="16361"/>
                </a:lnTo>
                <a:cubicBezTo>
                  <a:pt x="87677" y="28516"/>
                  <a:pt x="91250" y="37416"/>
                  <a:pt x="95444" y="44944"/>
                </a:cubicBezTo>
                <a:cubicBezTo>
                  <a:pt x="90450" y="48277"/>
                  <a:pt x="75050" y="56777"/>
                  <a:pt x="57833" y="48733"/>
                </a:cubicBezTo>
                <a:cubicBezTo>
                  <a:pt x="44005" y="42272"/>
                  <a:pt x="32222" y="42661"/>
                  <a:pt x="25111" y="43955"/>
                </a:cubicBezTo>
                <a:cubicBezTo>
                  <a:pt x="29061" y="36633"/>
                  <a:pt x="32355" y="27983"/>
                  <a:pt x="33150" y="16361"/>
                </a:cubicBezTo>
                <a:moveTo>
                  <a:pt x="20000" y="5455"/>
                </a:moveTo>
                <a:lnTo>
                  <a:pt x="100000" y="5455"/>
                </a:lnTo>
                <a:lnTo>
                  <a:pt x="100000" y="10911"/>
                </a:lnTo>
                <a:lnTo>
                  <a:pt x="20000" y="10911"/>
                </a:lnTo>
                <a:cubicBezTo>
                  <a:pt x="20000" y="10911"/>
                  <a:pt x="20000" y="5455"/>
                  <a:pt x="20000" y="5455"/>
                </a:cubicBezTo>
                <a:close/>
                <a:moveTo>
                  <a:pt x="93572" y="16361"/>
                </a:moveTo>
                <a:lnTo>
                  <a:pt x="100000" y="16361"/>
                </a:lnTo>
                <a:cubicBezTo>
                  <a:pt x="103677" y="16361"/>
                  <a:pt x="106666" y="13916"/>
                  <a:pt x="106666" y="10911"/>
                </a:cubicBezTo>
                <a:lnTo>
                  <a:pt x="106666" y="5455"/>
                </a:lnTo>
                <a:cubicBezTo>
                  <a:pt x="106666" y="2444"/>
                  <a:pt x="103677" y="0"/>
                  <a:pt x="100000" y="0"/>
                </a:cubicBezTo>
                <a:lnTo>
                  <a:pt x="20000" y="0"/>
                </a:lnTo>
                <a:cubicBezTo>
                  <a:pt x="16322" y="0"/>
                  <a:pt x="13333" y="2444"/>
                  <a:pt x="13333" y="5455"/>
                </a:cubicBezTo>
                <a:lnTo>
                  <a:pt x="13333" y="10911"/>
                </a:lnTo>
                <a:cubicBezTo>
                  <a:pt x="13333" y="13916"/>
                  <a:pt x="16322" y="16361"/>
                  <a:pt x="20000" y="16361"/>
                </a:cubicBezTo>
                <a:lnTo>
                  <a:pt x="26427" y="16361"/>
                </a:lnTo>
                <a:cubicBezTo>
                  <a:pt x="24011" y="49650"/>
                  <a:pt x="0" y="56188"/>
                  <a:pt x="0" y="87272"/>
                </a:cubicBezTo>
                <a:cubicBezTo>
                  <a:pt x="0" y="105344"/>
                  <a:pt x="17911" y="120000"/>
                  <a:pt x="40000" y="120000"/>
                </a:cubicBezTo>
                <a:lnTo>
                  <a:pt x="80000" y="120000"/>
                </a:lnTo>
                <a:cubicBezTo>
                  <a:pt x="102088" y="120000"/>
                  <a:pt x="120000" y="105344"/>
                  <a:pt x="120000" y="87272"/>
                </a:cubicBezTo>
                <a:cubicBezTo>
                  <a:pt x="120000" y="56188"/>
                  <a:pt x="95988" y="49650"/>
                  <a:pt x="93572" y="16361"/>
                </a:cubicBezTo>
                <a:moveTo>
                  <a:pt x="96666" y="65455"/>
                </a:moveTo>
                <a:cubicBezTo>
                  <a:pt x="94822" y="65455"/>
                  <a:pt x="93333" y="66672"/>
                  <a:pt x="93333" y="68183"/>
                </a:cubicBezTo>
                <a:cubicBezTo>
                  <a:pt x="93333" y="69688"/>
                  <a:pt x="94822" y="70911"/>
                  <a:pt x="96666" y="70911"/>
                </a:cubicBezTo>
                <a:cubicBezTo>
                  <a:pt x="98511" y="70911"/>
                  <a:pt x="100000" y="69688"/>
                  <a:pt x="100000" y="68183"/>
                </a:cubicBezTo>
                <a:cubicBezTo>
                  <a:pt x="100000" y="66672"/>
                  <a:pt x="98511" y="65455"/>
                  <a:pt x="96666" y="65455"/>
                </a:cubicBezTo>
                <a:moveTo>
                  <a:pt x="33333" y="60000"/>
                </a:moveTo>
                <a:cubicBezTo>
                  <a:pt x="29655" y="60000"/>
                  <a:pt x="26666" y="62444"/>
                  <a:pt x="26666" y="65455"/>
                </a:cubicBezTo>
                <a:cubicBezTo>
                  <a:pt x="26666" y="68466"/>
                  <a:pt x="29655" y="70911"/>
                  <a:pt x="33333" y="70911"/>
                </a:cubicBezTo>
                <a:cubicBezTo>
                  <a:pt x="37011" y="70911"/>
                  <a:pt x="40000" y="68466"/>
                  <a:pt x="40000" y="65455"/>
                </a:cubicBezTo>
                <a:cubicBezTo>
                  <a:pt x="40000" y="62444"/>
                  <a:pt x="37011" y="60000"/>
                  <a:pt x="33333" y="60000"/>
                </a:cubicBezTo>
                <a:moveTo>
                  <a:pt x="30000" y="92727"/>
                </a:moveTo>
                <a:cubicBezTo>
                  <a:pt x="28155" y="92727"/>
                  <a:pt x="26666" y="93944"/>
                  <a:pt x="26666" y="95455"/>
                </a:cubicBezTo>
                <a:cubicBezTo>
                  <a:pt x="26666" y="96961"/>
                  <a:pt x="28155" y="98183"/>
                  <a:pt x="30000" y="98183"/>
                </a:cubicBezTo>
                <a:cubicBezTo>
                  <a:pt x="31844" y="98183"/>
                  <a:pt x="33333" y="96961"/>
                  <a:pt x="33333" y="95455"/>
                </a:cubicBezTo>
                <a:cubicBezTo>
                  <a:pt x="33333" y="93944"/>
                  <a:pt x="31844" y="92727"/>
                  <a:pt x="30000" y="92727"/>
                </a:cubicBezTo>
              </a:path>
            </a:pathLst>
          </a:custGeom>
          <a:solidFill>
            <a:schemeClr val="bg1"/>
          </a:solidFill>
          <a:ln>
            <a:noFill/>
          </a:ln>
        </p:spPr>
        <p:txBody>
          <a:bodyPr lIns="19038" tIns="19038" rIns="19038" bIns="19038" anchor="ctr" anchorCtr="0">
            <a:spAutoFit/>
          </a:bodyPr>
          <a:lstStyle/>
          <a:p>
            <a:endParaRPr sz="1500" dirty="0">
              <a:solidFill>
                <a:schemeClr val="tx1">
                  <a:lumMod val="75000"/>
                  <a:lumOff val="25000"/>
                </a:schemeClr>
              </a:solidFill>
              <a:latin typeface="Arial Black" panose="020B0A04020102020204" pitchFamily="34" charset="0"/>
              <a:ea typeface="Lato" panose="020F0502020204030203"/>
              <a:cs typeface="Lato" panose="020F0502020204030203"/>
              <a:sym typeface="Lato" panose="020F0502020204030203"/>
            </a:endParaRPr>
          </a:p>
        </p:txBody>
      </p:sp>
      <p:sp>
        <p:nvSpPr>
          <p:cNvPr id="27" name="矩形 26"/>
          <p:cNvSpPr/>
          <p:nvPr userDrawn="1"/>
        </p:nvSpPr>
        <p:spPr>
          <a:xfrm>
            <a:off x="8886825" y="5500688"/>
            <a:ext cx="3305175" cy="310644"/>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28" name="文本占位符 374"/>
          <p:cNvSpPr>
            <a:spLocks noGrp="1"/>
          </p:cNvSpPr>
          <p:nvPr>
            <p:ph type="body" sz="quarter" idx="16" hasCustomPrompt="1"/>
          </p:nvPr>
        </p:nvSpPr>
        <p:spPr>
          <a:xfrm>
            <a:off x="4015215" y="1446223"/>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29" name="文本占位符 6"/>
          <p:cNvSpPr>
            <a:spLocks noGrp="1"/>
          </p:cNvSpPr>
          <p:nvPr>
            <p:ph type="body" sz="quarter" idx="18" hasCustomPrompt="1"/>
          </p:nvPr>
        </p:nvSpPr>
        <p:spPr>
          <a:xfrm>
            <a:off x="2158403" y="2009484"/>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0" name="任意多边形: 形状 29"/>
          <p:cNvSpPr/>
          <p:nvPr userDrawn="1"/>
        </p:nvSpPr>
        <p:spPr>
          <a:xfrm rot="16200000">
            <a:off x="4986132" y="1789415"/>
            <a:ext cx="1380242" cy="391679"/>
          </a:xfrm>
          <a:custGeom>
            <a:avLst/>
            <a:gdLst>
              <a:gd name="connsiteX0" fmla="*/ 0 w 2267455"/>
              <a:gd name="connsiteY0" fmla="*/ 0 h 391679"/>
              <a:gd name="connsiteX1" fmla="*/ 2267455 w 2267455"/>
              <a:gd name="connsiteY1" fmla="*/ 0 h 391679"/>
              <a:gd name="connsiteX2" fmla="*/ 2267455 w 2267455"/>
              <a:gd name="connsiteY2" fmla="*/ 320040 h 391679"/>
              <a:gd name="connsiteX3" fmla="*/ 1211964 w 2267455"/>
              <a:gd name="connsiteY3" fmla="*/ 320040 h 391679"/>
              <a:gd name="connsiteX4" fmla="*/ 1133727 w 2267455"/>
              <a:gd name="connsiteY4" fmla="*/ 391679 h 391679"/>
              <a:gd name="connsiteX5" fmla="*/ 1055491 w 2267455"/>
              <a:gd name="connsiteY5" fmla="*/ 320040 h 391679"/>
              <a:gd name="connsiteX6" fmla="*/ 0 w 2267455"/>
              <a:gd name="connsiteY6" fmla="*/ 320040 h 39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455" h="391679">
                <a:moveTo>
                  <a:pt x="0" y="0"/>
                </a:moveTo>
                <a:lnTo>
                  <a:pt x="2267455" y="0"/>
                </a:lnTo>
                <a:lnTo>
                  <a:pt x="2267455" y="320040"/>
                </a:lnTo>
                <a:lnTo>
                  <a:pt x="1211964" y="320040"/>
                </a:lnTo>
                <a:lnTo>
                  <a:pt x="1133727" y="391679"/>
                </a:lnTo>
                <a:lnTo>
                  <a:pt x="1055491" y="320040"/>
                </a:lnTo>
                <a:lnTo>
                  <a:pt x="0" y="32004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31" name="文本占位符 374"/>
          <p:cNvSpPr>
            <a:spLocks noGrp="1"/>
          </p:cNvSpPr>
          <p:nvPr>
            <p:ph type="body" sz="quarter" idx="19" hasCustomPrompt="1"/>
          </p:nvPr>
        </p:nvSpPr>
        <p:spPr>
          <a:xfrm>
            <a:off x="4015215" y="3031480"/>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2" name="文本占位符 6"/>
          <p:cNvSpPr>
            <a:spLocks noGrp="1"/>
          </p:cNvSpPr>
          <p:nvPr>
            <p:ph type="body" sz="quarter" idx="20" hasCustomPrompt="1"/>
          </p:nvPr>
        </p:nvSpPr>
        <p:spPr>
          <a:xfrm>
            <a:off x="2158403" y="3594741"/>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3" name="文本占位符 374"/>
          <p:cNvSpPr>
            <a:spLocks noGrp="1"/>
          </p:cNvSpPr>
          <p:nvPr>
            <p:ph type="body" sz="quarter" idx="21" hasCustomPrompt="1"/>
          </p:nvPr>
        </p:nvSpPr>
        <p:spPr>
          <a:xfrm>
            <a:off x="3914832" y="4658297"/>
            <a:ext cx="1336293" cy="274501"/>
          </a:xfrm>
          <a:prstGeom prst="rect">
            <a:avLst/>
          </a:prstGeom>
        </p:spPr>
        <p:txBody>
          <a:bodyPr/>
          <a:lstStyle>
            <a:lvl1pPr marL="0" indent="0" algn="r">
              <a:buNone/>
              <a:defRPr sz="1800" b="1">
                <a:solidFill>
                  <a:schemeClr val="accent4"/>
                </a:solidFill>
                <a:latin typeface="+mj-ea"/>
                <a:ea typeface="+mj-ea"/>
              </a:defRPr>
            </a:lvl1pPr>
          </a:lstStyle>
          <a:p>
            <a:pPr lvl="0"/>
            <a:r>
              <a:rPr lang="zh-CN" altLang="en-US" dirty="0"/>
              <a:t>三级标题</a:t>
            </a:r>
            <a:endParaRPr lang="zh-CN" altLang="en-US" dirty="0"/>
          </a:p>
        </p:txBody>
      </p:sp>
      <p:sp>
        <p:nvSpPr>
          <p:cNvPr id="34" name="文本占位符 6"/>
          <p:cNvSpPr>
            <a:spLocks noGrp="1"/>
          </p:cNvSpPr>
          <p:nvPr>
            <p:ph type="body" sz="quarter" idx="22" hasCustomPrompt="1"/>
          </p:nvPr>
        </p:nvSpPr>
        <p:spPr>
          <a:xfrm>
            <a:off x="2058020" y="5221558"/>
            <a:ext cx="3193096" cy="662663"/>
          </a:xfrm>
          <a:prstGeom prst="rect">
            <a:avLst/>
          </a:prstGeom>
        </p:spPr>
        <p:txBody>
          <a:bodyPr/>
          <a:lstStyle>
            <a:lvl1pPr marL="0" indent="0" algn="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a:t>
            </a:r>
            <a:endParaRPr lang="zh-CN" altLang="en-US" dirty="0"/>
          </a:p>
          <a:p>
            <a:pPr lvl="0"/>
            <a:endParaRPr lang="zh-CN" altLang="en-US" dirty="0"/>
          </a:p>
        </p:txBody>
      </p:sp>
      <p:sp>
        <p:nvSpPr>
          <p:cNvPr id="35" name="文本占位符 374"/>
          <p:cNvSpPr>
            <a:spLocks noGrp="1"/>
          </p:cNvSpPr>
          <p:nvPr>
            <p:ph type="body" sz="quarter" idx="15" hasCustomPrompt="1"/>
          </p:nvPr>
        </p:nvSpPr>
        <p:spPr>
          <a:xfrm>
            <a:off x="6614642" y="1811133"/>
            <a:ext cx="1336293" cy="274501"/>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7" name="图片占位符 36"/>
          <p:cNvSpPr>
            <a:spLocks noGrp="1"/>
          </p:cNvSpPr>
          <p:nvPr>
            <p:ph type="pic" sz="quarter" idx="23"/>
          </p:nvPr>
        </p:nvSpPr>
        <p:spPr>
          <a:xfrm>
            <a:off x="6588504" y="2515035"/>
            <a:ext cx="5584446" cy="2417763"/>
          </a:xfrm>
          <a:prstGeom prst="rect">
            <a:avLst/>
          </a:prstGeom>
          <a:pattFill prst="wdUpDiag">
            <a:fgClr>
              <a:schemeClr val="accent1"/>
            </a:fgClr>
            <a:bgClr>
              <a:schemeClr val="bg1"/>
            </a:bgClr>
          </a:pattFill>
        </p:spPr>
        <p:txBody>
          <a:bodyPr/>
          <a:lstStyle/>
          <a:p>
            <a:endParaRPr lang="zh-CN" altLang="en-US"/>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randombar(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逻辑-15">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0"/>
            <a:ext cx="12172950" cy="6858000"/>
          </a:xfrm>
          <a:prstGeom prst="rect">
            <a:avLst/>
          </a:prstGeom>
        </p:spPr>
      </p:pic>
      <p:grpSp>
        <p:nvGrpSpPr>
          <p:cNvPr id="2" name="组合 1"/>
          <p:cNvGrpSpPr/>
          <p:nvPr userDrawn="1"/>
        </p:nvGrpSpPr>
        <p:grpSpPr>
          <a:xfrm>
            <a:off x="511855" y="1646917"/>
            <a:ext cx="11168290" cy="4513182"/>
            <a:chOff x="-1162841" y="-6074509"/>
            <a:chExt cx="11168290" cy="4513182"/>
          </a:xfrm>
        </p:grpSpPr>
        <p:grpSp>
          <p:nvGrpSpPr>
            <p:cNvPr id="4" name="组合 3"/>
            <p:cNvGrpSpPr/>
            <p:nvPr/>
          </p:nvGrpSpPr>
          <p:grpSpPr>
            <a:xfrm>
              <a:off x="-1162841" y="-5494700"/>
              <a:ext cx="3004456" cy="3933373"/>
              <a:chOff x="529772" y="2073419"/>
              <a:chExt cx="3004456" cy="3933373"/>
            </a:xfrm>
          </p:grpSpPr>
          <p:sp>
            <p:nvSpPr>
              <p:cNvPr id="28" name="平行四边形 27"/>
              <p:cNvSpPr/>
              <p:nvPr/>
            </p:nvSpPr>
            <p:spPr>
              <a:xfrm>
                <a:off x="529772" y="2073419"/>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29" name="图片 28"/>
              <p:cNvPicPr/>
              <p:nvPr/>
            </p:nvPicPr>
            <p:blipFill rotWithShape="1">
              <a:blip r:embed="rId3" cstate="print">
                <a:extLst>
                  <a:ext uri="{28A0092B-C50C-407E-A947-70E740481C1C}">
                    <a14:useLocalDpi xmlns:a14="http://schemas.microsoft.com/office/drawing/2010/main" val="0"/>
                  </a:ext>
                </a:extLst>
              </a:blip>
              <a:srcRect t="906" b="906"/>
              <a:stretch>
                <a:fillRect/>
              </a:stretch>
            </p:blipFill>
            <p:spPr>
              <a:xfrm>
                <a:off x="800871" y="2234540"/>
                <a:ext cx="2516111" cy="3294041"/>
              </a:xfrm>
              <a:prstGeom prst="parallelogram">
                <a:avLst>
                  <a:gd name="adj" fmla="val 17392"/>
                </a:avLst>
              </a:prstGeom>
            </p:spPr>
          </p:pic>
          <p:sp>
            <p:nvSpPr>
              <p:cNvPr id="30" name="平行四边形 29"/>
              <p:cNvSpPr/>
              <p:nvPr/>
            </p:nvSpPr>
            <p:spPr>
              <a:xfrm>
                <a:off x="529772" y="3633788"/>
                <a:ext cx="2786608" cy="2373004"/>
              </a:xfrm>
              <a:prstGeom prst="parallelogram">
                <a:avLst>
                  <a:gd name="adj" fmla="val 14072"/>
                </a:avLst>
              </a:prstGeom>
              <a:gradFill flip="none" rotWithShape="1">
                <a:gsLst>
                  <a:gs pos="42000">
                    <a:schemeClr val="accent3">
                      <a:lumMod val="100000"/>
                    </a:schemeClr>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 name="组合 4"/>
            <p:cNvGrpSpPr/>
            <p:nvPr/>
          </p:nvGrpSpPr>
          <p:grpSpPr>
            <a:xfrm>
              <a:off x="1592303" y="-6074509"/>
              <a:ext cx="2991464" cy="4034971"/>
              <a:chOff x="3284916" y="1493610"/>
              <a:chExt cx="2991464" cy="4034971"/>
            </a:xfrm>
          </p:grpSpPr>
          <p:sp>
            <p:nvSpPr>
              <p:cNvPr id="23" name="平行四边形 22"/>
              <p:cNvSpPr/>
              <p:nvPr/>
            </p:nvSpPr>
            <p:spPr>
              <a:xfrm>
                <a:off x="3299430" y="1493610"/>
                <a:ext cx="2976950"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24" name="图片 23"/>
              <p:cNvPicPr/>
              <p:nvPr/>
            </p:nvPicPr>
            <p:blipFill rotWithShape="1">
              <a:blip r:embed="rId4" cstate="print">
                <a:extLst>
                  <a:ext uri="{28A0092B-C50C-407E-A947-70E740481C1C}">
                    <a14:useLocalDpi xmlns:a14="http://schemas.microsoft.com/office/drawing/2010/main" val="0"/>
                  </a:ext>
                </a:extLst>
              </a:blip>
              <a:srcRect l="48391" r="687"/>
              <a:stretch>
                <a:fillRect/>
              </a:stretch>
            </p:blipFill>
            <p:spPr>
              <a:xfrm>
                <a:off x="3570529" y="1654731"/>
                <a:ext cx="2516111" cy="3294041"/>
              </a:xfrm>
              <a:prstGeom prst="parallelogram">
                <a:avLst>
                  <a:gd name="adj" fmla="val 17392"/>
                </a:avLst>
              </a:prstGeom>
            </p:spPr>
          </p:pic>
          <p:sp>
            <p:nvSpPr>
              <p:cNvPr id="25" name="平行四边形 24"/>
              <p:cNvSpPr/>
              <p:nvPr/>
            </p:nvSpPr>
            <p:spPr>
              <a:xfrm>
                <a:off x="3284916" y="3155577"/>
                <a:ext cx="2786608" cy="2373004"/>
              </a:xfrm>
              <a:prstGeom prst="parallelogram">
                <a:avLst>
                  <a:gd name="adj" fmla="val 14072"/>
                </a:avLst>
              </a:prstGeom>
              <a:gradFill flip="none" rotWithShape="1">
                <a:gsLst>
                  <a:gs pos="42000">
                    <a:schemeClr val="accent2"/>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6" name="组合 5"/>
            <p:cNvGrpSpPr/>
            <p:nvPr/>
          </p:nvGrpSpPr>
          <p:grpSpPr>
            <a:xfrm>
              <a:off x="4231335" y="-5494700"/>
              <a:ext cx="3004456" cy="3933373"/>
              <a:chOff x="5923948" y="2073419"/>
              <a:chExt cx="3004456" cy="3933373"/>
            </a:xfrm>
          </p:grpSpPr>
          <p:sp>
            <p:nvSpPr>
              <p:cNvPr id="18" name="平行四边形 17"/>
              <p:cNvSpPr/>
              <p:nvPr/>
            </p:nvSpPr>
            <p:spPr>
              <a:xfrm>
                <a:off x="5923948" y="2073419"/>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19" name="图片 18"/>
              <p:cNvPicPr/>
              <p:nvPr/>
            </p:nvPicPr>
            <p:blipFill rotWithShape="1">
              <a:blip r:embed="rId5" cstate="print">
                <a:extLst>
                  <a:ext uri="{28A0092B-C50C-407E-A947-70E740481C1C}">
                    <a14:useLocalDpi xmlns:a14="http://schemas.microsoft.com/office/drawing/2010/main" val="0"/>
                  </a:ext>
                </a:extLst>
              </a:blip>
              <a:srcRect l="24526" r="24526"/>
              <a:stretch>
                <a:fillRect/>
              </a:stretch>
            </p:blipFill>
            <p:spPr>
              <a:xfrm>
                <a:off x="6207747" y="2247240"/>
                <a:ext cx="2516111" cy="3294041"/>
              </a:xfrm>
              <a:prstGeom prst="parallelogram">
                <a:avLst>
                  <a:gd name="adj" fmla="val 17392"/>
                </a:avLst>
              </a:prstGeom>
            </p:spPr>
          </p:pic>
          <p:sp>
            <p:nvSpPr>
              <p:cNvPr id="20" name="平行四边形 19"/>
              <p:cNvSpPr/>
              <p:nvPr/>
            </p:nvSpPr>
            <p:spPr>
              <a:xfrm>
                <a:off x="5923948" y="3633788"/>
                <a:ext cx="2786608" cy="2373004"/>
              </a:xfrm>
              <a:prstGeom prst="parallelogram">
                <a:avLst>
                  <a:gd name="adj" fmla="val 14072"/>
                </a:avLst>
              </a:prstGeom>
              <a:gradFill flip="none" rotWithShape="1">
                <a:gsLst>
                  <a:gs pos="42000">
                    <a:schemeClr val="accent3">
                      <a:lumMod val="100000"/>
                    </a:schemeClr>
                  </a:gs>
                  <a:gs pos="100000">
                    <a:schemeClr val="accent1">
                      <a:lumMod val="60000"/>
                      <a:lumOff val="4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6986479" y="-6074509"/>
              <a:ext cx="3018970" cy="4034971"/>
              <a:chOff x="8679092" y="1493610"/>
              <a:chExt cx="3018970" cy="4034971"/>
            </a:xfrm>
          </p:grpSpPr>
          <p:sp>
            <p:nvSpPr>
              <p:cNvPr id="8" name="平行四边形 7"/>
              <p:cNvSpPr/>
              <p:nvPr/>
            </p:nvSpPr>
            <p:spPr>
              <a:xfrm>
                <a:off x="8693606" y="1493610"/>
                <a:ext cx="3004456" cy="3933372"/>
              </a:xfrm>
              <a:prstGeom prst="parallelogram">
                <a:avLst>
                  <a:gd name="adj" fmla="val 17845"/>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endParaRPr lang="zh-CN" altLang="en-US" sz="2000" b="1">
                  <a:solidFill>
                    <a:srgbClr val="FFFFFF"/>
                  </a:solidFill>
                </a:endParaRPr>
              </a:p>
            </p:txBody>
          </p:sp>
          <p:pic>
            <p:nvPicPr>
              <p:cNvPr id="9" name="图片 8"/>
              <p:cNvPicPr/>
              <p:nvPr/>
            </p:nvPicPr>
            <p:blipFill rotWithShape="1">
              <a:blip r:embed="rId6" cstate="print">
                <a:extLst>
                  <a:ext uri="{28A0092B-C50C-407E-A947-70E740481C1C}">
                    <a14:useLocalDpi xmlns:a14="http://schemas.microsoft.com/office/drawing/2010/main" val="0"/>
                  </a:ext>
                </a:extLst>
              </a:blip>
              <a:srcRect l="48216" r="862"/>
              <a:stretch>
                <a:fillRect/>
              </a:stretch>
            </p:blipFill>
            <p:spPr>
              <a:xfrm>
                <a:off x="8964705" y="1654731"/>
                <a:ext cx="2516111" cy="3294041"/>
              </a:xfrm>
              <a:prstGeom prst="parallelogram">
                <a:avLst>
                  <a:gd name="adj" fmla="val 17392"/>
                </a:avLst>
              </a:prstGeom>
            </p:spPr>
          </p:pic>
          <p:sp>
            <p:nvSpPr>
              <p:cNvPr id="10" name="平行四边形 9"/>
              <p:cNvSpPr/>
              <p:nvPr/>
            </p:nvSpPr>
            <p:spPr>
              <a:xfrm>
                <a:off x="8679092" y="3155577"/>
                <a:ext cx="2786608" cy="2373004"/>
              </a:xfrm>
              <a:prstGeom prst="parallelogram">
                <a:avLst>
                  <a:gd name="adj" fmla="val 14072"/>
                </a:avLst>
              </a:prstGeom>
              <a:gradFill>
                <a:gsLst>
                  <a:gs pos="42000">
                    <a:schemeClr val="accent4"/>
                  </a:gs>
                  <a:gs pos="100000">
                    <a:schemeClr val="accent1">
                      <a:lumMod val="60000"/>
                      <a:lumOff val="4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33" name="文本占位符 374"/>
          <p:cNvSpPr>
            <a:spLocks noGrp="1"/>
          </p:cNvSpPr>
          <p:nvPr>
            <p:ph type="body" sz="quarter" idx="21" hasCustomPrompt="1"/>
          </p:nvPr>
        </p:nvSpPr>
        <p:spPr>
          <a:xfrm>
            <a:off x="1315735" y="4873952"/>
            <a:ext cx="1310562" cy="314561"/>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3" hasCustomPrompt="1"/>
          </p:nvPr>
        </p:nvSpPr>
        <p:spPr>
          <a:xfrm>
            <a:off x="976894" y="5400201"/>
            <a:ext cx="1813941" cy="1232844"/>
          </a:xfrm>
          <a:prstGeom prst="rect">
            <a:avLst/>
          </a:prstGeom>
        </p:spPr>
        <p:txBody>
          <a:bodyPr/>
          <a:lstStyle>
            <a:lvl1pPr marL="0" indent="0" algn="ctr">
              <a:buNone/>
              <a:defRPr sz="1000" b="0">
                <a:solidFill>
                  <a:schemeClr val="accent1"/>
                </a:solidFill>
                <a:latin typeface="+mj-ea"/>
                <a:ea typeface="+mj-ea"/>
              </a:defRPr>
            </a:lvl1pPr>
          </a:lstStyle>
          <a:p>
            <a:pPr lvl="0"/>
            <a:r>
              <a:rPr lang="zh-CN" altLang="en-US" dirty="0"/>
              <a:t>请输入文本</a:t>
            </a:r>
            <a:endParaRPr lang="zh-CN" altLang="en-US" dirty="0"/>
          </a:p>
        </p:txBody>
      </p:sp>
      <p:sp>
        <p:nvSpPr>
          <p:cNvPr id="3" name="文本占位符 374"/>
          <p:cNvSpPr>
            <a:spLocks noGrp="1"/>
          </p:cNvSpPr>
          <p:nvPr>
            <p:ph type="body" sz="quarter" idx="24" hasCustomPrompt="1"/>
          </p:nvPr>
        </p:nvSpPr>
        <p:spPr>
          <a:xfrm>
            <a:off x="4172893" y="4607429"/>
            <a:ext cx="1283768" cy="287771"/>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6" name="文本占位符 374"/>
          <p:cNvSpPr>
            <a:spLocks noGrp="1"/>
          </p:cNvSpPr>
          <p:nvPr>
            <p:ph type="body" sz="quarter" idx="25" hasCustomPrompt="1"/>
          </p:nvPr>
        </p:nvSpPr>
        <p:spPr>
          <a:xfrm>
            <a:off x="3642720" y="5085640"/>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7" name="文本占位符 374"/>
          <p:cNvSpPr>
            <a:spLocks noGrp="1"/>
          </p:cNvSpPr>
          <p:nvPr>
            <p:ph type="body" sz="quarter" idx="26" hasCustomPrompt="1"/>
          </p:nvPr>
        </p:nvSpPr>
        <p:spPr>
          <a:xfrm>
            <a:off x="9283355" y="4505832"/>
            <a:ext cx="1199073" cy="287770"/>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27" hasCustomPrompt="1"/>
          </p:nvPr>
        </p:nvSpPr>
        <p:spPr>
          <a:xfrm>
            <a:off x="9043127" y="4984041"/>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2" name="文本占位符 374"/>
          <p:cNvSpPr>
            <a:spLocks noGrp="1"/>
          </p:cNvSpPr>
          <p:nvPr>
            <p:ph type="body" sz="quarter" idx="28" hasCustomPrompt="1"/>
          </p:nvPr>
        </p:nvSpPr>
        <p:spPr>
          <a:xfrm>
            <a:off x="6854878" y="4873952"/>
            <a:ext cx="1215581" cy="335809"/>
          </a:xfrm>
          <a:prstGeom prst="rect">
            <a:avLst/>
          </a:prstGeom>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6" name="文本占位符 374"/>
          <p:cNvSpPr>
            <a:spLocks noGrp="1"/>
          </p:cNvSpPr>
          <p:nvPr>
            <p:ph type="body" sz="quarter" idx="29" hasCustomPrompt="1"/>
          </p:nvPr>
        </p:nvSpPr>
        <p:spPr>
          <a:xfrm>
            <a:off x="6324706" y="5400201"/>
            <a:ext cx="1813941" cy="1232844"/>
          </a:xfrm>
          <a:prstGeom prst="rect">
            <a:avLst/>
          </a:prstGeom>
        </p:spPr>
        <p:txBody>
          <a:bodyPr/>
          <a:lstStyle>
            <a:lvl1pPr marL="0" indent="0" algn="ctr">
              <a:buNone/>
              <a:defRPr sz="1000" b="0">
                <a:solidFill>
                  <a:schemeClr val="accent1"/>
                </a:solidFill>
                <a:latin typeface="+mj-ea"/>
                <a:ea typeface="+mj-ea"/>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35" name="直接连接符 3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3"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4" name="图片 13" descr="资源 1@3x"/>
          <p:cNvPicPr>
            <a:picLocks noChangeAspect="1"/>
          </p:cNvPicPr>
          <p:nvPr userDrawn="1"/>
        </p:nvPicPr>
        <p:blipFill>
          <a:blip r:embed="rId7"/>
          <a:stretch>
            <a:fillRect/>
          </a:stretch>
        </p:blipFill>
        <p:spPr>
          <a:xfrm>
            <a:off x="10414000" y="386715"/>
            <a:ext cx="1228090" cy="318135"/>
          </a:xfrm>
          <a:prstGeom prst="rect">
            <a:avLst/>
          </a:prstGeom>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图表-1">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0"/>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07" name="文本占位符 374"/>
          <p:cNvSpPr>
            <a:spLocks noGrp="1"/>
          </p:cNvSpPr>
          <p:nvPr>
            <p:ph type="body" sz="quarter" idx="21" hasCustomPrompt="1"/>
          </p:nvPr>
        </p:nvSpPr>
        <p:spPr>
          <a:xfrm>
            <a:off x="800192" y="4823056"/>
            <a:ext cx="1382543"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408" name="文本占位符 374"/>
          <p:cNvSpPr>
            <a:spLocks noGrp="1"/>
          </p:cNvSpPr>
          <p:nvPr>
            <p:ph type="body" sz="quarter" idx="22" hasCustomPrompt="1"/>
          </p:nvPr>
        </p:nvSpPr>
        <p:spPr>
          <a:xfrm>
            <a:off x="800193"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p:txBody>
      </p:sp>
      <p:grpSp>
        <p:nvGrpSpPr>
          <p:cNvPr id="2" name="组合 1"/>
          <p:cNvGrpSpPr/>
          <p:nvPr userDrawn="1"/>
        </p:nvGrpSpPr>
        <p:grpSpPr>
          <a:xfrm>
            <a:off x="659418" y="1476404"/>
            <a:ext cx="10858497" cy="4935039"/>
            <a:chOff x="660399" y="1130301"/>
            <a:chExt cx="10858497" cy="4935039"/>
          </a:xfrm>
        </p:grpSpPr>
        <p:grpSp>
          <p:nvGrpSpPr>
            <p:cNvPr id="3" name="组合 2"/>
            <p:cNvGrpSpPr/>
            <p:nvPr/>
          </p:nvGrpSpPr>
          <p:grpSpPr>
            <a:xfrm>
              <a:off x="672569" y="4384462"/>
              <a:ext cx="8989947" cy="1680878"/>
              <a:chOff x="672569" y="3368122"/>
              <a:chExt cx="8989947" cy="1680878"/>
            </a:xfrm>
          </p:grpSpPr>
          <p:grpSp>
            <p:nvGrpSpPr>
              <p:cNvPr id="6" name="组合 5"/>
              <p:cNvGrpSpPr/>
              <p:nvPr/>
            </p:nvGrpSpPr>
            <p:grpSpPr>
              <a:xfrm>
                <a:off x="4231547" y="3429000"/>
                <a:ext cx="3716206" cy="1620000"/>
                <a:chOff x="4227292" y="3429000"/>
                <a:chExt cx="3716206" cy="1620000"/>
              </a:xfrm>
            </p:grpSpPr>
            <p:cxnSp>
              <p:nvCxnSpPr>
                <p:cNvPr id="28" name="直接连接符 27"/>
                <p:cNvCxnSpPr/>
                <p:nvPr/>
              </p:nvCxnSpPr>
              <p:spPr>
                <a:xfrm>
                  <a:off x="4227292" y="3429000"/>
                  <a:ext cx="0" cy="1620000"/>
                </a:xfrm>
                <a:prstGeom prst="line">
                  <a:avLst/>
                </a:prstGeom>
                <a:ln w="12700" cap="rnd">
                  <a:solidFill>
                    <a:schemeClr val="tx2">
                      <a:alpha val="4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943498" y="3429000"/>
                  <a:ext cx="0" cy="1620000"/>
                </a:xfrm>
                <a:prstGeom prst="line">
                  <a:avLst/>
                </a:prstGeom>
                <a:ln w="12700" cap="rnd">
                  <a:solidFill>
                    <a:schemeClr val="tx2">
                      <a:alpha val="4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672569" y="3368122"/>
                <a:ext cx="8989947" cy="726977"/>
                <a:chOff x="672569" y="3368122"/>
                <a:chExt cx="8989947" cy="726977"/>
              </a:xfrm>
            </p:grpSpPr>
            <p:sp>
              <p:nvSpPr>
                <p:cNvPr id="24" name="矩形 23"/>
                <p:cNvSpPr/>
                <p:nvPr/>
              </p:nvSpPr>
              <p:spPr bwMode="auto">
                <a:xfrm>
                  <a:off x="67256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sp>
              <p:nvSpPr>
                <p:cNvPr id="20" name="矩形 19"/>
                <p:cNvSpPr/>
                <p:nvPr/>
              </p:nvSpPr>
              <p:spPr bwMode="auto">
                <a:xfrm>
                  <a:off x="442880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sp>
              <p:nvSpPr>
                <p:cNvPr id="17" name="矩形 16"/>
                <p:cNvSpPr/>
                <p:nvPr/>
              </p:nvSpPr>
              <p:spPr bwMode="auto">
                <a:xfrm>
                  <a:off x="8185049" y="3368122"/>
                  <a:ext cx="1477467" cy="726977"/>
                </a:xfrm>
                <a:prstGeom prst="rect">
                  <a:avLst/>
                </a:prstGeom>
                <a:noFill/>
                <a:ln>
                  <a:noFill/>
                </a:ln>
              </p:spPr>
              <p:txBody>
                <a:bodyPr wrap="none" lIns="90000" tIns="46800" rIns="90000" bIns="46800" anchor="ctr">
                  <a:normAutofit/>
                </a:bodyPr>
                <a:lstStyle/>
                <a:p>
                  <a:pPr algn="l"/>
                  <a:endParaRPr lang="en-US" sz="3600" b="1" dirty="0">
                    <a:solidFill>
                      <a:schemeClr val="accent3">
                        <a:lumMod val="100000"/>
                      </a:schemeClr>
                    </a:solidFill>
                  </a:endParaRPr>
                </a:p>
              </p:txBody>
            </p:sp>
          </p:grpSp>
        </p:grpSp>
        <p:sp>
          <p:nvSpPr>
            <p:cNvPr id="4" name="矩形 3"/>
            <p:cNvSpPr/>
            <p:nvPr/>
          </p:nvSpPr>
          <p:spPr>
            <a:xfrm>
              <a:off x="660399" y="1130301"/>
              <a:ext cx="10858497" cy="488994"/>
            </a:xfrm>
            <a:prstGeom prst="rect">
              <a:avLst/>
            </a:prstGeom>
          </p:spPr>
          <p:txBody>
            <a:bodyPr wrap="square" anchor="t" anchorCtr="0">
              <a:normAutofit/>
            </a:bodyPr>
            <a:lstStyle/>
            <a:p>
              <a:pPr algn="ctr">
                <a:buSzPct val="25000"/>
              </a:pPr>
              <a:endParaRPr lang="en-US" dirty="0"/>
            </a:p>
          </p:txBody>
        </p:sp>
      </p:grpSp>
      <p:sp>
        <p:nvSpPr>
          <p:cNvPr id="30" name="文本占位符 374"/>
          <p:cNvSpPr>
            <a:spLocks noGrp="1"/>
          </p:cNvSpPr>
          <p:nvPr>
            <p:ph type="body" sz="quarter" idx="23" hasCustomPrompt="1"/>
          </p:nvPr>
        </p:nvSpPr>
        <p:spPr>
          <a:xfrm>
            <a:off x="4532422" y="4823056"/>
            <a:ext cx="1314576"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1" name="文本占位符 374"/>
          <p:cNvSpPr>
            <a:spLocks noGrp="1"/>
          </p:cNvSpPr>
          <p:nvPr>
            <p:ph type="body" sz="quarter" idx="24" hasCustomPrompt="1"/>
          </p:nvPr>
        </p:nvSpPr>
        <p:spPr>
          <a:xfrm>
            <a:off x="4532423"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2" name="文本占位符 374"/>
          <p:cNvSpPr>
            <a:spLocks noGrp="1"/>
          </p:cNvSpPr>
          <p:nvPr>
            <p:ph type="body" sz="quarter" idx="25" hasCustomPrompt="1"/>
          </p:nvPr>
        </p:nvSpPr>
        <p:spPr>
          <a:xfrm>
            <a:off x="8302975" y="4823056"/>
            <a:ext cx="1260228" cy="265112"/>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3" name="文本占位符 374"/>
          <p:cNvSpPr>
            <a:spLocks noGrp="1"/>
          </p:cNvSpPr>
          <p:nvPr>
            <p:ph type="body" sz="quarter" idx="26" hasCustomPrompt="1"/>
          </p:nvPr>
        </p:nvSpPr>
        <p:spPr>
          <a:xfrm>
            <a:off x="8302975" y="5165152"/>
            <a:ext cx="1813941" cy="907068"/>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请输入文本请输入文本</a:t>
            </a:r>
            <a:endParaRPr lang="zh-CN" altLang="en-US" dirty="0"/>
          </a:p>
          <a:p>
            <a:pPr lvl="0"/>
            <a:endParaRPr lang="zh-CN" altLang="en-US" dirty="0"/>
          </a:p>
        </p:txBody>
      </p:sp>
      <p:sp>
        <p:nvSpPr>
          <p:cNvPr id="34" name="文本占位符 374"/>
          <p:cNvSpPr>
            <a:spLocks noGrp="1"/>
          </p:cNvSpPr>
          <p:nvPr>
            <p:ph type="body" sz="quarter" idx="27" hasCustomPrompt="1"/>
          </p:nvPr>
        </p:nvSpPr>
        <p:spPr>
          <a:xfrm>
            <a:off x="5597085" y="1720901"/>
            <a:ext cx="1064662" cy="265112"/>
          </a:xfrm>
          <a:prstGeom prst="rect">
            <a:avLst/>
          </a:prstGeom>
        </p:spPr>
        <p:txBody>
          <a:bodyPr/>
          <a:lstStyle>
            <a:lvl1pPr marL="0" indent="0">
              <a:buNone/>
              <a:defRPr sz="1600" b="1">
                <a:solidFill>
                  <a:schemeClr val="accent3">
                    <a:lumMod val="100000"/>
                  </a:schemeClr>
                </a:solidFill>
                <a:latin typeface="+mj-ea"/>
                <a:ea typeface="+mj-ea"/>
              </a:defRPr>
            </a:lvl1pPr>
          </a:lstStyle>
          <a:p>
            <a:pPr lvl="0"/>
            <a:r>
              <a:rPr lang="zh-CN" altLang="en-US" dirty="0"/>
              <a:t>表格名称</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图表-2">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19050" y="-7886"/>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6630405" y="2402307"/>
            <a:ext cx="4581585" cy="3200208"/>
          </a:xfrm>
          <a:prstGeom prst="rect">
            <a:avLst/>
          </a:prstGeom>
          <a:solidFill>
            <a:schemeClr val="tx1">
              <a:lumMod val="95000"/>
              <a:lumOff val="5000"/>
              <a:alpha val="2000"/>
            </a:schemeClr>
          </a:solid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a:solidFill>
                <a:schemeClr val="tx1">
                  <a:lumMod val="95000"/>
                  <a:lumOff val="5000"/>
                </a:schemeClr>
              </a:solidFill>
            </a:endParaRPr>
          </a:p>
        </p:txBody>
      </p:sp>
      <p:sp>
        <p:nvSpPr>
          <p:cNvPr id="4" name="矩形 3"/>
          <p:cNvSpPr/>
          <p:nvPr userDrawn="1"/>
        </p:nvSpPr>
        <p:spPr>
          <a:xfrm>
            <a:off x="10829089" y="2137901"/>
            <a:ext cx="603239" cy="6229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9" name="文本占位符 374"/>
          <p:cNvSpPr>
            <a:spLocks noGrp="1"/>
          </p:cNvSpPr>
          <p:nvPr>
            <p:ph type="body" sz="quarter" idx="31" hasCustomPrompt="1"/>
          </p:nvPr>
        </p:nvSpPr>
        <p:spPr>
          <a:xfrm>
            <a:off x="6951667" y="2760862"/>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10" name="文本占位符 374"/>
          <p:cNvSpPr>
            <a:spLocks noGrp="1"/>
          </p:cNvSpPr>
          <p:nvPr>
            <p:ph type="body" sz="quarter" idx="32" hasCustomPrompt="1"/>
          </p:nvPr>
        </p:nvSpPr>
        <p:spPr>
          <a:xfrm>
            <a:off x="6951668" y="323823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6" name="文本占位符 374"/>
          <p:cNvSpPr>
            <a:spLocks noGrp="1"/>
          </p:cNvSpPr>
          <p:nvPr>
            <p:ph type="body" sz="quarter" idx="33" hasCustomPrompt="1"/>
          </p:nvPr>
        </p:nvSpPr>
        <p:spPr>
          <a:xfrm>
            <a:off x="6951667" y="4106941"/>
            <a:ext cx="1319029" cy="359405"/>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17" name="文本占位符 374"/>
          <p:cNvSpPr>
            <a:spLocks noGrp="1"/>
          </p:cNvSpPr>
          <p:nvPr>
            <p:ph type="body" sz="quarter" idx="34" hasCustomPrompt="1"/>
          </p:nvPr>
        </p:nvSpPr>
        <p:spPr>
          <a:xfrm>
            <a:off x="6951668" y="4597448"/>
            <a:ext cx="1882812" cy="414231"/>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18" name="直接连接符 1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图表-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文本占位符 374"/>
          <p:cNvSpPr>
            <a:spLocks noGrp="1"/>
          </p:cNvSpPr>
          <p:nvPr>
            <p:ph type="body" sz="quarter" idx="31" hasCustomPrompt="1"/>
          </p:nvPr>
        </p:nvSpPr>
        <p:spPr>
          <a:xfrm>
            <a:off x="6951667" y="2760862"/>
            <a:ext cx="1216287" cy="346274"/>
          </a:xfrm>
          <a:prstGeom prst="rect">
            <a:avLst/>
          </a:prstGeom>
        </p:spPr>
        <p:txBody>
          <a:bodyPr/>
          <a:lstStyle>
            <a:lvl1pPr marL="0" indent="0">
              <a:buNone/>
              <a:defRPr sz="2000" b="1">
                <a:solidFill>
                  <a:schemeClr val="accent3">
                    <a:lumMod val="100000"/>
                  </a:schemeClr>
                </a:solidFill>
                <a:latin typeface="+mj-ea"/>
                <a:ea typeface="+mj-ea"/>
              </a:defRPr>
            </a:lvl1pPr>
          </a:lstStyle>
          <a:p>
            <a:pPr lvl="0"/>
            <a:r>
              <a:rPr lang="zh-CN" altLang="en-US" dirty="0"/>
              <a:t>二级标题</a:t>
            </a:r>
            <a:endParaRPr lang="zh-CN" altLang="en-US" dirty="0"/>
          </a:p>
        </p:txBody>
      </p:sp>
      <p:sp>
        <p:nvSpPr>
          <p:cNvPr id="3" name="文本占位符 374"/>
          <p:cNvSpPr>
            <a:spLocks noGrp="1"/>
          </p:cNvSpPr>
          <p:nvPr>
            <p:ph type="body" sz="quarter" idx="32" hasCustomPrompt="1"/>
          </p:nvPr>
        </p:nvSpPr>
        <p:spPr>
          <a:xfrm>
            <a:off x="6951668" y="3238238"/>
            <a:ext cx="2038220"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8" name="直接连接符 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6"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图表-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文本占位符 374"/>
          <p:cNvSpPr>
            <a:spLocks noGrp="1"/>
          </p:cNvSpPr>
          <p:nvPr>
            <p:ph type="body" sz="quarter" idx="20" hasCustomPrompt="1"/>
          </p:nvPr>
        </p:nvSpPr>
        <p:spPr>
          <a:xfrm>
            <a:off x="1007629" y="5910061"/>
            <a:ext cx="2440480" cy="284999"/>
          </a:xfrm>
          <a:prstGeom prst="rect">
            <a:avLst/>
          </a:prstGeom>
        </p:spPr>
        <p:txBody>
          <a:bodyPr/>
          <a:lstStyle>
            <a:lvl1pPr marL="0" indent="0" algn="ctr">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图表-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4" name="椭圆 3"/>
          <p:cNvSpPr/>
          <p:nvPr userDrawn="1"/>
        </p:nvSpPr>
        <p:spPr>
          <a:xfrm>
            <a:off x="1002047" y="2621913"/>
            <a:ext cx="612530" cy="612528"/>
          </a:xfrm>
          <a:prstGeom prst="ellipse">
            <a:avLst/>
          </a:prstGeom>
          <a:solidFill>
            <a:schemeClr val="accent3"/>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rPr>
              <a:t>01</a:t>
            </a:r>
            <a:endPar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5" name="直接连接符 4"/>
          <p:cNvCxnSpPr/>
          <p:nvPr userDrawn="1"/>
        </p:nvCxnSpPr>
        <p:spPr>
          <a:xfrm>
            <a:off x="983736" y="3516939"/>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6" name="椭圆 5"/>
          <p:cNvSpPr/>
          <p:nvPr userDrawn="1"/>
        </p:nvSpPr>
        <p:spPr>
          <a:xfrm>
            <a:off x="1002047" y="3768663"/>
            <a:ext cx="612530" cy="612528"/>
          </a:xfrm>
          <a:prstGeom prst="ellipse">
            <a:avLst/>
          </a:prstGeom>
          <a:solidFill>
            <a:schemeClr val="accent3">
              <a:lumMod val="100000"/>
            </a:schemeClr>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rPr>
              <a:t>02</a:t>
            </a:r>
            <a:endParaRPr lang="en-US" altLang="zh-CN" b="1"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7" name="直接连接符 6"/>
          <p:cNvCxnSpPr/>
          <p:nvPr userDrawn="1"/>
        </p:nvCxnSpPr>
        <p:spPr>
          <a:xfrm>
            <a:off x="983736" y="4635757"/>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8" name="椭圆 7"/>
          <p:cNvSpPr/>
          <p:nvPr userDrawn="1"/>
        </p:nvSpPr>
        <p:spPr>
          <a:xfrm>
            <a:off x="1002047" y="4915413"/>
            <a:ext cx="612530" cy="612528"/>
          </a:xfrm>
          <a:prstGeom prst="ellipse">
            <a:avLst/>
          </a:prstGeom>
          <a:solidFill>
            <a:schemeClr val="accent3"/>
          </a:solidFill>
          <a:ln w="158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buSzPct val="25000"/>
            </a:pPr>
            <a:r>
              <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rPr>
              <a:t>03</a:t>
            </a:r>
            <a:endParaRPr lang="en-US" altLang="zh-CN" b="1" dirty="0">
              <a:solidFill>
                <a:schemeClr val="tx2"/>
              </a:solidFill>
              <a:latin typeface="Arial" panose="020B0604020202020204" pitchFamily="34" charset="0"/>
              <a:ea typeface="微软雅黑" panose="020B0503020204020204" pitchFamily="34" charset="-122"/>
              <a:sym typeface="Arial" panose="020B0604020202020204" pitchFamily="34" charset="0"/>
            </a:endParaRPr>
          </a:p>
        </p:txBody>
      </p:sp>
      <p:cxnSp>
        <p:nvCxnSpPr>
          <p:cNvPr id="9" name="直接连接符 8"/>
          <p:cNvCxnSpPr/>
          <p:nvPr userDrawn="1"/>
        </p:nvCxnSpPr>
        <p:spPr>
          <a:xfrm>
            <a:off x="983736" y="5740061"/>
            <a:ext cx="5734564" cy="0"/>
          </a:xfrm>
          <a:prstGeom prst="line">
            <a:avLst/>
          </a:prstGeom>
          <a:ln w="15875" cap="rnd">
            <a:solidFill>
              <a:schemeClr val="tx2">
                <a:alpha val="50000"/>
              </a:schemeClr>
            </a:solidFill>
            <a:round/>
            <a:headEnd type="none" w="lg" len="lg"/>
            <a:tailEnd w="lg" len="lg"/>
          </a:ln>
        </p:spPr>
        <p:style>
          <a:lnRef idx="1">
            <a:schemeClr val="accent1"/>
          </a:lnRef>
          <a:fillRef idx="0">
            <a:schemeClr val="accent1"/>
          </a:fillRef>
          <a:effectRef idx="0">
            <a:schemeClr val="accent1"/>
          </a:effectRef>
          <a:fontRef idx="minor">
            <a:schemeClr val="tx1"/>
          </a:fontRef>
        </p:style>
      </p:cxnSp>
      <p:sp>
        <p:nvSpPr>
          <p:cNvPr id="27" name="文本占位符 6"/>
          <p:cNvSpPr>
            <a:spLocks noGrp="1"/>
          </p:cNvSpPr>
          <p:nvPr>
            <p:ph type="body" sz="quarter" idx="17" hasCustomPrompt="1"/>
          </p:nvPr>
        </p:nvSpPr>
        <p:spPr>
          <a:xfrm>
            <a:off x="1790728" y="3073279"/>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28" name="文本占位符 6"/>
          <p:cNvSpPr>
            <a:spLocks noGrp="1"/>
          </p:cNvSpPr>
          <p:nvPr>
            <p:ph type="body" sz="quarter" idx="15" hasCustomPrompt="1"/>
          </p:nvPr>
        </p:nvSpPr>
        <p:spPr>
          <a:xfrm>
            <a:off x="1790728" y="2650106"/>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29" name="文本占位符 6"/>
          <p:cNvSpPr>
            <a:spLocks noGrp="1"/>
          </p:cNvSpPr>
          <p:nvPr>
            <p:ph type="body" sz="quarter" idx="18" hasCustomPrompt="1"/>
          </p:nvPr>
        </p:nvSpPr>
        <p:spPr>
          <a:xfrm>
            <a:off x="1790728" y="4193106"/>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0" name="文本占位符 6"/>
          <p:cNvSpPr>
            <a:spLocks noGrp="1"/>
          </p:cNvSpPr>
          <p:nvPr>
            <p:ph type="body" sz="quarter" idx="19" hasCustomPrompt="1"/>
          </p:nvPr>
        </p:nvSpPr>
        <p:spPr>
          <a:xfrm>
            <a:off x="1790728" y="3769933"/>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sp>
        <p:nvSpPr>
          <p:cNvPr id="31" name="文本占位符 6"/>
          <p:cNvSpPr>
            <a:spLocks noGrp="1"/>
          </p:cNvSpPr>
          <p:nvPr>
            <p:ph type="body" sz="quarter" idx="20" hasCustomPrompt="1"/>
          </p:nvPr>
        </p:nvSpPr>
        <p:spPr>
          <a:xfrm>
            <a:off x="1790728" y="5287096"/>
            <a:ext cx="3905248" cy="437185"/>
          </a:xfrm>
          <a:prstGeom prst="rect">
            <a:avLst/>
          </a:prstGeom>
        </p:spPr>
        <p:txBody>
          <a:bodyPr/>
          <a:lstStyle>
            <a:lvl1pPr marL="0" indent="0">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a:t>
            </a:r>
            <a:endParaRPr lang="zh-CN" altLang="en-US" dirty="0"/>
          </a:p>
          <a:p>
            <a:pPr lvl="0"/>
            <a:endParaRPr lang="zh-CN" altLang="en-US" dirty="0"/>
          </a:p>
        </p:txBody>
      </p:sp>
      <p:sp>
        <p:nvSpPr>
          <p:cNvPr id="32" name="文本占位符 6"/>
          <p:cNvSpPr>
            <a:spLocks noGrp="1"/>
          </p:cNvSpPr>
          <p:nvPr>
            <p:ph type="body" sz="quarter" idx="21" hasCustomPrompt="1"/>
          </p:nvPr>
        </p:nvSpPr>
        <p:spPr>
          <a:xfrm>
            <a:off x="1790728" y="4863923"/>
            <a:ext cx="1403350" cy="342900"/>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图表-7">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72950" cy="6858000"/>
          </a:xfrm>
          <a:prstGeom prst="rect">
            <a:avLst/>
          </a:prstGeom>
        </p:spPr>
      </p:pic>
      <p:pic>
        <p:nvPicPr>
          <p:cNvPr id="2" name="图片 1"/>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7383331" y="486"/>
            <a:ext cx="4426213" cy="6857514"/>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4" name="组合 3"/>
          <p:cNvGrpSpPr/>
          <p:nvPr userDrawn="1"/>
        </p:nvGrpSpPr>
        <p:grpSpPr>
          <a:xfrm>
            <a:off x="1588194" y="2051167"/>
            <a:ext cx="3213100" cy="1572260"/>
            <a:chOff x="814" y="5647"/>
            <a:chExt cx="5060" cy="2476"/>
          </a:xfrm>
        </p:grpSpPr>
        <p:sp>
          <p:nvSpPr>
            <p:cNvPr id="5" name="圆角矩形 2"/>
            <p:cNvSpPr/>
            <p:nvPr/>
          </p:nvSpPr>
          <p:spPr>
            <a:xfrm>
              <a:off x="814" y="5647"/>
              <a:ext cx="5060" cy="1018"/>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ffectLst>
                  <a:reflection endPos="0" dist="12700" dir="5400000" sy="-100000" algn="bl" rotWithShape="0"/>
                </a:effectLst>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圆角矩形 8"/>
            <p:cNvSpPr/>
            <p:nvPr/>
          </p:nvSpPr>
          <p:spPr>
            <a:xfrm>
              <a:off x="814" y="7105"/>
              <a:ext cx="5059" cy="1018"/>
            </a:xfrm>
            <a:prstGeom prst="roundRect">
              <a:avLst>
                <a:gd name="adj" fmla="val 5000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ffectLst>
                  <a:reflection endPos="0" dist="12700" dir="5400000" sy="-100000" algn="bl" rotWithShape="0"/>
                </a:effectLst>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7" name="组合 6"/>
            <p:cNvGrpSpPr/>
            <p:nvPr/>
          </p:nvGrpSpPr>
          <p:grpSpPr>
            <a:xfrm>
              <a:off x="1532" y="5914"/>
              <a:ext cx="506" cy="1995"/>
              <a:chOff x="9652" y="4373"/>
              <a:chExt cx="506" cy="1995"/>
            </a:xfrm>
          </p:grpSpPr>
          <p:sp>
            <p:nvSpPr>
              <p:cNvPr id="8" name="Freeform: Shape 14"/>
              <p:cNvSpPr/>
              <p:nvPr/>
            </p:nvSpPr>
            <p:spPr>
              <a:xfrm>
                <a:off x="9652" y="4373"/>
                <a:ext cx="506" cy="552"/>
              </a:xfrm>
              <a:custGeom>
                <a:avLst/>
                <a:gdLst>
                  <a:gd name="connsiteX0" fmla="*/ 207388 w 237633"/>
                  <a:gd name="connsiteY0" fmla="*/ 218189 h 259234"/>
                  <a:gd name="connsiteX1" fmla="*/ 205228 w 237633"/>
                  <a:gd name="connsiteY1" fmla="*/ 238712 h 259234"/>
                  <a:gd name="connsiteX2" fmla="*/ 214949 w 237633"/>
                  <a:gd name="connsiteY2" fmla="*/ 227910 h 259234"/>
                  <a:gd name="connsiteX3" fmla="*/ 207388 w 237633"/>
                  <a:gd name="connsiteY3" fmla="*/ 218189 h 259234"/>
                  <a:gd name="connsiteX4" fmla="*/ 27004 w 237633"/>
                  <a:gd name="connsiteY4" fmla="*/ 218189 h 259234"/>
                  <a:gd name="connsiteX5" fmla="*/ 20523 w 237633"/>
                  <a:gd name="connsiteY5" fmla="*/ 227910 h 259234"/>
                  <a:gd name="connsiteX6" fmla="*/ 29164 w 237633"/>
                  <a:gd name="connsiteY6" fmla="*/ 238712 h 259234"/>
                  <a:gd name="connsiteX7" fmla="*/ 171743 w 237633"/>
                  <a:gd name="connsiteY7" fmla="*/ 184705 h 259234"/>
                  <a:gd name="connsiteX8" fmla="*/ 182545 w 237633"/>
                  <a:gd name="connsiteY8" fmla="*/ 195507 h 259234"/>
                  <a:gd name="connsiteX9" fmla="*/ 171743 w 237633"/>
                  <a:gd name="connsiteY9" fmla="*/ 206309 h 259234"/>
                  <a:gd name="connsiteX10" fmla="*/ 160941 w 237633"/>
                  <a:gd name="connsiteY10" fmla="*/ 195507 h 259234"/>
                  <a:gd name="connsiteX11" fmla="*/ 171743 w 237633"/>
                  <a:gd name="connsiteY11" fmla="*/ 184705 h 259234"/>
                  <a:gd name="connsiteX12" fmla="*/ 43206 w 237633"/>
                  <a:gd name="connsiteY12" fmla="*/ 173903 h 259234"/>
                  <a:gd name="connsiteX13" fmla="*/ 51847 w 237633"/>
                  <a:gd name="connsiteY13" fmla="*/ 238712 h 259234"/>
                  <a:gd name="connsiteX14" fmla="*/ 63728 w 237633"/>
                  <a:gd name="connsiteY14" fmla="*/ 238712 h 259234"/>
                  <a:gd name="connsiteX15" fmla="*/ 171744 w 237633"/>
                  <a:gd name="connsiteY15" fmla="*/ 238712 h 259234"/>
                  <a:gd name="connsiteX16" fmla="*/ 182545 w 237633"/>
                  <a:gd name="connsiteY16" fmla="*/ 238712 h 259234"/>
                  <a:gd name="connsiteX17" fmla="*/ 191186 w 237633"/>
                  <a:gd name="connsiteY17" fmla="*/ 173903 h 259234"/>
                  <a:gd name="connsiteX18" fmla="*/ 117737 w 237633"/>
                  <a:gd name="connsiteY18" fmla="*/ 130697 h 259234"/>
                  <a:gd name="connsiteX19" fmla="*/ 64809 w 237633"/>
                  <a:gd name="connsiteY19" fmla="*/ 152300 h 259234"/>
                  <a:gd name="connsiteX20" fmla="*/ 170664 w 237633"/>
                  <a:gd name="connsiteY20" fmla="*/ 152300 h 259234"/>
                  <a:gd name="connsiteX21" fmla="*/ 117737 w 237633"/>
                  <a:gd name="connsiteY21" fmla="*/ 130697 h 259234"/>
                  <a:gd name="connsiteX22" fmla="*/ 117737 w 237633"/>
                  <a:gd name="connsiteY22" fmla="*/ 22683 h 259234"/>
                  <a:gd name="connsiteX23" fmla="*/ 74530 w 237633"/>
                  <a:gd name="connsiteY23" fmla="*/ 65889 h 259234"/>
                  <a:gd name="connsiteX24" fmla="*/ 117737 w 237633"/>
                  <a:gd name="connsiteY24" fmla="*/ 109095 h 259234"/>
                  <a:gd name="connsiteX25" fmla="*/ 160942 w 237633"/>
                  <a:gd name="connsiteY25" fmla="*/ 65889 h 259234"/>
                  <a:gd name="connsiteX26" fmla="*/ 117737 w 237633"/>
                  <a:gd name="connsiteY26" fmla="*/ 22683 h 259234"/>
                  <a:gd name="connsiteX27" fmla="*/ 118817 w 237633"/>
                  <a:gd name="connsiteY27" fmla="*/ 0 h 259234"/>
                  <a:gd name="connsiteX28" fmla="*/ 183625 w 237633"/>
                  <a:gd name="connsiteY28" fmla="*/ 64809 h 259234"/>
                  <a:gd name="connsiteX29" fmla="*/ 157702 w 237633"/>
                  <a:gd name="connsiteY29" fmla="*/ 116656 h 259234"/>
                  <a:gd name="connsiteX30" fmla="*/ 199828 w 237633"/>
                  <a:gd name="connsiteY30" fmla="*/ 153380 h 259234"/>
                  <a:gd name="connsiteX31" fmla="*/ 208469 w 237633"/>
                  <a:gd name="connsiteY31" fmla="*/ 158781 h 259234"/>
                  <a:gd name="connsiteX32" fmla="*/ 213869 w 237633"/>
                  <a:gd name="connsiteY32" fmla="*/ 176064 h 259234"/>
                  <a:gd name="connsiteX33" fmla="*/ 211709 w 237633"/>
                  <a:gd name="connsiteY33" fmla="*/ 195506 h 259234"/>
                  <a:gd name="connsiteX34" fmla="*/ 237633 w 237633"/>
                  <a:gd name="connsiteY34" fmla="*/ 226830 h 259234"/>
                  <a:gd name="connsiteX35" fmla="*/ 205228 w 237633"/>
                  <a:gd name="connsiteY35" fmla="*/ 259234 h 259234"/>
                  <a:gd name="connsiteX36" fmla="*/ 184705 w 237633"/>
                  <a:gd name="connsiteY36" fmla="*/ 259234 h 259234"/>
                  <a:gd name="connsiteX37" fmla="*/ 172824 w 237633"/>
                  <a:gd name="connsiteY37" fmla="*/ 259234 h 259234"/>
                  <a:gd name="connsiteX38" fmla="*/ 64809 w 237633"/>
                  <a:gd name="connsiteY38" fmla="*/ 259234 h 259234"/>
                  <a:gd name="connsiteX39" fmla="*/ 52927 w 237633"/>
                  <a:gd name="connsiteY39" fmla="*/ 259234 h 259234"/>
                  <a:gd name="connsiteX40" fmla="*/ 32404 w 237633"/>
                  <a:gd name="connsiteY40" fmla="*/ 259234 h 259234"/>
                  <a:gd name="connsiteX41" fmla="*/ 0 w 237633"/>
                  <a:gd name="connsiteY41" fmla="*/ 226830 h 259234"/>
                  <a:gd name="connsiteX42" fmla="*/ 25923 w 237633"/>
                  <a:gd name="connsiteY42" fmla="*/ 195506 h 259234"/>
                  <a:gd name="connsiteX43" fmla="*/ 23763 w 237633"/>
                  <a:gd name="connsiteY43" fmla="*/ 176064 h 259234"/>
                  <a:gd name="connsiteX44" fmla="*/ 29164 w 237633"/>
                  <a:gd name="connsiteY44" fmla="*/ 158781 h 259234"/>
                  <a:gd name="connsiteX45" fmla="*/ 37805 w 237633"/>
                  <a:gd name="connsiteY45" fmla="*/ 153380 h 259234"/>
                  <a:gd name="connsiteX46" fmla="*/ 79931 w 237633"/>
                  <a:gd name="connsiteY46" fmla="*/ 116656 h 259234"/>
                  <a:gd name="connsiteX47" fmla="*/ 54007 w 237633"/>
                  <a:gd name="connsiteY47" fmla="*/ 64809 h 259234"/>
                  <a:gd name="connsiteX48" fmla="*/ 118817 w 237633"/>
                  <a:gd name="connsiteY48" fmla="*/ 0 h 259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37633" h="259234">
                    <a:moveTo>
                      <a:pt x="207388" y="218189"/>
                    </a:moveTo>
                    <a:lnTo>
                      <a:pt x="205228" y="238712"/>
                    </a:lnTo>
                    <a:cubicBezTo>
                      <a:pt x="210629" y="237631"/>
                      <a:pt x="214949" y="233311"/>
                      <a:pt x="214949" y="227910"/>
                    </a:cubicBezTo>
                    <a:cubicBezTo>
                      <a:pt x="214949" y="223590"/>
                      <a:pt x="211709" y="219269"/>
                      <a:pt x="207388" y="218189"/>
                    </a:cubicBezTo>
                    <a:close/>
                    <a:moveTo>
                      <a:pt x="27004" y="218189"/>
                    </a:moveTo>
                    <a:cubicBezTo>
                      <a:pt x="23763" y="219269"/>
                      <a:pt x="20523" y="223590"/>
                      <a:pt x="20523" y="227910"/>
                    </a:cubicBezTo>
                    <a:cubicBezTo>
                      <a:pt x="20523" y="233311"/>
                      <a:pt x="24843" y="237631"/>
                      <a:pt x="29164" y="238712"/>
                    </a:cubicBezTo>
                    <a:close/>
                    <a:moveTo>
                      <a:pt x="171743" y="184705"/>
                    </a:moveTo>
                    <a:cubicBezTo>
                      <a:pt x="177709" y="184705"/>
                      <a:pt x="182545" y="189541"/>
                      <a:pt x="182545" y="195507"/>
                    </a:cubicBezTo>
                    <a:cubicBezTo>
                      <a:pt x="182545" y="201473"/>
                      <a:pt x="177709" y="206309"/>
                      <a:pt x="171743" y="206309"/>
                    </a:cubicBezTo>
                    <a:cubicBezTo>
                      <a:pt x="165777" y="206309"/>
                      <a:pt x="160941" y="201473"/>
                      <a:pt x="160941" y="195507"/>
                    </a:cubicBezTo>
                    <a:cubicBezTo>
                      <a:pt x="160941" y="189541"/>
                      <a:pt x="165777" y="184705"/>
                      <a:pt x="171743" y="184705"/>
                    </a:cubicBezTo>
                    <a:close/>
                    <a:moveTo>
                      <a:pt x="43206" y="173903"/>
                    </a:moveTo>
                    <a:lnTo>
                      <a:pt x="51847" y="238712"/>
                    </a:lnTo>
                    <a:lnTo>
                      <a:pt x="63728" y="238712"/>
                    </a:lnTo>
                    <a:lnTo>
                      <a:pt x="171744" y="238712"/>
                    </a:lnTo>
                    <a:lnTo>
                      <a:pt x="182545" y="238712"/>
                    </a:lnTo>
                    <a:lnTo>
                      <a:pt x="191186" y="173903"/>
                    </a:lnTo>
                    <a:close/>
                    <a:moveTo>
                      <a:pt x="117737" y="130697"/>
                    </a:moveTo>
                    <a:cubicBezTo>
                      <a:pt x="97214" y="130697"/>
                      <a:pt x="78850" y="138259"/>
                      <a:pt x="64809" y="152300"/>
                    </a:cubicBezTo>
                    <a:lnTo>
                      <a:pt x="170664" y="152300"/>
                    </a:lnTo>
                    <a:cubicBezTo>
                      <a:pt x="156622" y="138259"/>
                      <a:pt x="138259" y="130697"/>
                      <a:pt x="117737" y="130697"/>
                    </a:cubicBezTo>
                    <a:close/>
                    <a:moveTo>
                      <a:pt x="117737" y="22683"/>
                    </a:moveTo>
                    <a:cubicBezTo>
                      <a:pt x="93973" y="22683"/>
                      <a:pt x="74530" y="42126"/>
                      <a:pt x="74530" y="65889"/>
                    </a:cubicBezTo>
                    <a:cubicBezTo>
                      <a:pt x="74530" y="89652"/>
                      <a:pt x="93973" y="109095"/>
                      <a:pt x="117737" y="109095"/>
                    </a:cubicBezTo>
                    <a:cubicBezTo>
                      <a:pt x="141500" y="109095"/>
                      <a:pt x="160942" y="89652"/>
                      <a:pt x="160942" y="65889"/>
                    </a:cubicBezTo>
                    <a:cubicBezTo>
                      <a:pt x="160942" y="42126"/>
                      <a:pt x="141500" y="22683"/>
                      <a:pt x="117737" y="22683"/>
                    </a:cubicBezTo>
                    <a:close/>
                    <a:moveTo>
                      <a:pt x="118817" y="0"/>
                    </a:moveTo>
                    <a:cubicBezTo>
                      <a:pt x="154461" y="0"/>
                      <a:pt x="183625" y="29164"/>
                      <a:pt x="183625" y="64809"/>
                    </a:cubicBezTo>
                    <a:cubicBezTo>
                      <a:pt x="183625" y="86411"/>
                      <a:pt x="172824" y="104774"/>
                      <a:pt x="157702" y="116656"/>
                    </a:cubicBezTo>
                    <a:cubicBezTo>
                      <a:pt x="174984" y="124216"/>
                      <a:pt x="189026" y="137178"/>
                      <a:pt x="199828" y="153380"/>
                    </a:cubicBezTo>
                    <a:cubicBezTo>
                      <a:pt x="203068" y="154461"/>
                      <a:pt x="206308" y="155541"/>
                      <a:pt x="208469" y="158781"/>
                    </a:cubicBezTo>
                    <a:cubicBezTo>
                      <a:pt x="212789" y="164182"/>
                      <a:pt x="214949" y="169583"/>
                      <a:pt x="213869" y="176064"/>
                    </a:cubicBezTo>
                    <a:lnTo>
                      <a:pt x="211709" y="195506"/>
                    </a:lnTo>
                    <a:cubicBezTo>
                      <a:pt x="226831" y="198746"/>
                      <a:pt x="237633" y="211708"/>
                      <a:pt x="237633" y="226830"/>
                    </a:cubicBezTo>
                    <a:cubicBezTo>
                      <a:pt x="237633" y="245193"/>
                      <a:pt x="223591" y="259234"/>
                      <a:pt x="205228" y="259234"/>
                    </a:cubicBezTo>
                    <a:lnTo>
                      <a:pt x="184705" y="259234"/>
                    </a:lnTo>
                    <a:lnTo>
                      <a:pt x="172824" y="259234"/>
                    </a:lnTo>
                    <a:lnTo>
                      <a:pt x="64809" y="259234"/>
                    </a:lnTo>
                    <a:lnTo>
                      <a:pt x="52927" y="259234"/>
                    </a:lnTo>
                    <a:lnTo>
                      <a:pt x="32404" y="259234"/>
                    </a:lnTo>
                    <a:cubicBezTo>
                      <a:pt x="14042" y="259234"/>
                      <a:pt x="0" y="245193"/>
                      <a:pt x="0" y="226830"/>
                    </a:cubicBezTo>
                    <a:cubicBezTo>
                      <a:pt x="0" y="211708"/>
                      <a:pt x="10801" y="198746"/>
                      <a:pt x="25923" y="195506"/>
                    </a:cubicBezTo>
                    <a:lnTo>
                      <a:pt x="23763" y="176064"/>
                    </a:lnTo>
                    <a:cubicBezTo>
                      <a:pt x="22683" y="169583"/>
                      <a:pt x="24843" y="163102"/>
                      <a:pt x="29164" y="158781"/>
                    </a:cubicBezTo>
                    <a:cubicBezTo>
                      <a:pt x="31324" y="156621"/>
                      <a:pt x="34565" y="154461"/>
                      <a:pt x="37805" y="153380"/>
                    </a:cubicBezTo>
                    <a:cubicBezTo>
                      <a:pt x="47526" y="137178"/>
                      <a:pt x="62648" y="124216"/>
                      <a:pt x="79931" y="116656"/>
                    </a:cubicBezTo>
                    <a:cubicBezTo>
                      <a:pt x="63728" y="104774"/>
                      <a:pt x="54007" y="85331"/>
                      <a:pt x="54007" y="64809"/>
                    </a:cubicBezTo>
                    <a:cubicBezTo>
                      <a:pt x="54007" y="29164"/>
                      <a:pt x="83171" y="0"/>
                      <a:pt x="118817" y="0"/>
                    </a:cubicBezTo>
                    <a:close/>
                  </a:path>
                </a:pathLst>
              </a:custGeom>
              <a:solidFill>
                <a:schemeClr val="accent3">
                  <a:lumMod val="100000"/>
                </a:schemeClr>
              </a:solidFill>
              <a:ln w="1079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Shape 16"/>
              <p:cNvSpPr/>
              <p:nvPr/>
            </p:nvSpPr>
            <p:spPr>
              <a:xfrm>
                <a:off x="9652" y="5747"/>
                <a:ext cx="506" cy="621"/>
              </a:xfrm>
              <a:custGeom>
                <a:avLst/>
                <a:gdLst>
                  <a:gd name="connsiteX0" fmla="*/ 176064 w 237633"/>
                  <a:gd name="connsiteY0" fmla="*/ 122056 h 291640"/>
                  <a:gd name="connsiteX1" fmla="*/ 191186 w 237633"/>
                  <a:gd name="connsiteY1" fmla="*/ 137178 h 291640"/>
                  <a:gd name="connsiteX2" fmla="*/ 108015 w 237633"/>
                  <a:gd name="connsiteY2" fmla="*/ 220350 h 291640"/>
                  <a:gd name="connsiteX3" fmla="*/ 57248 w 237633"/>
                  <a:gd name="connsiteY3" fmla="*/ 169583 h 291640"/>
                  <a:gd name="connsiteX4" fmla="*/ 72370 w 237633"/>
                  <a:gd name="connsiteY4" fmla="*/ 154460 h 291640"/>
                  <a:gd name="connsiteX5" fmla="*/ 108015 w 237633"/>
                  <a:gd name="connsiteY5" fmla="*/ 190106 h 291640"/>
                  <a:gd name="connsiteX6" fmla="*/ 21603 w 237633"/>
                  <a:gd name="connsiteY6" fmla="*/ 43206 h 291640"/>
                  <a:gd name="connsiteX7" fmla="*/ 21603 w 237633"/>
                  <a:gd name="connsiteY7" fmla="*/ 270037 h 291640"/>
                  <a:gd name="connsiteX8" fmla="*/ 216030 w 237633"/>
                  <a:gd name="connsiteY8" fmla="*/ 270037 h 291640"/>
                  <a:gd name="connsiteX9" fmla="*/ 216030 w 237633"/>
                  <a:gd name="connsiteY9" fmla="*/ 43206 h 291640"/>
                  <a:gd name="connsiteX10" fmla="*/ 183625 w 237633"/>
                  <a:gd name="connsiteY10" fmla="*/ 43206 h 291640"/>
                  <a:gd name="connsiteX11" fmla="*/ 183625 w 237633"/>
                  <a:gd name="connsiteY11" fmla="*/ 86411 h 291640"/>
                  <a:gd name="connsiteX12" fmla="*/ 54007 w 237633"/>
                  <a:gd name="connsiteY12" fmla="*/ 86411 h 291640"/>
                  <a:gd name="connsiteX13" fmla="*/ 54007 w 237633"/>
                  <a:gd name="connsiteY13" fmla="*/ 43206 h 291640"/>
                  <a:gd name="connsiteX14" fmla="*/ 118817 w 237633"/>
                  <a:gd name="connsiteY14" fmla="*/ 21603 h 291640"/>
                  <a:gd name="connsiteX15" fmla="*/ 108015 w 237633"/>
                  <a:gd name="connsiteY15" fmla="*/ 32404 h 291640"/>
                  <a:gd name="connsiteX16" fmla="*/ 108015 w 237633"/>
                  <a:gd name="connsiteY16" fmla="*/ 43206 h 291640"/>
                  <a:gd name="connsiteX17" fmla="*/ 75611 w 237633"/>
                  <a:gd name="connsiteY17" fmla="*/ 43206 h 291640"/>
                  <a:gd name="connsiteX18" fmla="*/ 75611 w 237633"/>
                  <a:gd name="connsiteY18" fmla="*/ 64809 h 291640"/>
                  <a:gd name="connsiteX19" fmla="*/ 162023 w 237633"/>
                  <a:gd name="connsiteY19" fmla="*/ 64809 h 291640"/>
                  <a:gd name="connsiteX20" fmla="*/ 162023 w 237633"/>
                  <a:gd name="connsiteY20" fmla="*/ 43206 h 291640"/>
                  <a:gd name="connsiteX21" fmla="*/ 129618 w 237633"/>
                  <a:gd name="connsiteY21" fmla="*/ 43206 h 291640"/>
                  <a:gd name="connsiteX22" fmla="*/ 129618 w 237633"/>
                  <a:gd name="connsiteY22" fmla="*/ 32404 h 291640"/>
                  <a:gd name="connsiteX23" fmla="*/ 118817 w 237633"/>
                  <a:gd name="connsiteY23" fmla="*/ 21603 h 291640"/>
                  <a:gd name="connsiteX24" fmla="*/ 118817 w 237633"/>
                  <a:gd name="connsiteY24" fmla="*/ 0 h 291640"/>
                  <a:gd name="connsiteX25" fmla="*/ 149061 w 237633"/>
                  <a:gd name="connsiteY25" fmla="*/ 21603 h 291640"/>
                  <a:gd name="connsiteX26" fmla="*/ 172824 w 237633"/>
                  <a:gd name="connsiteY26" fmla="*/ 21603 h 291640"/>
                  <a:gd name="connsiteX27" fmla="*/ 183625 w 237633"/>
                  <a:gd name="connsiteY27" fmla="*/ 21603 h 291640"/>
                  <a:gd name="connsiteX28" fmla="*/ 237633 w 237633"/>
                  <a:gd name="connsiteY28" fmla="*/ 21603 h 291640"/>
                  <a:gd name="connsiteX29" fmla="*/ 237633 w 237633"/>
                  <a:gd name="connsiteY29" fmla="*/ 291640 h 291640"/>
                  <a:gd name="connsiteX30" fmla="*/ 0 w 237633"/>
                  <a:gd name="connsiteY30" fmla="*/ 291640 h 291640"/>
                  <a:gd name="connsiteX31" fmla="*/ 0 w 237633"/>
                  <a:gd name="connsiteY31" fmla="*/ 21603 h 291640"/>
                  <a:gd name="connsiteX32" fmla="*/ 54007 w 237633"/>
                  <a:gd name="connsiteY32" fmla="*/ 21603 h 291640"/>
                  <a:gd name="connsiteX33" fmla="*/ 64810 w 237633"/>
                  <a:gd name="connsiteY33" fmla="*/ 21603 h 291640"/>
                  <a:gd name="connsiteX34" fmla="*/ 88573 w 237633"/>
                  <a:gd name="connsiteY34" fmla="*/ 21603 h 291640"/>
                  <a:gd name="connsiteX35" fmla="*/ 118817 w 237633"/>
                  <a:gd name="connsiteY35" fmla="*/ 0 h 29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7633" h="291640">
                    <a:moveTo>
                      <a:pt x="176064" y="122056"/>
                    </a:moveTo>
                    <a:lnTo>
                      <a:pt x="191186" y="137178"/>
                    </a:lnTo>
                    <a:lnTo>
                      <a:pt x="108015" y="220350"/>
                    </a:lnTo>
                    <a:lnTo>
                      <a:pt x="57248" y="169583"/>
                    </a:lnTo>
                    <a:lnTo>
                      <a:pt x="72370" y="154460"/>
                    </a:lnTo>
                    <a:lnTo>
                      <a:pt x="108015" y="190106"/>
                    </a:lnTo>
                    <a:close/>
                    <a:moveTo>
                      <a:pt x="21603" y="43206"/>
                    </a:moveTo>
                    <a:lnTo>
                      <a:pt x="21603" y="270037"/>
                    </a:lnTo>
                    <a:lnTo>
                      <a:pt x="216030" y="270037"/>
                    </a:lnTo>
                    <a:lnTo>
                      <a:pt x="216030" y="43206"/>
                    </a:lnTo>
                    <a:lnTo>
                      <a:pt x="183625" y="43206"/>
                    </a:lnTo>
                    <a:lnTo>
                      <a:pt x="183625" y="86411"/>
                    </a:lnTo>
                    <a:lnTo>
                      <a:pt x="54007" y="86411"/>
                    </a:lnTo>
                    <a:lnTo>
                      <a:pt x="54007" y="43206"/>
                    </a:lnTo>
                    <a:close/>
                    <a:moveTo>
                      <a:pt x="118817" y="21603"/>
                    </a:moveTo>
                    <a:cubicBezTo>
                      <a:pt x="112336" y="21603"/>
                      <a:pt x="108015" y="25923"/>
                      <a:pt x="108015" y="32404"/>
                    </a:cubicBezTo>
                    <a:lnTo>
                      <a:pt x="108015" y="43206"/>
                    </a:lnTo>
                    <a:lnTo>
                      <a:pt x="75611" y="43206"/>
                    </a:lnTo>
                    <a:lnTo>
                      <a:pt x="75611" y="64809"/>
                    </a:lnTo>
                    <a:lnTo>
                      <a:pt x="162023" y="64809"/>
                    </a:lnTo>
                    <a:lnTo>
                      <a:pt x="162023" y="43206"/>
                    </a:lnTo>
                    <a:lnTo>
                      <a:pt x="129618" y="43206"/>
                    </a:lnTo>
                    <a:lnTo>
                      <a:pt x="129618" y="32404"/>
                    </a:lnTo>
                    <a:cubicBezTo>
                      <a:pt x="129618" y="25923"/>
                      <a:pt x="125297" y="21603"/>
                      <a:pt x="118817" y="21603"/>
                    </a:cubicBezTo>
                    <a:close/>
                    <a:moveTo>
                      <a:pt x="118817" y="0"/>
                    </a:moveTo>
                    <a:cubicBezTo>
                      <a:pt x="132859" y="0"/>
                      <a:pt x="144740" y="8641"/>
                      <a:pt x="149061" y="21603"/>
                    </a:cubicBezTo>
                    <a:lnTo>
                      <a:pt x="172824" y="21603"/>
                    </a:lnTo>
                    <a:lnTo>
                      <a:pt x="183625" y="21603"/>
                    </a:lnTo>
                    <a:lnTo>
                      <a:pt x="237633" y="21603"/>
                    </a:lnTo>
                    <a:lnTo>
                      <a:pt x="237633" y="291640"/>
                    </a:lnTo>
                    <a:lnTo>
                      <a:pt x="0" y="291640"/>
                    </a:lnTo>
                    <a:lnTo>
                      <a:pt x="0" y="21603"/>
                    </a:lnTo>
                    <a:lnTo>
                      <a:pt x="54007" y="21603"/>
                    </a:lnTo>
                    <a:lnTo>
                      <a:pt x="64810" y="21603"/>
                    </a:lnTo>
                    <a:lnTo>
                      <a:pt x="88573" y="21603"/>
                    </a:lnTo>
                    <a:cubicBezTo>
                      <a:pt x="92893" y="8641"/>
                      <a:pt x="104775" y="0"/>
                      <a:pt x="118817" y="0"/>
                    </a:cubicBezTo>
                    <a:close/>
                  </a:path>
                </a:pathLst>
              </a:custGeom>
              <a:solidFill>
                <a:schemeClr val="accent3">
                  <a:lumMod val="100000"/>
                </a:schemeClr>
              </a:solidFill>
              <a:ln w="1079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D">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17" name="文本占位符 374"/>
          <p:cNvSpPr>
            <a:spLocks noGrp="1"/>
          </p:cNvSpPr>
          <p:nvPr>
            <p:ph type="body" sz="quarter" idx="31" hasCustomPrompt="1"/>
          </p:nvPr>
        </p:nvSpPr>
        <p:spPr>
          <a:xfrm>
            <a:off x="2761475" y="2220712"/>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sp>
        <p:nvSpPr>
          <p:cNvPr id="18" name="文本占位符 374"/>
          <p:cNvSpPr>
            <a:spLocks noGrp="1"/>
          </p:cNvSpPr>
          <p:nvPr>
            <p:ph type="body" sz="quarter" idx="32" hasCustomPrompt="1"/>
          </p:nvPr>
        </p:nvSpPr>
        <p:spPr>
          <a:xfrm>
            <a:off x="2761474" y="3144426"/>
            <a:ext cx="1216287" cy="346274"/>
          </a:xfrm>
          <a:prstGeom prst="rect">
            <a:avLst/>
          </a:prstGeom>
        </p:spPr>
        <p:txBody>
          <a:bodyPr/>
          <a:lstStyle>
            <a:lvl1pPr marL="0" indent="0">
              <a:buNone/>
              <a:defRPr sz="1800" b="1">
                <a:solidFill>
                  <a:schemeClr val="accent4"/>
                </a:solidFill>
                <a:latin typeface="+mj-ea"/>
                <a:ea typeface="+mj-ea"/>
              </a:defRPr>
            </a:lvl1pPr>
          </a:lstStyle>
          <a:p>
            <a:pPr lvl="0"/>
            <a:r>
              <a:rPr lang="zh-CN" altLang="en-US" dirty="0"/>
              <a:t>二级标题</a:t>
            </a:r>
            <a:endParaRPr lang="zh-CN" altLang="en-US" dirty="0"/>
          </a:p>
        </p:txBody>
      </p:sp>
      <p:cxnSp>
        <p:nvCxnSpPr>
          <p:cNvPr id="20" name="直接连接符 1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2"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3"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图表-8">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矩形 1"/>
          <p:cNvSpPr/>
          <p:nvPr userDrawn="1"/>
        </p:nvSpPr>
        <p:spPr>
          <a:xfrm>
            <a:off x="-19050" y="5481018"/>
            <a:ext cx="12192000" cy="1451862"/>
          </a:xfrm>
          <a:prstGeom prst="rect">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3" name="图片 2"/>
          <p:cNvPicPr>
            <a:picLocks noChangeAspect="1"/>
          </p:cNvPicPr>
          <p:nvPr userDrawn="1"/>
        </p:nvPicPr>
        <p:blipFill rotWithShape="1">
          <a:blip r:embed="rId3">
            <a:extLst>
              <a:ext uri="{28A0092B-C50C-407E-A947-70E740481C1C}">
                <a14:useLocalDpi xmlns:a14="http://schemas.microsoft.com/office/drawing/2010/main" val="0"/>
              </a:ext>
            </a:extLst>
          </a:blip>
          <a:srcRect t="74289"/>
          <a:stretch>
            <a:fillRect/>
          </a:stretch>
        </p:blipFill>
        <p:spPr>
          <a:xfrm>
            <a:off x="-19050" y="5237694"/>
            <a:ext cx="8758499" cy="1753194"/>
          </a:xfrm>
          <a:prstGeom prst="rect">
            <a:avLst/>
          </a:prstGeom>
        </p:spPr>
      </p:pic>
      <p:sp>
        <p:nvSpPr>
          <p:cNvPr id="4" name="矩形 3"/>
          <p:cNvSpPr/>
          <p:nvPr userDrawn="1"/>
        </p:nvSpPr>
        <p:spPr>
          <a:xfrm flipV="1">
            <a:off x="10341563" y="4692804"/>
            <a:ext cx="1831387" cy="438304"/>
          </a:xfrm>
          <a:prstGeom prst="rect">
            <a:avLst/>
          </a:prstGeom>
          <a:solidFill>
            <a:schemeClr val="bg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图片占位符 5"/>
          <p:cNvSpPr>
            <a:spLocks noGrp="1"/>
          </p:cNvSpPr>
          <p:nvPr>
            <p:ph type="pic" sz="quarter" idx="13"/>
          </p:nvPr>
        </p:nvSpPr>
        <p:spPr>
          <a:xfrm>
            <a:off x="-19050" y="5131108"/>
            <a:ext cx="8799513" cy="1890405"/>
          </a:xfrm>
          <a:prstGeom prst="rect">
            <a:avLst/>
          </a:prstGeom>
          <a:pattFill prst="wdUpDiag">
            <a:fgClr>
              <a:schemeClr val="accent1"/>
            </a:fgClr>
            <a:bgClr>
              <a:schemeClr val="bg1"/>
            </a:bgClr>
          </a:pattFill>
        </p:spPr>
        <p:txBody>
          <a:bodyPr/>
          <a:lstStyle/>
          <a:p>
            <a:endParaRPr lang="zh-CN" altLang="en-US"/>
          </a:p>
        </p:txBody>
      </p:sp>
      <p:sp>
        <p:nvSpPr>
          <p:cNvPr id="34" name="文本占位符 2"/>
          <p:cNvSpPr>
            <a:spLocks noGrp="1"/>
          </p:cNvSpPr>
          <p:nvPr>
            <p:ph type="body" sz="quarter" idx="16" hasCustomPrompt="1"/>
          </p:nvPr>
        </p:nvSpPr>
        <p:spPr>
          <a:xfrm>
            <a:off x="2856009" y="4527685"/>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sp>
        <p:nvSpPr>
          <p:cNvPr id="37" name="文本占位符 2"/>
          <p:cNvSpPr>
            <a:spLocks noGrp="1"/>
          </p:cNvSpPr>
          <p:nvPr>
            <p:ph type="body" sz="quarter" idx="19" hasCustomPrompt="1"/>
          </p:nvPr>
        </p:nvSpPr>
        <p:spPr>
          <a:xfrm>
            <a:off x="5688276" y="4527685"/>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sp>
        <p:nvSpPr>
          <p:cNvPr id="40" name="文本占位符 2"/>
          <p:cNvSpPr>
            <a:spLocks noGrp="1"/>
          </p:cNvSpPr>
          <p:nvPr>
            <p:ph type="body" sz="quarter" idx="22" hasCustomPrompt="1"/>
          </p:nvPr>
        </p:nvSpPr>
        <p:spPr>
          <a:xfrm>
            <a:off x="8491568" y="4543519"/>
            <a:ext cx="972375" cy="232936"/>
          </a:xfrm>
          <a:prstGeom prst="rect">
            <a:avLst/>
          </a:prstGeom>
        </p:spPr>
        <p:txBody>
          <a:bodyPr/>
          <a:lstStyle>
            <a:lvl1pPr marL="0" indent="0">
              <a:buNone/>
              <a:defRPr sz="1200" b="0">
                <a:solidFill>
                  <a:schemeClr val="accent4"/>
                </a:solidFill>
                <a:latin typeface="+mn-ea"/>
                <a:ea typeface="+mn-ea"/>
              </a:defRPr>
            </a:lvl1pPr>
          </a:lstStyle>
          <a:p>
            <a:pPr lvl="0"/>
            <a:r>
              <a:rPr lang="zh-CN" altLang="en-US" dirty="0"/>
              <a:t>请输入正文</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7"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8"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tretch>
            <a:fillRect/>
          </a:stretch>
        </p:blipFill>
        <p:spPr>
          <a:xfrm>
            <a:off x="0" y="23263"/>
            <a:ext cx="12172950" cy="6858000"/>
          </a:xfrm>
          <a:prstGeom prst="rect">
            <a:avLst/>
          </a:prstGeom>
        </p:spPr>
      </p:pic>
      <p:sp>
        <p:nvSpPr>
          <p:cNvPr id="2" name="矩形 1"/>
          <p:cNvSpPr/>
          <p:nvPr userDrawn="1"/>
        </p:nvSpPr>
        <p:spPr>
          <a:xfrm>
            <a:off x="8855537" y="-22237"/>
            <a:ext cx="3317413" cy="3317413"/>
          </a:xfrm>
          <a:prstGeom prst="rect">
            <a:avLst/>
          </a:prstGeom>
          <a:solidFill>
            <a:schemeClr val="accent3">
              <a:lumMod val="10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矩形 4"/>
          <p:cNvSpPr/>
          <p:nvPr userDrawn="1"/>
        </p:nvSpPr>
        <p:spPr>
          <a:xfrm>
            <a:off x="657225" y="1746583"/>
            <a:ext cx="10858500" cy="3956050"/>
          </a:xfrm>
          <a:prstGeom prst="rect">
            <a:avLst/>
          </a:prstGeom>
          <a:blipFill>
            <a:blip r:embed="rId3" cstate="screen">
              <a:grayscl/>
            </a:blip>
            <a:stretch>
              <a:fillRect/>
            </a:stretch>
          </a:blipFill>
          <a:ln w="762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图片占位符 15"/>
          <p:cNvSpPr>
            <a:spLocks noGrp="1"/>
          </p:cNvSpPr>
          <p:nvPr>
            <p:ph type="pic" sz="quarter" idx="29"/>
          </p:nvPr>
        </p:nvSpPr>
        <p:spPr>
          <a:xfrm>
            <a:off x="657225" y="1746250"/>
            <a:ext cx="10858500" cy="3956050"/>
          </a:xfrm>
          <a:prstGeom prst="rect">
            <a:avLst/>
          </a:prstGeom>
        </p:spPr>
        <p:txBody>
          <a:bodyPr/>
          <a:lstStyle/>
          <a:p>
            <a:endParaRPr lang="zh-CN" altLang="en-US" dirty="0"/>
          </a:p>
        </p:txBody>
      </p:sp>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3" name="矩形 2"/>
          <p:cNvSpPr/>
          <p:nvPr userDrawn="1"/>
        </p:nvSpPr>
        <p:spPr>
          <a:xfrm>
            <a:off x="385446" y="1331020"/>
            <a:ext cx="671368" cy="671368"/>
          </a:xfrm>
          <a:prstGeom prst="rect">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文本框 5"/>
          <p:cNvSpPr txBox="1"/>
          <p:nvPr userDrawn="1"/>
        </p:nvSpPr>
        <p:spPr>
          <a:xfrm>
            <a:off x="828241" y="4876019"/>
            <a:ext cx="2920992" cy="461665"/>
          </a:xfrm>
          <a:prstGeom prst="rect">
            <a:avLst/>
          </a:prstGeom>
          <a:noFill/>
        </p:spPr>
        <p:txBody>
          <a:bodyPr wrap="none" rtlCol="0">
            <a:spAutoFit/>
          </a:bodyPr>
          <a:lstStyle/>
          <a:p>
            <a:r>
              <a:rPr lang="en-US" altLang="zh-CN" sz="2400" b="1" dirty="0">
                <a:solidFill>
                  <a:schemeClr val="accent1"/>
                </a:solidFill>
              </a:rPr>
              <a:t>BEIJING XINGHUA</a:t>
            </a:r>
            <a:endParaRPr lang="en-US" altLang="zh-CN" sz="2400" b="1" dirty="0">
              <a:solidFill>
                <a:schemeClr val="accent1"/>
              </a:solidFill>
            </a:endParaRPr>
          </a:p>
        </p:txBody>
      </p:sp>
      <p:grpSp>
        <p:nvGrpSpPr>
          <p:cNvPr id="7" name="组合 6"/>
          <p:cNvGrpSpPr/>
          <p:nvPr userDrawn="1"/>
        </p:nvGrpSpPr>
        <p:grpSpPr>
          <a:xfrm>
            <a:off x="9261450" y="2002388"/>
            <a:ext cx="2209420" cy="2710680"/>
            <a:chOff x="9261450" y="2079837"/>
            <a:chExt cx="2209420" cy="2710680"/>
          </a:xfrm>
        </p:grpSpPr>
        <p:sp>
          <p:nvSpPr>
            <p:cNvPr id="8" name="文本框 7"/>
            <p:cNvSpPr txBox="1"/>
            <p:nvPr/>
          </p:nvSpPr>
          <p:spPr>
            <a:xfrm>
              <a:off x="9261450" y="2079837"/>
              <a:ext cx="2209420" cy="338554"/>
            </a:xfrm>
            <a:prstGeom prst="rect">
              <a:avLst/>
            </a:prstGeom>
            <a:noFill/>
          </p:spPr>
          <p:txBody>
            <a:bodyPr wrap="square" rtlCol="0" anchor="b">
              <a:spAutoFit/>
            </a:bodyPr>
            <a:lstStyle/>
            <a:p>
              <a:r>
                <a:rPr lang="en-US" altLang="zh-CN" sz="1600" b="1" dirty="0">
                  <a:solidFill>
                    <a:srgbClr val="FFFFFF"/>
                  </a:solidFill>
                </a:rPr>
                <a:t>01.</a:t>
              </a:r>
              <a:endParaRPr lang="en-US" altLang="zh-CN" sz="1600" b="1" dirty="0">
                <a:solidFill>
                  <a:srgbClr val="FFFFFF"/>
                </a:solidFill>
              </a:endParaRPr>
            </a:p>
          </p:txBody>
        </p:sp>
        <p:sp>
          <p:nvSpPr>
            <p:cNvPr id="10" name="文本框 9"/>
            <p:cNvSpPr txBox="1"/>
            <p:nvPr/>
          </p:nvSpPr>
          <p:spPr>
            <a:xfrm>
              <a:off x="9261450" y="3265900"/>
              <a:ext cx="2209420" cy="338554"/>
            </a:xfrm>
            <a:prstGeom prst="rect">
              <a:avLst/>
            </a:prstGeom>
            <a:noFill/>
          </p:spPr>
          <p:txBody>
            <a:bodyPr wrap="square" rtlCol="0" anchor="b">
              <a:spAutoFit/>
            </a:bodyPr>
            <a:lstStyle/>
            <a:p>
              <a:r>
                <a:rPr lang="en-US" altLang="zh-CN" sz="1600" b="1" dirty="0">
                  <a:solidFill>
                    <a:srgbClr val="FFFFFF"/>
                  </a:solidFill>
                </a:rPr>
                <a:t>02.</a:t>
              </a:r>
              <a:endParaRPr lang="en-US" altLang="zh-CN" sz="1600" b="1" dirty="0">
                <a:solidFill>
                  <a:srgbClr val="FFFFFF"/>
                </a:solidFill>
              </a:endParaRPr>
            </a:p>
          </p:txBody>
        </p:sp>
        <p:sp>
          <p:nvSpPr>
            <p:cNvPr id="17" name="文本框 16"/>
            <p:cNvSpPr txBox="1"/>
            <p:nvPr/>
          </p:nvSpPr>
          <p:spPr>
            <a:xfrm>
              <a:off x="9261450" y="4451963"/>
              <a:ext cx="2209420" cy="338554"/>
            </a:xfrm>
            <a:prstGeom prst="rect">
              <a:avLst/>
            </a:prstGeom>
            <a:noFill/>
          </p:spPr>
          <p:txBody>
            <a:bodyPr wrap="square" rtlCol="0" anchor="b">
              <a:spAutoFit/>
            </a:bodyPr>
            <a:lstStyle/>
            <a:p>
              <a:r>
                <a:rPr lang="en-US" altLang="zh-CN" sz="1600" b="1" dirty="0">
                  <a:solidFill>
                    <a:srgbClr val="FFFFFF"/>
                  </a:solidFill>
                </a:rPr>
                <a:t>03.</a:t>
              </a:r>
              <a:endParaRPr lang="en-US" altLang="zh-CN" sz="1600" b="1" dirty="0">
                <a:solidFill>
                  <a:srgbClr val="FFFFFF"/>
                </a:solidFill>
              </a:endParaRPr>
            </a:p>
          </p:txBody>
        </p:sp>
      </p:grpSp>
      <p:sp>
        <p:nvSpPr>
          <p:cNvPr id="33" name="文本占位符 374"/>
          <p:cNvSpPr>
            <a:spLocks noGrp="1"/>
          </p:cNvSpPr>
          <p:nvPr>
            <p:ph type="body" sz="quarter" idx="23" hasCustomPrompt="1"/>
          </p:nvPr>
        </p:nvSpPr>
        <p:spPr>
          <a:xfrm>
            <a:off x="9728974" y="2009821"/>
            <a:ext cx="1256526" cy="294400"/>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4" name="文本占位符 374"/>
          <p:cNvSpPr>
            <a:spLocks noGrp="1"/>
          </p:cNvSpPr>
          <p:nvPr>
            <p:ph type="body" sz="quarter" idx="24" hasCustomPrompt="1"/>
          </p:nvPr>
        </p:nvSpPr>
        <p:spPr>
          <a:xfrm>
            <a:off x="9728974" y="2453186"/>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5" name="文本占位符 374"/>
          <p:cNvSpPr>
            <a:spLocks noGrp="1"/>
          </p:cNvSpPr>
          <p:nvPr>
            <p:ph type="body" sz="quarter" idx="25" hasCustomPrompt="1"/>
          </p:nvPr>
        </p:nvSpPr>
        <p:spPr>
          <a:xfrm>
            <a:off x="9728974" y="3103076"/>
            <a:ext cx="1256526" cy="356522"/>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6" name="文本占位符 374"/>
          <p:cNvSpPr>
            <a:spLocks noGrp="1"/>
          </p:cNvSpPr>
          <p:nvPr>
            <p:ph type="body" sz="quarter" idx="26" hasCustomPrompt="1"/>
          </p:nvPr>
        </p:nvSpPr>
        <p:spPr>
          <a:xfrm>
            <a:off x="9728974" y="3608563"/>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37" name="文本占位符 374"/>
          <p:cNvSpPr>
            <a:spLocks noGrp="1"/>
          </p:cNvSpPr>
          <p:nvPr>
            <p:ph type="body" sz="quarter" idx="27" hasCustomPrompt="1"/>
          </p:nvPr>
        </p:nvSpPr>
        <p:spPr>
          <a:xfrm>
            <a:off x="9728974" y="4307107"/>
            <a:ext cx="1256526" cy="320586"/>
          </a:xfrm>
          <a:prstGeom prst="rect">
            <a:avLst/>
          </a:prstGeom>
        </p:spPr>
        <p:txBody>
          <a:bodyPr/>
          <a:lstStyle>
            <a:lvl1pPr marL="0" indent="0">
              <a:buNone/>
              <a:defRPr sz="2000" b="1">
                <a:solidFill>
                  <a:schemeClr val="bg1"/>
                </a:solidFill>
                <a:latin typeface="+mj-ea"/>
                <a:ea typeface="+mj-ea"/>
              </a:defRPr>
            </a:lvl1pPr>
          </a:lstStyle>
          <a:p>
            <a:pPr lvl="0"/>
            <a:r>
              <a:rPr lang="zh-CN" altLang="en-US" dirty="0"/>
              <a:t>二级标题</a:t>
            </a:r>
            <a:endParaRPr lang="zh-CN" altLang="en-US" dirty="0"/>
          </a:p>
        </p:txBody>
      </p:sp>
      <p:sp>
        <p:nvSpPr>
          <p:cNvPr id="38" name="文本占位符 374"/>
          <p:cNvSpPr>
            <a:spLocks noGrp="1"/>
          </p:cNvSpPr>
          <p:nvPr>
            <p:ph type="body" sz="quarter" idx="28" hasCustomPrompt="1"/>
          </p:nvPr>
        </p:nvSpPr>
        <p:spPr>
          <a:xfrm>
            <a:off x="9728974" y="4776658"/>
            <a:ext cx="1741896" cy="444872"/>
          </a:xfrm>
          <a:prstGeom prst="rect">
            <a:avLst/>
          </a:prstGeom>
        </p:spPr>
        <p:txBody>
          <a:bodyPr/>
          <a:lstStyle>
            <a:lvl1pPr marL="0" indent="0">
              <a:buNone/>
              <a:defRPr sz="1200" b="0">
                <a:solidFill>
                  <a:schemeClr val="bg1"/>
                </a:solidFill>
                <a:latin typeface="+mj-ea"/>
                <a:ea typeface="+mj-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请输入文本内容请输入文本内容</a:t>
            </a:r>
            <a:endParaRPr lang="zh-CN" altLang="en-US" dirty="0"/>
          </a:p>
          <a:p>
            <a:pPr lvl="0"/>
            <a:endParaRPr lang="zh-CN" altLang="en-US" dirty="0"/>
          </a:p>
        </p:txBody>
      </p:sp>
      <p:sp>
        <p:nvSpPr>
          <p:cNvPr id="19" name="矩形 18"/>
          <p:cNvSpPr/>
          <p:nvPr userDrawn="1"/>
        </p:nvSpPr>
        <p:spPr>
          <a:xfrm>
            <a:off x="492558" y="5392256"/>
            <a:ext cx="335683" cy="335683"/>
          </a:xfrm>
          <a:prstGeom prst="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1" name="直接连接符 20"/>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4"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4"/>
          <a:stretch>
            <a:fillRect/>
          </a:stretch>
        </p:blipFill>
        <p:spPr>
          <a:xfrm>
            <a:off x="10414000" y="386715"/>
            <a:ext cx="1228090" cy="318135"/>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架构图-2">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2" name="组合 1"/>
          <p:cNvGrpSpPr/>
          <p:nvPr userDrawn="1"/>
        </p:nvGrpSpPr>
        <p:grpSpPr>
          <a:xfrm>
            <a:off x="1051877" y="1384708"/>
            <a:ext cx="10088245" cy="4445635"/>
            <a:chOff x="1390" y="2495"/>
            <a:chExt cx="15887" cy="7001"/>
          </a:xfrm>
        </p:grpSpPr>
        <p:sp>
          <p:nvSpPr>
            <p:cNvPr id="8" name="Line 104"/>
            <p:cNvSpPr>
              <a:spLocks noChangeShapeType="1"/>
            </p:cNvSpPr>
            <p:nvPr/>
          </p:nvSpPr>
          <p:spPr bwMode="auto">
            <a:xfrm>
              <a:off x="9238" y="3299"/>
              <a:ext cx="13" cy="403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Line 108"/>
            <p:cNvSpPr>
              <a:spLocks noChangeShapeType="1"/>
            </p:cNvSpPr>
            <p:nvPr/>
          </p:nvSpPr>
          <p:spPr bwMode="auto">
            <a:xfrm flipH="1">
              <a:off x="12404" y="4622"/>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baseline="-2500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Line 108"/>
            <p:cNvSpPr>
              <a:spLocks noChangeShapeType="1"/>
            </p:cNvSpPr>
            <p:nvPr/>
          </p:nvSpPr>
          <p:spPr bwMode="auto">
            <a:xfrm flipH="1">
              <a:off x="10268" y="4628"/>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Line 108"/>
            <p:cNvSpPr>
              <a:spLocks noChangeShapeType="1"/>
            </p:cNvSpPr>
            <p:nvPr/>
          </p:nvSpPr>
          <p:spPr bwMode="auto">
            <a:xfrm flipH="1">
              <a:off x="8133" y="4638"/>
              <a:ext cx="5" cy="525"/>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Line 112"/>
            <p:cNvSpPr>
              <a:spLocks noChangeShapeType="1"/>
            </p:cNvSpPr>
            <p:nvPr/>
          </p:nvSpPr>
          <p:spPr bwMode="auto">
            <a:xfrm>
              <a:off x="3863" y="4649"/>
              <a:ext cx="0" cy="7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圆角矩形 8"/>
            <p:cNvSpPr/>
            <p:nvPr/>
          </p:nvSpPr>
          <p:spPr>
            <a:xfrm>
              <a:off x="7885" y="2495"/>
              <a:ext cx="2705" cy="599"/>
            </a:xfrm>
            <a:prstGeom prst="round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圆角矩形 8"/>
            <p:cNvSpPr/>
            <p:nvPr/>
          </p:nvSpPr>
          <p:spPr>
            <a:xfrm>
              <a:off x="7885" y="3539"/>
              <a:ext cx="2705" cy="59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Line 104"/>
            <p:cNvSpPr>
              <a:spLocks noChangeShapeType="1"/>
            </p:cNvSpPr>
            <p:nvPr/>
          </p:nvSpPr>
          <p:spPr bwMode="auto">
            <a:xfrm>
              <a:off x="9238" y="3094"/>
              <a:ext cx="0" cy="3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0" name="圆角矩形 34"/>
            <p:cNvSpPr/>
            <p:nvPr/>
          </p:nvSpPr>
          <p:spPr>
            <a:xfrm>
              <a:off x="736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8" name="圆角矩形 34"/>
            <p:cNvSpPr/>
            <p:nvPr/>
          </p:nvSpPr>
          <p:spPr>
            <a:xfrm>
              <a:off x="3107" y="5109"/>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6" name="圆角矩形 34"/>
            <p:cNvSpPr/>
            <p:nvPr/>
          </p:nvSpPr>
          <p:spPr>
            <a:xfrm>
              <a:off x="949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4" name="圆角矩形 34"/>
            <p:cNvSpPr/>
            <p:nvPr/>
          </p:nvSpPr>
          <p:spPr>
            <a:xfrm>
              <a:off x="5237" y="5105"/>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Line 106"/>
            <p:cNvSpPr>
              <a:spLocks noChangeShapeType="1"/>
            </p:cNvSpPr>
            <p:nvPr/>
          </p:nvSpPr>
          <p:spPr bwMode="auto">
            <a:xfrm flipH="1">
              <a:off x="3863" y="4628"/>
              <a:ext cx="10677" cy="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Line 107"/>
            <p:cNvSpPr>
              <a:spLocks noChangeShapeType="1"/>
            </p:cNvSpPr>
            <p:nvPr/>
          </p:nvSpPr>
          <p:spPr bwMode="auto">
            <a:xfrm>
              <a:off x="14540" y="4603"/>
              <a:ext cx="0" cy="47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Line 110"/>
            <p:cNvSpPr>
              <a:spLocks noChangeShapeType="1"/>
            </p:cNvSpPr>
            <p:nvPr/>
          </p:nvSpPr>
          <p:spPr bwMode="auto">
            <a:xfrm flipH="1">
              <a:off x="5993" y="4649"/>
              <a:ext cx="10" cy="448"/>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Line 108"/>
            <p:cNvSpPr>
              <a:spLocks noChangeShapeType="1"/>
            </p:cNvSpPr>
            <p:nvPr/>
          </p:nvSpPr>
          <p:spPr bwMode="auto">
            <a:xfrm flipH="1">
              <a:off x="10836" y="6017"/>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Line 112"/>
            <p:cNvSpPr>
              <a:spLocks noChangeShapeType="1"/>
            </p:cNvSpPr>
            <p:nvPr/>
          </p:nvSpPr>
          <p:spPr bwMode="auto">
            <a:xfrm>
              <a:off x="2688" y="5987"/>
              <a:ext cx="0" cy="50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Line 106"/>
            <p:cNvSpPr>
              <a:spLocks noChangeShapeType="1"/>
            </p:cNvSpPr>
            <p:nvPr/>
          </p:nvSpPr>
          <p:spPr bwMode="auto">
            <a:xfrm flipH="1" flipV="1">
              <a:off x="2688" y="5987"/>
              <a:ext cx="13037"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Line 107"/>
            <p:cNvSpPr>
              <a:spLocks noChangeShapeType="1"/>
            </p:cNvSpPr>
            <p:nvPr/>
          </p:nvSpPr>
          <p:spPr bwMode="auto">
            <a:xfrm>
              <a:off x="12465" y="6029"/>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Line 110"/>
            <p:cNvSpPr>
              <a:spLocks noChangeShapeType="1"/>
            </p:cNvSpPr>
            <p:nvPr/>
          </p:nvSpPr>
          <p:spPr bwMode="auto">
            <a:xfrm flipH="1">
              <a:off x="5962" y="6002"/>
              <a:ext cx="0" cy="478"/>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2" name="圆角矩形 34"/>
            <p:cNvSpPr/>
            <p:nvPr/>
          </p:nvSpPr>
          <p:spPr>
            <a:xfrm>
              <a:off x="11627" y="5073"/>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0" name="圆角矩形 34"/>
            <p:cNvSpPr/>
            <p:nvPr/>
          </p:nvSpPr>
          <p:spPr>
            <a:xfrm>
              <a:off x="13757" y="5081"/>
              <a:ext cx="1529" cy="537"/>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8" name="圆角矩形 34"/>
            <p:cNvSpPr/>
            <p:nvPr/>
          </p:nvSpPr>
          <p:spPr>
            <a:xfrm>
              <a:off x="681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圆角矩形 34"/>
            <p:cNvSpPr/>
            <p:nvPr/>
          </p:nvSpPr>
          <p:spPr>
            <a:xfrm>
              <a:off x="1923"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6" name="圆角矩形 34"/>
            <p:cNvSpPr/>
            <p:nvPr/>
          </p:nvSpPr>
          <p:spPr>
            <a:xfrm>
              <a:off x="844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圆角矩形 34"/>
            <p:cNvSpPr/>
            <p:nvPr/>
          </p:nvSpPr>
          <p:spPr>
            <a:xfrm>
              <a:off x="518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4" name="圆角矩形 34"/>
            <p:cNvSpPr/>
            <p:nvPr/>
          </p:nvSpPr>
          <p:spPr>
            <a:xfrm>
              <a:off x="1007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2" name="圆角矩形 34"/>
            <p:cNvSpPr/>
            <p:nvPr/>
          </p:nvSpPr>
          <p:spPr>
            <a:xfrm>
              <a:off x="11701"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0" name="圆角矩形 34"/>
            <p:cNvSpPr/>
            <p:nvPr/>
          </p:nvSpPr>
          <p:spPr>
            <a:xfrm>
              <a:off x="13330"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8" name="圆角矩形 34"/>
            <p:cNvSpPr/>
            <p:nvPr/>
          </p:nvSpPr>
          <p:spPr>
            <a:xfrm>
              <a:off x="3552" y="6490"/>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Line 112"/>
            <p:cNvSpPr>
              <a:spLocks noChangeShapeType="1"/>
            </p:cNvSpPr>
            <p:nvPr/>
          </p:nvSpPr>
          <p:spPr bwMode="auto">
            <a:xfrm>
              <a:off x="4317" y="6002"/>
              <a:ext cx="0" cy="50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Line 110"/>
            <p:cNvSpPr>
              <a:spLocks noChangeShapeType="1"/>
            </p:cNvSpPr>
            <p:nvPr/>
          </p:nvSpPr>
          <p:spPr bwMode="auto">
            <a:xfrm flipH="1">
              <a:off x="7613" y="5987"/>
              <a:ext cx="0" cy="519"/>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8" name="Line 107"/>
            <p:cNvSpPr>
              <a:spLocks noChangeShapeType="1"/>
            </p:cNvSpPr>
            <p:nvPr/>
          </p:nvSpPr>
          <p:spPr bwMode="auto">
            <a:xfrm>
              <a:off x="14007" y="6002"/>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Line 107"/>
            <p:cNvSpPr>
              <a:spLocks noChangeShapeType="1"/>
            </p:cNvSpPr>
            <p:nvPr/>
          </p:nvSpPr>
          <p:spPr bwMode="auto">
            <a:xfrm>
              <a:off x="15725" y="5987"/>
              <a:ext cx="0" cy="503"/>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6" name="圆角矩形 34"/>
            <p:cNvSpPr/>
            <p:nvPr/>
          </p:nvSpPr>
          <p:spPr>
            <a:xfrm>
              <a:off x="14960" y="6492"/>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圆角矩形 34"/>
            <p:cNvSpPr/>
            <p:nvPr/>
          </p:nvSpPr>
          <p:spPr>
            <a:xfrm rot="5400000">
              <a:off x="67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4" name="圆角矩形 34"/>
            <p:cNvSpPr/>
            <p:nvPr/>
          </p:nvSpPr>
          <p:spPr>
            <a:xfrm rot="5400000">
              <a:off x="120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5" name="圆角矩形 34"/>
            <p:cNvSpPr/>
            <p:nvPr/>
          </p:nvSpPr>
          <p:spPr>
            <a:xfrm rot="5400000">
              <a:off x="173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圆角矩形 34"/>
            <p:cNvSpPr/>
            <p:nvPr/>
          </p:nvSpPr>
          <p:spPr>
            <a:xfrm rot="5400000">
              <a:off x="227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圆角矩形 34"/>
            <p:cNvSpPr/>
            <p:nvPr/>
          </p:nvSpPr>
          <p:spPr>
            <a:xfrm rot="5400000">
              <a:off x="280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圆角矩形 34"/>
            <p:cNvSpPr/>
            <p:nvPr/>
          </p:nvSpPr>
          <p:spPr>
            <a:xfrm rot="5400000">
              <a:off x="334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圆角矩形 34"/>
            <p:cNvSpPr/>
            <p:nvPr/>
          </p:nvSpPr>
          <p:spPr>
            <a:xfrm rot="5400000">
              <a:off x="387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圆角矩形 34"/>
            <p:cNvSpPr/>
            <p:nvPr/>
          </p:nvSpPr>
          <p:spPr>
            <a:xfrm rot="5400000">
              <a:off x="440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圆角矩形 34"/>
            <p:cNvSpPr/>
            <p:nvPr/>
          </p:nvSpPr>
          <p:spPr>
            <a:xfrm rot="5400000">
              <a:off x="494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圆角矩形 34"/>
            <p:cNvSpPr/>
            <p:nvPr/>
          </p:nvSpPr>
          <p:spPr>
            <a:xfrm rot="5400000">
              <a:off x="547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圆角矩形 34"/>
            <p:cNvSpPr/>
            <p:nvPr/>
          </p:nvSpPr>
          <p:spPr>
            <a:xfrm rot="5400000">
              <a:off x="600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圆角矩形 34"/>
            <p:cNvSpPr/>
            <p:nvPr/>
          </p:nvSpPr>
          <p:spPr>
            <a:xfrm rot="5400000">
              <a:off x="6541"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圆角矩形 34"/>
            <p:cNvSpPr/>
            <p:nvPr/>
          </p:nvSpPr>
          <p:spPr>
            <a:xfrm rot="5400000">
              <a:off x="707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圆角矩形 34"/>
            <p:cNvSpPr/>
            <p:nvPr/>
          </p:nvSpPr>
          <p:spPr>
            <a:xfrm rot="5400000">
              <a:off x="7608"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圆角矩形 34"/>
            <p:cNvSpPr/>
            <p:nvPr/>
          </p:nvSpPr>
          <p:spPr>
            <a:xfrm rot="5400000">
              <a:off x="814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圆角矩形 34"/>
            <p:cNvSpPr/>
            <p:nvPr/>
          </p:nvSpPr>
          <p:spPr>
            <a:xfrm rot="5400000">
              <a:off x="8675"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圆角矩形 34"/>
            <p:cNvSpPr/>
            <p:nvPr/>
          </p:nvSpPr>
          <p:spPr>
            <a:xfrm rot="5400000">
              <a:off x="920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圆角矩形 34"/>
            <p:cNvSpPr/>
            <p:nvPr/>
          </p:nvSpPr>
          <p:spPr>
            <a:xfrm rot="5400000">
              <a:off x="9742"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圆角矩形 34"/>
            <p:cNvSpPr/>
            <p:nvPr/>
          </p:nvSpPr>
          <p:spPr>
            <a:xfrm rot="5400000">
              <a:off x="1027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圆角矩形 34"/>
            <p:cNvSpPr/>
            <p:nvPr/>
          </p:nvSpPr>
          <p:spPr>
            <a:xfrm rot="5400000">
              <a:off x="10809"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圆角矩形 34"/>
            <p:cNvSpPr/>
            <p:nvPr/>
          </p:nvSpPr>
          <p:spPr>
            <a:xfrm rot="5400000">
              <a:off x="1134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圆角矩形 34"/>
            <p:cNvSpPr/>
            <p:nvPr/>
          </p:nvSpPr>
          <p:spPr>
            <a:xfrm rot="5400000">
              <a:off x="11876"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圆角矩形 34"/>
            <p:cNvSpPr/>
            <p:nvPr/>
          </p:nvSpPr>
          <p:spPr>
            <a:xfrm rot="5400000">
              <a:off x="1241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圆角矩形 34"/>
            <p:cNvSpPr/>
            <p:nvPr/>
          </p:nvSpPr>
          <p:spPr>
            <a:xfrm rot="5400000">
              <a:off x="12943"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圆角矩形 34"/>
            <p:cNvSpPr/>
            <p:nvPr/>
          </p:nvSpPr>
          <p:spPr>
            <a:xfrm rot="5400000">
              <a:off x="1347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圆角矩形 34"/>
            <p:cNvSpPr/>
            <p:nvPr/>
          </p:nvSpPr>
          <p:spPr>
            <a:xfrm rot="5400000">
              <a:off x="14010"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圆角矩形 34"/>
            <p:cNvSpPr/>
            <p:nvPr/>
          </p:nvSpPr>
          <p:spPr>
            <a:xfrm rot="5400000">
              <a:off x="14544"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圆角矩形 34"/>
            <p:cNvSpPr/>
            <p:nvPr/>
          </p:nvSpPr>
          <p:spPr>
            <a:xfrm rot="5400000">
              <a:off x="15077"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圆角矩形 34"/>
            <p:cNvSpPr/>
            <p:nvPr/>
          </p:nvSpPr>
          <p:spPr>
            <a:xfrm rot="5400000">
              <a:off x="15611"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圆角矩形 34"/>
            <p:cNvSpPr/>
            <p:nvPr/>
          </p:nvSpPr>
          <p:spPr>
            <a:xfrm rot="5400000">
              <a:off x="16145" y="8365"/>
              <a:ext cx="1849" cy="414"/>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Line 106"/>
            <p:cNvSpPr>
              <a:spLocks noChangeShapeType="1"/>
            </p:cNvSpPr>
            <p:nvPr/>
          </p:nvSpPr>
          <p:spPr bwMode="auto">
            <a:xfrm flipH="1" flipV="1">
              <a:off x="1596" y="7336"/>
              <a:ext cx="15472"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Line 112"/>
            <p:cNvSpPr>
              <a:spLocks noChangeShapeType="1"/>
            </p:cNvSpPr>
            <p:nvPr/>
          </p:nvSpPr>
          <p:spPr bwMode="auto">
            <a:xfrm>
              <a:off x="1596"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Line 112"/>
            <p:cNvSpPr>
              <a:spLocks noChangeShapeType="1"/>
            </p:cNvSpPr>
            <p:nvPr/>
          </p:nvSpPr>
          <p:spPr bwMode="auto">
            <a:xfrm>
              <a:off x="2130"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Line 112"/>
            <p:cNvSpPr>
              <a:spLocks noChangeShapeType="1"/>
            </p:cNvSpPr>
            <p:nvPr/>
          </p:nvSpPr>
          <p:spPr bwMode="auto">
            <a:xfrm>
              <a:off x="2663"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Line 112"/>
            <p:cNvSpPr>
              <a:spLocks noChangeShapeType="1"/>
            </p:cNvSpPr>
            <p:nvPr/>
          </p:nvSpPr>
          <p:spPr bwMode="auto">
            <a:xfrm>
              <a:off x="3196"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Line 112"/>
            <p:cNvSpPr>
              <a:spLocks noChangeShapeType="1"/>
            </p:cNvSpPr>
            <p:nvPr/>
          </p:nvSpPr>
          <p:spPr bwMode="auto">
            <a:xfrm>
              <a:off x="3729"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9" name="Line 112"/>
            <p:cNvSpPr>
              <a:spLocks noChangeShapeType="1"/>
            </p:cNvSpPr>
            <p:nvPr/>
          </p:nvSpPr>
          <p:spPr bwMode="auto">
            <a:xfrm>
              <a:off x="426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0" name="Line 112"/>
            <p:cNvSpPr>
              <a:spLocks noChangeShapeType="1"/>
            </p:cNvSpPr>
            <p:nvPr/>
          </p:nvSpPr>
          <p:spPr bwMode="auto">
            <a:xfrm>
              <a:off x="479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Line 112"/>
            <p:cNvSpPr>
              <a:spLocks noChangeShapeType="1"/>
            </p:cNvSpPr>
            <p:nvPr/>
          </p:nvSpPr>
          <p:spPr bwMode="auto">
            <a:xfrm>
              <a:off x="532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Line 112"/>
            <p:cNvSpPr>
              <a:spLocks noChangeShapeType="1"/>
            </p:cNvSpPr>
            <p:nvPr/>
          </p:nvSpPr>
          <p:spPr bwMode="auto">
            <a:xfrm>
              <a:off x="586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Line 112"/>
            <p:cNvSpPr>
              <a:spLocks noChangeShapeType="1"/>
            </p:cNvSpPr>
            <p:nvPr/>
          </p:nvSpPr>
          <p:spPr bwMode="auto">
            <a:xfrm>
              <a:off x="639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Line 112"/>
            <p:cNvSpPr>
              <a:spLocks noChangeShapeType="1"/>
            </p:cNvSpPr>
            <p:nvPr/>
          </p:nvSpPr>
          <p:spPr bwMode="auto">
            <a:xfrm>
              <a:off x="692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Line 112"/>
            <p:cNvSpPr>
              <a:spLocks noChangeShapeType="1"/>
            </p:cNvSpPr>
            <p:nvPr/>
          </p:nvSpPr>
          <p:spPr bwMode="auto">
            <a:xfrm>
              <a:off x="7461"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Line 112"/>
            <p:cNvSpPr>
              <a:spLocks noChangeShapeType="1"/>
            </p:cNvSpPr>
            <p:nvPr/>
          </p:nvSpPr>
          <p:spPr bwMode="auto">
            <a:xfrm>
              <a:off x="8007"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Line 112"/>
            <p:cNvSpPr>
              <a:spLocks noChangeShapeType="1"/>
            </p:cNvSpPr>
            <p:nvPr/>
          </p:nvSpPr>
          <p:spPr bwMode="auto">
            <a:xfrm>
              <a:off x="8540"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Line 112"/>
            <p:cNvSpPr>
              <a:spLocks noChangeShapeType="1"/>
            </p:cNvSpPr>
            <p:nvPr/>
          </p:nvSpPr>
          <p:spPr bwMode="auto">
            <a:xfrm>
              <a:off x="9073"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Line 112"/>
            <p:cNvSpPr>
              <a:spLocks noChangeShapeType="1"/>
            </p:cNvSpPr>
            <p:nvPr/>
          </p:nvSpPr>
          <p:spPr bwMode="auto">
            <a:xfrm>
              <a:off x="9606"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Line 112"/>
            <p:cNvSpPr>
              <a:spLocks noChangeShapeType="1"/>
            </p:cNvSpPr>
            <p:nvPr/>
          </p:nvSpPr>
          <p:spPr bwMode="auto">
            <a:xfrm>
              <a:off x="10139"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Line 112"/>
            <p:cNvSpPr>
              <a:spLocks noChangeShapeType="1"/>
            </p:cNvSpPr>
            <p:nvPr/>
          </p:nvSpPr>
          <p:spPr bwMode="auto">
            <a:xfrm>
              <a:off x="10672"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Line 112"/>
            <p:cNvSpPr>
              <a:spLocks noChangeShapeType="1"/>
            </p:cNvSpPr>
            <p:nvPr/>
          </p:nvSpPr>
          <p:spPr bwMode="auto">
            <a:xfrm>
              <a:off x="11205"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Line 112"/>
            <p:cNvSpPr>
              <a:spLocks noChangeShapeType="1"/>
            </p:cNvSpPr>
            <p:nvPr/>
          </p:nvSpPr>
          <p:spPr bwMode="auto">
            <a:xfrm>
              <a:off x="11738"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Line 112"/>
            <p:cNvSpPr>
              <a:spLocks noChangeShapeType="1"/>
            </p:cNvSpPr>
            <p:nvPr/>
          </p:nvSpPr>
          <p:spPr bwMode="auto">
            <a:xfrm>
              <a:off x="12272"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Line 112"/>
            <p:cNvSpPr>
              <a:spLocks noChangeShapeType="1"/>
            </p:cNvSpPr>
            <p:nvPr/>
          </p:nvSpPr>
          <p:spPr bwMode="auto">
            <a:xfrm>
              <a:off x="12805"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Line 112"/>
            <p:cNvSpPr>
              <a:spLocks noChangeShapeType="1"/>
            </p:cNvSpPr>
            <p:nvPr/>
          </p:nvSpPr>
          <p:spPr bwMode="auto">
            <a:xfrm>
              <a:off x="13338"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Line 112"/>
            <p:cNvSpPr>
              <a:spLocks noChangeShapeType="1"/>
            </p:cNvSpPr>
            <p:nvPr/>
          </p:nvSpPr>
          <p:spPr bwMode="auto">
            <a:xfrm>
              <a:off x="13871" y="7336"/>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Line 112"/>
            <p:cNvSpPr>
              <a:spLocks noChangeShapeType="1"/>
            </p:cNvSpPr>
            <p:nvPr/>
          </p:nvSpPr>
          <p:spPr bwMode="auto">
            <a:xfrm>
              <a:off x="14402"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Line 112"/>
            <p:cNvSpPr>
              <a:spLocks noChangeShapeType="1"/>
            </p:cNvSpPr>
            <p:nvPr/>
          </p:nvSpPr>
          <p:spPr bwMode="auto">
            <a:xfrm>
              <a:off x="1493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Line 112"/>
            <p:cNvSpPr>
              <a:spLocks noChangeShapeType="1"/>
            </p:cNvSpPr>
            <p:nvPr/>
          </p:nvSpPr>
          <p:spPr bwMode="auto">
            <a:xfrm>
              <a:off x="1546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Line 112"/>
            <p:cNvSpPr>
              <a:spLocks noChangeShapeType="1"/>
            </p:cNvSpPr>
            <p:nvPr/>
          </p:nvSpPr>
          <p:spPr bwMode="auto">
            <a:xfrm>
              <a:off x="16001"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Line 112"/>
            <p:cNvSpPr>
              <a:spLocks noChangeShapeType="1"/>
            </p:cNvSpPr>
            <p:nvPr/>
          </p:nvSpPr>
          <p:spPr bwMode="auto">
            <a:xfrm>
              <a:off x="16535"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Line 112"/>
            <p:cNvSpPr>
              <a:spLocks noChangeShapeType="1"/>
            </p:cNvSpPr>
            <p:nvPr/>
          </p:nvSpPr>
          <p:spPr bwMode="auto">
            <a:xfrm>
              <a:off x="17068" y="7333"/>
              <a:ext cx="0" cy="311"/>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12" name="文本占位符 374"/>
          <p:cNvSpPr>
            <a:spLocks noGrp="1"/>
          </p:cNvSpPr>
          <p:nvPr>
            <p:ph type="body" sz="quarter" idx="60" hasCustomPrompt="1"/>
          </p:nvPr>
        </p:nvSpPr>
        <p:spPr>
          <a:xfrm>
            <a:off x="5426895" y="1413491"/>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213" name="文本占位符 374"/>
          <p:cNvSpPr>
            <a:spLocks noGrp="1"/>
          </p:cNvSpPr>
          <p:nvPr>
            <p:ph type="body" sz="quarter" idx="61" hasCustomPrompt="1"/>
          </p:nvPr>
        </p:nvSpPr>
        <p:spPr>
          <a:xfrm>
            <a:off x="5404035" y="2072215"/>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214" name="文本占位符 374"/>
          <p:cNvSpPr>
            <a:spLocks noGrp="1"/>
          </p:cNvSpPr>
          <p:nvPr>
            <p:ph type="body" sz="quarter" idx="62" hasCustomPrompt="1"/>
          </p:nvPr>
        </p:nvSpPr>
        <p:spPr>
          <a:xfrm>
            <a:off x="1264657" y="3967711"/>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6" name="文本占位符 374"/>
          <p:cNvSpPr>
            <a:spLocks noGrp="1"/>
          </p:cNvSpPr>
          <p:nvPr>
            <p:ph type="body" sz="quarter" idx="63" hasCustomPrompt="1"/>
          </p:nvPr>
        </p:nvSpPr>
        <p:spPr>
          <a:xfrm>
            <a:off x="2310820"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7" name="文本占位符 374"/>
          <p:cNvSpPr>
            <a:spLocks noGrp="1"/>
          </p:cNvSpPr>
          <p:nvPr>
            <p:ph type="body" sz="quarter" idx="64" hasCustomPrompt="1"/>
          </p:nvPr>
        </p:nvSpPr>
        <p:spPr>
          <a:xfrm>
            <a:off x="3336793"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8" name="文本占位符 374"/>
          <p:cNvSpPr>
            <a:spLocks noGrp="1"/>
          </p:cNvSpPr>
          <p:nvPr>
            <p:ph type="body" sz="quarter" idx="65" hasCustomPrompt="1"/>
          </p:nvPr>
        </p:nvSpPr>
        <p:spPr>
          <a:xfrm>
            <a:off x="4362766"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19" name="文本占位符 374"/>
          <p:cNvSpPr>
            <a:spLocks noGrp="1"/>
          </p:cNvSpPr>
          <p:nvPr>
            <p:ph type="body" sz="quarter" idx="66" hasCustomPrompt="1"/>
          </p:nvPr>
        </p:nvSpPr>
        <p:spPr>
          <a:xfrm>
            <a:off x="5388739"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0" name="文本占位符 374"/>
          <p:cNvSpPr>
            <a:spLocks noGrp="1"/>
          </p:cNvSpPr>
          <p:nvPr>
            <p:ph type="body" sz="quarter" idx="67" hasCustomPrompt="1"/>
          </p:nvPr>
        </p:nvSpPr>
        <p:spPr>
          <a:xfrm>
            <a:off x="6414712"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1" name="文本占位符 374"/>
          <p:cNvSpPr>
            <a:spLocks noGrp="1"/>
          </p:cNvSpPr>
          <p:nvPr>
            <p:ph type="body" sz="quarter" idx="68" hasCustomPrompt="1"/>
          </p:nvPr>
        </p:nvSpPr>
        <p:spPr>
          <a:xfrm>
            <a:off x="7440685"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2" name="文本占位符 374"/>
          <p:cNvSpPr>
            <a:spLocks noGrp="1"/>
          </p:cNvSpPr>
          <p:nvPr>
            <p:ph type="body" sz="quarter" idx="69" hasCustomPrompt="1"/>
          </p:nvPr>
        </p:nvSpPr>
        <p:spPr>
          <a:xfrm>
            <a:off x="8466658"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3" name="文本占位符 374"/>
          <p:cNvSpPr>
            <a:spLocks noGrp="1"/>
          </p:cNvSpPr>
          <p:nvPr>
            <p:ph type="body" sz="quarter" idx="70" hasCustomPrompt="1"/>
          </p:nvPr>
        </p:nvSpPr>
        <p:spPr>
          <a:xfrm>
            <a:off x="9514403" y="397706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4" name="文本占位符 374"/>
          <p:cNvSpPr>
            <a:spLocks noGrp="1"/>
          </p:cNvSpPr>
          <p:nvPr>
            <p:ph type="body" sz="quarter" idx="71" hasCustomPrompt="1"/>
          </p:nvPr>
        </p:nvSpPr>
        <p:spPr>
          <a:xfrm>
            <a:off x="2007738" y="3085775"/>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5" name="文本占位符 374"/>
          <p:cNvSpPr>
            <a:spLocks noGrp="1"/>
          </p:cNvSpPr>
          <p:nvPr>
            <p:ph type="body" sz="quarter" idx="72" hasCustomPrompt="1"/>
          </p:nvPr>
        </p:nvSpPr>
        <p:spPr>
          <a:xfrm>
            <a:off x="3368910" y="3074819"/>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6" name="文本占位符 374"/>
          <p:cNvSpPr>
            <a:spLocks noGrp="1"/>
          </p:cNvSpPr>
          <p:nvPr>
            <p:ph type="body" sz="quarter" idx="73" hasCustomPrompt="1"/>
          </p:nvPr>
        </p:nvSpPr>
        <p:spPr>
          <a:xfrm>
            <a:off x="4730082" y="3063863"/>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7" name="文本占位符 374"/>
          <p:cNvSpPr>
            <a:spLocks noGrp="1"/>
          </p:cNvSpPr>
          <p:nvPr>
            <p:ph type="body" sz="quarter" idx="74" hasCustomPrompt="1"/>
          </p:nvPr>
        </p:nvSpPr>
        <p:spPr>
          <a:xfrm>
            <a:off x="6091254" y="305290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8" name="文本占位符 374"/>
          <p:cNvSpPr>
            <a:spLocks noGrp="1"/>
          </p:cNvSpPr>
          <p:nvPr>
            <p:ph type="body" sz="quarter" idx="75" hasCustomPrompt="1"/>
          </p:nvPr>
        </p:nvSpPr>
        <p:spPr>
          <a:xfrm>
            <a:off x="7452426" y="305283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29" name="文本占位符 374"/>
          <p:cNvSpPr>
            <a:spLocks noGrp="1"/>
          </p:cNvSpPr>
          <p:nvPr>
            <p:ph type="body" sz="quarter" idx="76" hasCustomPrompt="1"/>
          </p:nvPr>
        </p:nvSpPr>
        <p:spPr>
          <a:xfrm>
            <a:off x="8791826" y="3052767"/>
            <a:ext cx="1216287" cy="346274"/>
          </a:xfrm>
          <a:prstGeom prst="rect">
            <a:avLst/>
          </a:prstGeom>
        </p:spPr>
        <p:txBody>
          <a:bodyPr/>
          <a:lstStyle>
            <a:lvl1pPr marL="0" indent="0" algn="ctr">
              <a:buNone/>
              <a:defRPr sz="1400" b="1">
                <a:solidFill>
                  <a:schemeClr val="accent1"/>
                </a:solidFill>
                <a:latin typeface="+mj-ea"/>
                <a:ea typeface="+mj-ea"/>
              </a:defRPr>
            </a:lvl1pPr>
          </a:lstStyle>
          <a:p>
            <a:pPr lvl="0"/>
            <a:r>
              <a:rPr lang="zh-CN" altLang="en-US" dirty="0"/>
              <a:t>关键词</a:t>
            </a:r>
            <a:endParaRPr lang="zh-CN" altLang="en-US" dirty="0"/>
          </a:p>
        </p:txBody>
      </p:sp>
      <p:sp>
        <p:nvSpPr>
          <p:cNvPr id="231" name="竖排文字占位符 230"/>
          <p:cNvSpPr>
            <a:spLocks noGrp="1"/>
          </p:cNvSpPr>
          <p:nvPr>
            <p:ph type="body" orient="vert" sz="quarter" idx="77" hasCustomPrompt="1"/>
          </p:nvPr>
        </p:nvSpPr>
        <p:spPr>
          <a:xfrm flipH="1">
            <a:off x="1058589"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32" name="竖排文字占位符 230"/>
          <p:cNvSpPr>
            <a:spLocks noGrp="1"/>
          </p:cNvSpPr>
          <p:nvPr>
            <p:ph type="body" orient="vert" sz="quarter" idx="78" hasCustomPrompt="1"/>
          </p:nvPr>
        </p:nvSpPr>
        <p:spPr>
          <a:xfrm flipH="1">
            <a:off x="1397044"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2" name="竖排文字占位符 230"/>
          <p:cNvSpPr>
            <a:spLocks noGrp="1"/>
          </p:cNvSpPr>
          <p:nvPr>
            <p:ph type="body" orient="vert" sz="quarter" idx="79" hasCustomPrompt="1"/>
          </p:nvPr>
        </p:nvSpPr>
        <p:spPr>
          <a:xfrm flipH="1">
            <a:off x="1732323"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3" name="竖排文字占位符 230"/>
          <p:cNvSpPr>
            <a:spLocks noGrp="1"/>
          </p:cNvSpPr>
          <p:nvPr>
            <p:ph type="body" orient="vert" sz="quarter" idx="80" hasCustomPrompt="1"/>
          </p:nvPr>
        </p:nvSpPr>
        <p:spPr>
          <a:xfrm flipH="1">
            <a:off x="2067602"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4" name="竖排文字占位符 230"/>
          <p:cNvSpPr>
            <a:spLocks noGrp="1"/>
          </p:cNvSpPr>
          <p:nvPr>
            <p:ph type="body" orient="vert" sz="quarter" idx="81" hasCustomPrompt="1"/>
          </p:nvPr>
        </p:nvSpPr>
        <p:spPr>
          <a:xfrm flipH="1">
            <a:off x="2402881"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45" name="竖排文字占位符 230"/>
          <p:cNvSpPr>
            <a:spLocks noGrp="1"/>
          </p:cNvSpPr>
          <p:nvPr>
            <p:ph type="body" orient="vert" sz="quarter" idx="82" hasCustomPrompt="1"/>
          </p:nvPr>
        </p:nvSpPr>
        <p:spPr>
          <a:xfrm flipH="1">
            <a:off x="2754378" y="469810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64" name="竖排文字占位符 230"/>
          <p:cNvSpPr>
            <a:spLocks noGrp="1"/>
          </p:cNvSpPr>
          <p:nvPr>
            <p:ph type="body" orient="vert" sz="quarter" idx="83" hasCustomPrompt="1"/>
          </p:nvPr>
        </p:nvSpPr>
        <p:spPr>
          <a:xfrm flipH="1">
            <a:off x="3096094" y="469810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69" name="竖排文字占位符 230"/>
          <p:cNvSpPr>
            <a:spLocks noGrp="1"/>
          </p:cNvSpPr>
          <p:nvPr>
            <p:ph type="body" orient="vert" sz="quarter" idx="84" hasCustomPrompt="1"/>
          </p:nvPr>
        </p:nvSpPr>
        <p:spPr>
          <a:xfrm flipH="1">
            <a:off x="3448109" y="4698101"/>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0" name="竖排文字占位符 230"/>
          <p:cNvSpPr>
            <a:spLocks noGrp="1"/>
          </p:cNvSpPr>
          <p:nvPr>
            <p:ph type="body" orient="vert" sz="quarter" idx="85" hasCustomPrompt="1"/>
          </p:nvPr>
        </p:nvSpPr>
        <p:spPr>
          <a:xfrm flipH="1">
            <a:off x="3789540"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1" name="竖排文字占位符 230"/>
          <p:cNvSpPr>
            <a:spLocks noGrp="1"/>
          </p:cNvSpPr>
          <p:nvPr>
            <p:ph type="body" orient="vert" sz="quarter" idx="86" hasCustomPrompt="1"/>
          </p:nvPr>
        </p:nvSpPr>
        <p:spPr>
          <a:xfrm flipH="1">
            <a:off x="4114412"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2" name="竖排文字占位符 230"/>
          <p:cNvSpPr>
            <a:spLocks noGrp="1"/>
          </p:cNvSpPr>
          <p:nvPr>
            <p:ph type="body" orient="vert" sz="quarter" idx="87" hasCustomPrompt="1"/>
          </p:nvPr>
        </p:nvSpPr>
        <p:spPr>
          <a:xfrm flipH="1">
            <a:off x="4457266"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3" name="竖排文字占位符 230"/>
          <p:cNvSpPr>
            <a:spLocks noGrp="1"/>
          </p:cNvSpPr>
          <p:nvPr>
            <p:ph type="body" orient="vert" sz="quarter" idx="88" hasCustomPrompt="1"/>
          </p:nvPr>
        </p:nvSpPr>
        <p:spPr>
          <a:xfrm flipH="1">
            <a:off x="4792606" y="4699449"/>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4" name="竖排文字占位符 230"/>
          <p:cNvSpPr>
            <a:spLocks noGrp="1"/>
          </p:cNvSpPr>
          <p:nvPr>
            <p:ph type="body" orient="vert" sz="quarter" idx="89" hasCustomPrompt="1"/>
          </p:nvPr>
        </p:nvSpPr>
        <p:spPr>
          <a:xfrm flipH="1">
            <a:off x="5147559" y="4698097"/>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5" name="竖排文字占位符 230"/>
          <p:cNvSpPr>
            <a:spLocks noGrp="1"/>
          </p:cNvSpPr>
          <p:nvPr>
            <p:ph type="body" orient="vert" sz="quarter" idx="90" hasCustomPrompt="1"/>
          </p:nvPr>
        </p:nvSpPr>
        <p:spPr>
          <a:xfrm flipH="1">
            <a:off x="5473637" y="4696745"/>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6" name="竖排文字占位符 230"/>
          <p:cNvSpPr>
            <a:spLocks noGrp="1"/>
          </p:cNvSpPr>
          <p:nvPr>
            <p:ph type="body" orient="vert" sz="quarter" idx="91" hasCustomPrompt="1"/>
          </p:nvPr>
        </p:nvSpPr>
        <p:spPr>
          <a:xfrm flipH="1">
            <a:off x="5818965"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7" name="竖排文字占位符 230"/>
          <p:cNvSpPr>
            <a:spLocks noGrp="1"/>
          </p:cNvSpPr>
          <p:nvPr>
            <p:ph type="body" orient="vert" sz="quarter" idx="92" hasCustomPrompt="1"/>
          </p:nvPr>
        </p:nvSpPr>
        <p:spPr>
          <a:xfrm flipH="1">
            <a:off x="615702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8" name="竖排文字占位符 230"/>
          <p:cNvSpPr>
            <a:spLocks noGrp="1"/>
          </p:cNvSpPr>
          <p:nvPr>
            <p:ph type="body" orient="vert" sz="quarter" idx="93" hasCustomPrompt="1"/>
          </p:nvPr>
        </p:nvSpPr>
        <p:spPr>
          <a:xfrm flipH="1">
            <a:off x="6488159"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79" name="竖排文字占位符 230"/>
          <p:cNvSpPr>
            <a:spLocks noGrp="1"/>
          </p:cNvSpPr>
          <p:nvPr>
            <p:ph type="body" orient="vert" sz="quarter" idx="94" hasCustomPrompt="1"/>
          </p:nvPr>
        </p:nvSpPr>
        <p:spPr>
          <a:xfrm flipH="1">
            <a:off x="681929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0" name="竖排文字占位符 230"/>
          <p:cNvSpPr>
            <a:spLocks noGrp="1"/>
          </p:cNvSpPr>
          <p:nvPr>
            <p:ph type="body" orient="vert" sz="quarter" idx="95" hasCustomPrompt="1"/>
          </p:nvPr>
        </p:nvSpPr>
        <p:spPr>
          <a:xfrm flipH="1">
            <a:off x="7150429"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1" name="竖排文字占位符 230"/>
          <p:cNvSpPr>
            <a:spLocks noGrp="1"/>
          </p:cNvSpPr>
          <p:nvPr>
            <p:ph type="body" orient="vert" sz="quarter" idx="96" hasCustomPrompt="1"/>
          </p:nvPr>
        </p:nvSpPr>
        <p:spPr>
          <a:xfrm flipH="1">
            <a:off x="7481564"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2" name="竖排文字占位符 230"/>
          <p:cNvSpPr>
            <a:spLocks noGrp="1"/>
          </p:cNvSpPr>
          <p:nvPr>
            <p:ph type="body" orient="vert" sz="quarter" idx="97" hasCustomPrompt="1"/>
          </p:nvPr>
        </p:nvSpPr>
        <p:spPr>
          <a:xfrm flipH="1">
            <a:off x="7846567"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3" name="竖排文字占位符 230"/>
          <p:cNvSpPr>
            <a:spLocks noGrp="1"/>
          </p:cNvSpPr>
          <p:nvPr>
            <p:ph type="body" orient="vert" sz="quarter" idx="98" hasCustomPrompt="1"/>
          </p:nvPr>
        </p:nvSpPr>
        <p:spPr>
          <a:xfrm flipH="1">
            <a:off x="8180121"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7" name="竖排文字占位符 230"/>
          <p:cNvSpPr>
            <a:spLocks noGrp="1"/>
          </p:cNvSpPr>
          <p:nvPr>
            <p:ph type="body" orient="vert" sz="quarter" idx="99" hasCustomPrompt="1"/>
          </p:nvPr>
        </p:nvSpPr>
        <p:spPr>
          <a:xfrm flipH="1">
            <a:off x="8519421" y="4695393"/>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8" name="竖排文字占位符 230"/>
          <p:cNvSpPr>
            <a:spLocks noGrp="1"/>
          </p:cNvSpPr>
          <p:nvPr>
            <p:ph type="body" orient="vert" sz="quarter" idx="100" hasCustomPrompt="1"/>
          </p:nvPr>
        </p:nvSpPr>
        <p:spPr>
          <a:xfrm flipH="1">
            <a:off x="8863373" y="4684756"/>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89" name="竖排文字占位符 230"/>
          <p:cNvSpPr>
            <a:spLocks noGrp="1"/>
          </p:cNvSpPr>
          <p:nvPr>
            <p:ph type="body" orient="vert" sz="quarter" idx="101" hasCustomPrompt="1"/>
          </p:nvPr>
        </p:nvSpPr>
        <p:spPr>
          <a:xfrm flipH="1">
            <a:off x="9207325" y="4674119"/>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0" name="竖排文字占位符 230"/>
          <p:cNvSpPr>
            <a:spLocks noGrp="1"/>
          </p:cNvSpPr>
          <p:nvPr>
            <p:ph type="body" orient="vert" sz="quarter" idx="102" hasCustomPrompt="1"/>
          </p:nvPr>
        </p:nvSpPr>
        <p:spPr>
          <a:xfrm flipH="1">
            <a:off x="9551277"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1" name="竖排文字占位符 230"/>
          <p:cNvSpPr>
            <a:spLocks noGrp="1"/>
          </p:cNvSpPr>
          <p:nvPr>
            <p:ph type="body" orient="vert" sz="quarter" idx="103" hasCustomPrompt="1"/>
          </p:nvPr>
        </p:nvSpPr>
        <p:spPr>
          <a:xfrm flipH="1">
            <a:off x="9895229"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2" name="竖排文字占位符 230"/>
          <p:cNvSpPr>
            <a:spLocks noGrp="1"/>
          </p:cNvSpPr>
          <p:nvPr>
            <p:ph type="body" orient="vert" sz="quarter" idx="104" hasCustomPrompt="1"/>
          </p:nvPr>
        </p:nvSpPr>
        <p:spPr>
          <a:xfrm flipH="1">
            <a:off x="10239181"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3" name="竖排文字占位符 230"/>
          <p:cNvSpPr>
            <a:spLocks noGrp="1"/>
          </p:cNvSpPr>
          <p:nvPr>
            <p:ph type="body" orient="vert" sz="quarter" idx="105" hasCustomPrompt="1"/>
          </p:nvPr>
        </p:nvSpPr>
        <p:spPr>
          <a:xfrm flipH="1">
            <a:off x="10583133"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sp>
        <p:nvSpPr>
          <p:cNvPr id="294" name="竖排文字占位符 230"/>
          <p:cNvSpPr>
            <a:spLocks noGrp="1"/>
          </p:cNvSpPr>
          <p:nvPr>
            <p:ph type="body" orient="vert" sz="quarter" idx="106" hasCustomPrompt="1"/>
          </p:nvPr>
        </p:nvSpPr>
        <p:spPr>
          <a:xfrm flipH="1">
            <a:off x="10927085" y="4663482"/>
            <a:ext cx="255861" cy="1132555"/>
          </a:xfrm>
          <a:prstGeom prst="rect">
            <a:avLst/>
          </a:prstGeom>
        </p:spPr>
        <p:txBody>
          <a:bodyPr vert="eaVert"/>
          <a:lstStyle>
            <a:lvl1pPr marL="0" indent="0" algn="ctr">
              <a:buNone/>
              <a:defRPr sz="1000">
                <a:solidFill>
                  <a:schemeClr val="accent1"/>
                </a:solidFill>
              </a:defRPr>
            </a:lvl1pPr>
          </a:lstStyle>
          <a:p>
            <a:pPr lvl="0"/>
            <a:r>
              <a:rPr lang="zh-CN" altLang="en-US" dirty="0"/>
              <a:t>关键词</a:t>
            </a:r>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架构图-3">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grpSp>
        <p:nvGrpSpPr>
          <p:cNvPr id="3" name="组合 2"/>
          <p:cNvGrpSpPr/>
          <p:nvPr userDrawn="1"/>
        </p:nvGrpSpPr>
        <p:grpSpPr>
          <a:xfrm>
            <a:off x="2227560" y="1579564"/>
            <a:ext cx="7500377" cy="4000500"/>
            <a:chOff x="5314" y="2465"/>
            <a:chExt cx="8685" cy="6300"/>
          </a:xfrm>
        </p:grpSpPr>
        <p:sp>
          <p:nvSpPr>
            <p:cNvPr id="4" name="Line 107"/>
            <p:cNvSpPr>
              <a:spLocks noChangeShapeType="1"/>
            </p:cNvSpPr>
            <p:nvPr/>
          </p:nvSpPr>
          <p:spPr bwMode="auto">
            <a:xfrm>
              <a:off x="10582" y="6914"/>
              <a:ext cx="0" cy="142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 name="Line 104"/>
            <p:cNvSpPr>
              <a:spLocks noChangeShapeType="1"/>
            </p:cNvSpPr>
            <p:nvPr/>
          </p:nvSpPr>
          <p:spPr bwMode="auto">
            <a:xfrm flipH="1">
              <a:off x="9337" y="2991"/>
              <a:ext cx="0" cy="170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 name="Line 112"/>
            <p:cNvSpPr>
              <a:spLocks noChangeShapeType="1"/>
            </p:cNvSpPr>
            <p:nvPr/>
          </p:nvSpPr>
          <p:spPr bwMode="auto">
            <a:xfrm flipH="1">
              <a:off x="6658" y="4674"/>
              <a:ext cx="32" cy="3553"/>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dirty="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圆角矩形 8"/>
            <p:cNvSpPr/>
            <p:nvPr/>
          </p:nvSpPr>
          <p:spPr>
            <a:xfrm>
              <a:off x="7958" y="2465"/>
              <a:ext cx="2705" cy="599"/>
            </a:xfrm>
            <a:prstGeom prst="roundRect">
              <a:avLst/>
            </a:pr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accent5"/>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Line 106"/>
            <p:cNvSpPr>
              <a:spLocks noChangeShapeType="1"/>
            </p:cNvSpPr>
            <p:nvPr/>
          </p:nvSpPr>
          <p:spPr bwMode="auto">
            <a:xfrm flipH="1">
              <a:off x="6686" y="4674"/>
              <a:ext cx="5287"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Line 107"/>
            <p:cNvSpPr>
              <a:spLocks noChangeShapeType="1"/>
            </p:cNvSpPr>
            <p:nvPr/>
          </p:nvSpPr>
          <p:spPr bwMode="auto">
            <a:xfrm>
              <a:off x="11973" y="4691"/>
              <a:ext cx="0" cy="1364"/>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Line 108"/>
            <p:cNvSpPr>
              <a:spLocks noChangeShapeType="1"/>
            </p:cNvSpPr>
            <p:nvPr/>
          </p:nvSpPr>
          <p:spPr bwMode="auto">
            <a:xfrm flipH="1">
              <a:off x="10582" y="6044"/>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Line 106"/>
            <p:cNvSpPr>
              <a:spLocks noChangeShapeType="1"/>
            </p:cNvSpPr>
            <p:nvPr/>
          </p:nvSpPr>
          <p:spPr bwMode="auto">
            <a:xfrm flipH="1" flipV="1">
              <a:off x="10556" y="6054"/>
              <a:ext cx="2705" cy="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Line 107"/>
            <p:cNvSpPr>
              <a:spLocks noChangeShapeType="1"/>
            </p:cNvSpPr>
            <p:nvPr/>
          </p:nvSpPr>
          <p:spPr bwMode="auto">
            <a:xfrm>
              <a:off x="13261" y="6044"/>
              <a:ext cx="0" cy="486"/>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圆角矩形 34"/>
            <p:cNvSpPr/>
            <p:nvPr/>
          </p:nvSpPr>
          <p:spPr>
            <a:xfrm>
              <a:off x="9783" y="7337"/>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标题 4"/>
            <p:cNvSpPr txBox="1"/>
            <p:nvPr/>
          </p:nvSpPr>
          <p:spPr>
            <a:xfrm>
              <a:off x="9881" y="7373"/>
              <a:ext cx="1335" cy="465"/>
            </a:xfrm>
            <a:prstGeom prst="rect">
              <a:avLst/>
            </a:prstGeom>
            <a:solidFill>
              <a:schemeClr val="tx1">
                <a:lumMod val="65000"/>
                <a:lumOff val="35000"/>
              </a:schemeClr>
            </a:solidFill>
          </p:spPr>
          <p:txBody>
            <a:bodyPr vert="horz" lIns="68562" tIns="34281" rIns="68562" bIns="34281" rtlCol="0" anchor="ctr">
              <a:noAutofit/>
            </a:bodyPr>
            <a:lstStyle>
              <a:defPPr>
                <a:defRPr lang="en-US"/>
              </a:defPPr>
              <a:lvl1pPr algn="ctr" defTabSz="914400" fontAlgn="ctr">
                <a:spcBef>
                  <a:spcPts val="0"/>
                </a:spcBef>
                <a:spcAft>
                  <a:spcPts val="0"/>
                </a:spcAft>
                <a:buClr>
                  <a:srgbClr val="FF0000"/>
                </a:buClr>
                <a:buSzPct val="70000"/>
                <a:buNone/>
                <a:defRPr sz="1000">
                  <a:solidFill>
                    <a:schemeClr val="bg1"/>
                  </a:solidFill>
                  <a:cs typeface="+mn-ea"/>
                </a:defRPr>
              </a:lvl1p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32" name="圆角矩形 34"/>
            <p:cNvSpPr/>
            <p:nvPr/>
          </p:nvSpPr>
          <p:spPr>
            <a:xfrm>
              <a:off x="9783" y="8228"/>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标题 4"/>
            <p:cNvSpPr txBox="1"/>
            <p:nvPr/>
          </p:nvSpPr>
          <p:spPr>
            <a:xfrm>
              <a:off x="9862" y="8235"/>
              <a:ext cx="1335" cy="465"/>
            </a:xfrm>
            <a:prstGeom prst="rect">
              <a:avLst/>
            </a:prstGeom>
            <a:solidFill>
              <a:schemeClr val="tx1">
                <a:lumMod val="65000"/>
                <a:lumOff val="35000"/>
              </a:schemeClr>
            </a:solid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0" name="组合 39"/>
            <p:cNvGrpSpPr/>
            <p:nvPr/>
          </p:nvGrpSpPr>
          <p:grpSpPr>
            <a:xfrm>
              <a:off x="9791" y="6481"/>
              <a:ext cx="1529" cy="537"/>
              <a:chOff x="6774781" y="1916832"/>
              <a:chExt cx="1699070" cy="541811"/>
            </a:xfrm>
            <a:solidFill>
              <a:schemeClr val="tx1">
                <a:lumMod val="65000"/>
                <a:lumOff val="35000"/>
              </a:schemeClr>
            </a:solidFill>
          </p:grpSpPr>
          <p:sp>
            <p:nvSpPr>
              <p:cNvPr id="68" name="圆角矩形 34"/>
              <p:cNvSpPr/>
              <p:nvPr/>
            </p:nvSpPr>
            <p:spPr>
              <a:xfrm>
                <a:off x="6774781" y="1916832"/>
                <a:ext cx="1699070" cy="54181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9" name="标题 4"/>
              <p:cNvSpPr txBox="1"/>
              <p:nvPr/>
            </p:nvSpPr>
            <p:spPr>
              <a:xfrm>
                <a:off x="6882744" y="1953155"/>
                <a:ext cx="1483145" cy="469166"/>
              </a:xfrm>
              <a:prstGeom prst="rect">
                <a:avLst/>
              </a:prstGeom>
              <a:grp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48" name="圆角矩形 34"/>
            <p:cNvSpPr/>
            <p:nvPr/>
          </p:nvSpPr>
          <p:spPr>
            <a:xfrm>
              <a:off x="5334" y="6417"/>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圆角矩形 8"/>
            <p:cNvSpPr/>
            <p:nvPr/>
          </p:nvSpPr>
          <p:spPr>
            <a:xfrm>
              <a:off x="7984" y="3519"/>
              <a:ext cx="2705" cy="599"/>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圆角矩形 8"/>
            <p:cNvSpPr/>
            <p:nvPr/>
          </p:nvSpPr>
          <p:spPr>
            <a:xfrm>
              <a:off x="5314" y="5189"/>
              <a:ext cx="2705" cy="59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标题 4"/>
            <p:cNvSpPr txBox="1"/>
            <p:nvPr/>
          </p:nvSpPr>
          <p:spPr>
            <a:xfrm>
              <a:off x="5421" y="5253"/>
              <a:ext cx="2490" cy="461"/>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圆角矩形 8"/>
            <p:cNvSpPr/>
            <p:nvPr/>
          </p:nvSpPr>
          <p:spPr>
            <a:xfrm>
              <a:off x="10556" y="5154"/>
              <a:ext cx="2705" cy="599"/>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标题 4"/>
            <p:cNvSpPr txBox="1"/>
            <p:nvPr/>
          </p:nvSpPr>
          <p:spPr>
            <a:xfrm>
              <a:off x="10663" y="5219"/>
              <a:ext cx="2490" cy="461"/>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圆角矩形 34"/>
            <p:cNvSpPr/>
            <p:nvPr/>
          </p:nvSpPr>
          <p:spPr>
            <a:xfrm>
              <a:off x="5334" y="7274"/>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圆角矩形 34"/>
            <p:cNvSpPr/>
            <p:nvPr/>
          </p:nvSpPr>
          <p:spPr>
            <a:xfrm>
              <a:off x="5316" y="8159"/>
              <a:ext cx="2705" cy="532"/>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dirty="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Line 107"/>
            <p:cNvSpPr>
              <a:spLocks noChangeShapeType="1"/>
            </p:cNvSpPr>
            <p:nvPr/>
          </p:nvSpPr>
          <p:spPr bwMode="auto">
            <a:xfrm>
              <a:off x="13261" y="6911"/>
              <a:ext cx="0" cy="1420"/>
            </a:xfrm>
            <a:prstGeom prst="line">
              <a:avLst/>
            </a:prstGeom>
            <a:noFill/>
            <a:ln w="12700" cap="flat">
              <a:solidFill>
                <a:schemeClr val="tx1">
                  <a:lumMod val="50000"/>
                  <a:lumOff val="50000"/>
                </a:schemeClr>
              </a:solidFill>
              <a:prstDash val="solid"/>
              <a:miter lim="800000"/>
            </a:ln>
            <a:extLst>
              <a:ext uri="{909E8E84-426E-40DD-AFC4-6F175D3DCCD1}">
                <a14:hiddenFill xmlns:a14="http://schemas.microsoft.com/office/drawing/2010/main">
                  <a:noFill/>
                </a14:hiddenFill>
              </a:ext>
            </a:extLst>
          </p:spPr>
          <p:txBody>
            <a:bodyPr vert="horz" wrap="square" lIns="68562" tIns="34281" rIns="68562" bIns="3428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350">
                <a:solidFill>
                  <a:schemeClr val="bg1">
                    <a:lumMod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圆角矩形 34"/>
            <p:cNvSpPr/>
            <p:nvPr/>
          </p:nvSpPr>
          <p:spPr>
            <a:xfrm>
              <a:off x="12462" y="7333"/>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标题 4"/>
            <p:cNvSpPr txBox="1"/>
            <p:nvPr/>
          </p:nvSpPr>
          <p:spPr>
            <a:xfrm>
              <a:off x="12560" y="7369"/>
              <a:ext cx="1335" cy="465"/>
            </a:xfrm>
            <a:prstGeom prst="rect">
              <a:avLst/>
            </a:prstGeom>
            <a:solidFill>
              <a:schemeClr val="tx1">
                <a:lumMod val="65000"/>
                <a:lumOff val="35000"/>
              </a:schemeClr>
            </a:solidFill>
          </p:spPr>
          <p:txBody>
            <a:bodyPr vert="horz" lIns="68562" tIns="34281" rIns="68562" bIns="34281" rtlCol="0" anchor="ctr">
              <a:noAutofit/>
            </a:bodyPr>
            <a:lstStyle>
              <a:defPPr>
                <a:defRPr lang="en-US"/>
              </a:defPPr>
              <a:lvl1pPr algn="ctr" defTabSz="914400" fontAlgn="ctr">
                <a:spcBef>
                  <a:spcPts val="0"/>
                </a:spcBef>
                <a:spcAft>
                  <a:spcPts val="0"/>
                </a:spcAft>
                <a:buClr>
                  <a:srgbClr val="FF0000"/>
                </a:buClr>
                <a:buSzPct val="70000"/>
                <a:buNone/>
                <a:defRPr sz="1000">
                  <a:solidFill>
                    <a:schemeClr val="bg1"/>
                  </a:solidFill>
                  <a:cs typeface="+mn-ea"/>
                </a:defRPr>
              </a:lvl1pP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3" name="圆角矩形 34"/>
            <p:cNvSpPr/>
            <p:nvPr/>
          </p:nvSpPr>
          <p:spPr>
            <a:xfrm>
              <a:off x="12462" y="8224"/>
              <a:ext cx="1529" cy="537"/>
            </a:xfrm>
            <a:prstGeom prst="round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标题 4"/>
            <p:cNvSpPr txBox="1"/>
            <p:nvPr/>
          </p:nvSpPr>
          <p:spPr>
            <a:xfrm>
              <a:off x="12541" y="8231"/>
              <a:ext cx="1335" cy="465"/>
            </a:xfrm>
            <a:prstGeom prst="rect">
              <a:avLst/>
            </a:prstGeom>
            <a:solidFill>
              <a:schemeClr val="tx1">
                <a:lumMod val="65000"/>
                <a:lumOff val="35000"/>
              </a:schemeClr>
            </a:solid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65" name="组合 64"/>
            <p:cNvGrpSpPr/>
            <p:nvPr/>
          </p:nvGrpSpPr>
          <p:grpSpPr>
            <a:xfrm>
              <a:off x="12470" y="6477"/>
              <a:ext cx="1529" cy="537"/>
              <a:chOff x="6774781" y="1916832"/>
              <a:chExt cx="1699070" cy="541811"/>
            </a:xfrm>
            <a:solidFill>
              <a:schemeClr val="tx1">
                <a:lumMod val="65000"/>
                <a:lumOff val="35000"/>
              </a:schemeClr>
            </a:solidFill>
          </p:grpSpPr>
          <p:sp>
            <p:nvSpPr>
              <p:cNvPr id="66" name="圆角矩形 34"/>
              <p:cNvSpPr/>
              <p:nvPr/>
            </p:nvSpPr>
            <p:spPr>
              <a:xfrm>
                <a:off x="6774781" y="1916832"/>
                <a:ext cx="1699070" cy="541811"/>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70C0"/>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标题 4"/>
              <p:cNvSpPr txBox="1"/>
              <p:nvPr/>
            </p:nvSpPr>
            <p:spPr>
              <a:xfrm>
                <a:off x="6882744" y="1953155"/>
                <a:ext cx="1483145" cy="469166"/>
              </a:xfrm>
              <a:prstGeom prst="rect">
                <a:avLst/>
              </a:prstGeom>
              <a:grpFill/>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ctr" fontAlgn="ctr">
                  <a:spcBef>
                    <a:spcPts val="0"/>
                  </a:spcBef>
                  <a:spcAft>
                    <a:spcPts val="0"/>
                  </a:spcAft>
                  <a:buClr>
                    <a:srgbClr val="FF0000"/>
                  </a:buClr>
                  <a:buSzPct val="70000"/>
                  <a:defRPr/>
                </a:pPr>
                <a:endPar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47" name="文本占位符 374"/>
          <p:cNvSpPr>
            <a:spLocks noGrp="1"/>
          </p:cNvSpPr>
          <p:nvPr>
            <p:ph type="body" sz="quarter" idx="47" hasCustomPrompt="1"/>
          </p:nvPr>
        </p:nvSpPr>
        <p:spPr>
          <a:xfrm>
            <a:off x="5070798" y="1619347"/>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148" name="文本占位符 374"/>
          <p:cNvSpPr>
            <a:spLocks noGrp="1"/>
          </p:cNvSpPr>
          <p:nvPr>
            <p:ph type="body" sz="quarter" idx="48" hasCustomPrompt="1"/>
          </p:nvPr>
        </p:nvSpPr>
        <p:spPr>
          <a:xfrm>
            <a:off x="5093684" y="2317991"/>
            <a:ext cx="1216287" cy="346274"/>
          </a:xfrm>
          <a:prstGeom prst="rect">
            <a:avLst/>
          </a:prstGeom>
        </p:spPr>
        <p:txBody>
          <a:bodyPr/>
          <a:lstStyle>
            <a:lvl1pPr marL="0" indent="0" algn="ctr">
              <a:buNone/>
              <a:defRPr sz="1800" b="1">
                <a:solidFill>
                  <a:schemeClr val="accent1"/>
                </a:solidFill>
                <a:latin typeface="+mj-ea"/>
                <a:ea typeface="+mj-ea"/>
              </a:defRPr>
            </a:lvl1pPr>
          </a:lstStyle>
          <a:p>
            <a:pPr lvl="0"/>
            <a:r>
              <a:rPr lang="zh-CN" altLang="en-US" dirty="0"/>
              <a:t>关键词</a:t>
            </a:r>
            <a:endParaRPr lang="zh-CN" altLang="en-US" dirty="0"/>
          </a:p>
        </p:txBody>
      </p:sp>
      <p:sp>
        <p:nvSpPr>
          <p:cNvPr id="149" name="文本占位符 374"/>
          <p:cNvSpPr>
            <a:spLocks noGrp="1"/>
          </p:cNvSpPr>
          <p:nvPr>
            <p:ph type="body" sz="quarter" idx="49" hasCustomPrompt="1"/>
          </p:nvPr>
        </p:nvSpPr>
        <p:spPr>
          <a:xfrm>
            <a:off x="2740757" y="3372847"/>
            <a:ext cx="1216287" cy="346274"/>
          </a:xfrm>
          <a:prstGeom prst="rect">
            <a:avLst/>
          </a:prstGeom>
        </p:spPr>
        <p:txBody>
          <a:bodyPr/>
          <a:lstStyle>
            <a:lvl1pPr marL="0" indent="0" algn="ctr">
              <a:buNone/>
              <a:defRPr sz="1600" b="1">
                <a:solidFill>
                  <a:schemeClr val="accent1"/>
                </a:solidFill>
                <a:latin typeface="+mj-ea"/>
                <a:ea typeface="+mj-ea"/>
              </a:defRPr>
            </a:lvl1pPr>
          </a:lstStyle>
          <a:p>
            <a:pPr lvl="0"/>
            <a:r>
              <a:rPr lang="zh-CN" altLang="en-US" dirty="0"/>
              <a:t>关键词</a:t>
            </a:r>
            <a:endParaRPr lang="zh-CN" altLang="en-US" dirty="0"/>
          </a:p>
        </p:txBody>
      </p:sp>
      <p:sp>
        <p:nvSpPr>
          <p:cNvPr id="150" name="文本占位符 374"/>
          <p:cNvSpPr>
            <a:spLocks noGrp="1"/>
          </p:cNvSpPr>
          <p:nvPr>
            <p:ph type="body" sz="quarter" idx="50" hasCustomPrompt="1"/>
          </p:nvPr>
        </p:nvSpPr>
        <p:spPr>
          <a:xfrm>
            <a:off x="7370137" y="3347131"/>
            <a:ext cx="1216287" cy="346274"/>
          </a:xfrm>
          <a:prstGeom prst="rect">
            <a:avLst/>
          </a:prstGeom>
        </p:spPr>
        <p:txBody>
          <a:bodyPr/>
          <a:lstStyle>
            <a:lvl1pPr marL="0" indent="0" algn="ctr">
              <a:buNone/>
              <a:defRPr sz="1600" b="1">
                <a:solidFill>
                  <a:schemeClr val="accent1"/>
                </a:solidFill>
                <a:latin typeface="+mj-ea"/>
                <a:ea typeface="+mj-ea"/>
              </a:defRPr>
            </a:lvl1pPr>
          </a:lstStyle>
          <a:p>
            <a:pPr lvl="0"/>
            <a:r>
              <a:rPr lang="zh-CN" altLang="en-US" dirty="0"/>
              <a:t>关键词</a:t>
            </a:r>
            <a:endParaRPr lang="zh-CN" altLang="en-US" dirty="0"/>
          </a:p>
        </p:txBody>
      </p:sp>
      <p:sp>
        <p:nvSpPr>
          <p:cNvPr id="151" name="文本占位符 374"/>
          <p:cNvSpPr>
            <a:spLocks noGrp="1"/>
          </p:cNvSpPr>
          <p:nvPr>
            <p:ph type="body" sz="quarter" idx="51" hasCustomPrompt="1"/>
          </p:nvPr>
        </p:nvSpPr>
        <p:spPr>
          <a:xfrm>
            <a:off x="2740757" y="4177598"/>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2" name="文本占位符 374"/>
          <p:cNvSpPr>
            <a:spLocks noGrp="1"/>
          </p:cNvSpPr>
          <p:nvPr>
            <p:ph type="body" sz="quarter" idx="52" hasCustomPrompt="1"/>
          </p:nvPr>
        </p:nvSpPr>
        <p:spPr>
          <a:xfrm>
            <a:off x="2740757" y="4699737"/>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3" name="文本占位符 374"/>
          <p:cNvSpPr>
            <a:spLocks noGrp="1"/>
          </p:cNvSpPr>
          <p:nvPr>
            <p:ph type="body" sz="quarter" idx="53" hasCustomPrompt="1"/>
          </p:nvPr>
        </p:nvSpPr>
        <p:spPr>
          <a:xfrm>
            <a:off x="2740757" y="5245421"/>
            <a:ext cx="1216287" cy="346274"/>
          </a:xfrm>
          <a:prstGeom prst="rect">
            <a:avLst/>
          </a:prstGeom>
        </p:spPr>
        <p:txBody>
          <a:bodyPr/>
          <a:lstStyle>
            <a:lvl1pPr marL="0" indent="0" algn="ctr">
              <a:buNone/>
              <a:defRPr sz="1200" b="1">
                <a:solidFill>
                  <a:schemeClr val="accent1"/>
                </a:solidFill>
                <a:latin typeface="+mj-ea"/>
                <a:ea typeface="+mj-ea"/>
              </a:defRPr>
            </a:lvl1pPr>
          </a:lstStyle>
          <a:p>
            <a:pPr lvl="0"/>
            <a:r>
              <a:rPr lang="zh-CN" altLang="en-US" dirty="0"/>
              <a:t>关键词</a:t>
            </a:r>
            <a:endParaRPr lang="zh-CN" altLang="en-US" dirty="0"/>
          </a:p>
        </p:txBody>
      </p:sp>
      <p:sp>
        <p:nvSpPr>
          <p:cNvPr id="154" name="文本占位符 374"/>
          <p:cNvSpPr>
            <a:spLocks noGrp="1"/>
          </p:cNvSpPr>
          <p:nvPr>
            <p:ph type="body" sz="quarter" idx="54" hasCustomPrompt="1"/>
          </p:nvPr>
        </p:nvSpPr>
        <p:spPr>
          <a:xfrm>
            <a:off x="6134469" y="4235276"/>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5" name="文本占位符 374"/>
          <p:cNvSpPr>
            <a:spLocks noGrp="1"/>
          </p:cNvSpPr>
          <p:nvPr>
            <p:ph type="body" sz="quarter" idx="55" hasCustomPrompt="1"/>
          </p:nvPr>
        </p:nvSpPr>
        <p:spPr>
          <a:xfrm>
            <a:off x="6134469" y="4757415"/>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6" name="文本占位符 374"/>
          <p:cNvSpPr>
            <a:spLocks noGrp="1"/>
          </p:cNvSpPr>
          <p:nvPr>
            <p:ph type="body" sz="quarter" idx="56" hasCustomPrompt="1"/>
          </p:nvPr>
        </p:nvSpPr>
        <p:spPr>
          <a:xfrm>
            <a:off x="6134469" y="5303099"/>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7" name="文本占位符 374"/>
          <p:cNvSpPr>
            <a:spLocks noGrp="1"/>
          </p:cNvSpPr>
          <p:nvPr>
            <p:ph type="body" sz="quarter" idx="57" hasCustomPrompt="1"/>
          </p:nvPr>
        </p:nvSpPr>
        <p:spPr>
          <a:xfrm>
            <a:off x="8467400" y="4235276"/>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8" name="文本占位符 374"/>
          <p:cNvSpPr>
            <a:spLocks noGrp="1"/>
          </p:cNvSpPr>
          <p:nvPr>
            <p:ph type="body" sz="quarter" idx="58" hasCustomPrompt="1"/>
          </p:nvPr>
        </p:nvSpPr>
        <p:spPr>
          <a:xfrm>
            <a:off x="8467400" y="4757415"/>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sp>
        <p:nvSpPr>
          <p:cNvPr id="159" name="文本占位符 374"/>
          <p:cNvSpPr>
            <a:spLocks noGrp="1"/>
          </p:cNvSpPr>
          <p:nvPr>
            <p:ph type="body" sz="quarter" idx="59" hasCustomPrompt="1"/>
          </p:nvPr>
        </p:nvSpPr>
        <p:spPr>
          <a:xfrm>
            <a:off x="8467400" y="5303099"/>
            <a:ext cx="1216287" cy="346274"/>
          </a:xfrm>
          <a:prstGeom prst="rect">
            <a:avLst/>
          </a:prstGeom>
        </p:spPr>
        <p:txBody>
          <a:bodyPr/>
          <a:lstStyle>
            <a:lvl1pPr marL="0" indent="0" algn="ctr">
              <a:buNone/>
              <a:defRPr sz="1000" b="1">
                <a:solidFill>
                  <a:schemeClr val="accent1"/>
                </a:solidFill>
                <a:latin typeface="+mj-ea"/>
                <a:ea typeface="+mj-ea"/>
              </a:defRPr>
            </a:lvl1pPr>
          </a:lstStyle>
          <a:p>
            <a:pPr lvl="0"/>
            <a:r>
              <a:rPr lang="zh-CN" altLang="en-US" dirty="0"/>
              <a:t>关键词</a:t>
            </a:r>
            <a:endParaRPr lang="zh-CN" altLang="en-US" dirty="0"/>
          </a:p>
        </p:txBody>
      </p:sp>
      <p:cxnSp>
        <p:nvCxnSpPr>
          <p:cNvPr id="17" name="直接连接符 1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架构图-4">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图片占位符 4"/>
          <p:cNvSpPr>
            <a:spLocks noGrp="1"/>
          </p:cNvSpPr>
          <p:nvPr>
            <p:ph type="pic" sz="quarter" idx="13"/>
          </p:nvPr>
        </p:nvSpPr>
        <p:spPr>
          <a:xfrm>
            <a:off x="671289"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 name="文本占位符 374"/>
          <p:cNvSpPr>
            <a:spLocks noGrp="1"/>
          </p:cNvSpPr>
          <p:nvPr>
            <p:ph type="body" sz="quarter" idx="31" hasCustomPrompt="1"/>
          </p:nvPr>
        </p:nvSpPr>
        <p:spPr>
          <a:xfrm>
            <a:off x="2417204"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4" name="文本占位符 374"/>
          <p:cNvSpPr>
            <a:spLocks noGrp="1"/>
          </p:cNvSpPr>
          <p:nvPr>
            <p:ph type="body" sz="quarter" idx="32" hasCustomPrompt="1"/>
          </p:nvPr>
        </p:nvSpPr>
        <p:spPr>
          <a:xfrm>
            <a:off x="2417205"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8" name="图片占位符 4"/>
          <p:cNvSpPr>
            <a:spLocks noGrp="1"/>
          </p:cNvSpPr>
          <p:nvPr>
            <p:ph type="pic" sz="quarter" idx="33"/>
          </p:nvPr>
        </p:nvSpPr>
        <p:spPr>
          <a:xfrm>
            <a:off x="671288"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9" name="文本占位符 374"/>
          <p:cNvSpPr>
            <a:spLocks noGrp="1"/>
          </p:cNvSpPr>
          <p:nvPr>
            <p:ph type="body" sz="quarter" idx="34" hasCustomPrompt="1"/>
          </p:nvPr>
        </p:nvSpPr>
        <p:spPr>
          <a:xfrm>
            <a:off x="2417203"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0" name="文本占位符 374"/>
          <p:cNvSpPr>
            <a:spLocks noGrp="1"/>
          </p:cNvSpPr>
          <p:nvPr>
            <p:ph type="body" sz="quarter" idx="35" hasCustomPrompt="1"/>
          </p:nvPr>
        </p:nvSpPr>
        <p:spPr>
          <a:xfrm>
            <a:off x="2417204"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6" name="图片占位符 4"/>
          <p:cNvSpPr>
            <a:spLocks noGrp="1"/>
          </p:cNvSpPr>
          <p:nvPr>
            <p:ph type="pic" sz="quarter" idx="36"/>
          </p:nvPr>
        </p:nvSpPr>
        <p:spPr>
          <a:xfrm>
            <a:off x="4430655"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17" name="文本占位符 374"/>
          <p:cNvSpPr>
            <a:spLocks noGrp="1"/>
          </p:cNvSpPr>
          <p:nvPr>
            <p:ph type="body" sz="quarter" idx="37" hasCustomPrompt="1"/>
          </p:nvPr>
        </p:nvSpPr>
        <p:spPr>
          <a:xfrm>
            <a:off x="6176570"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18" name="文本占位符 374"/>
          <p:cNvSpPr>
            <a:spLocks noGrp="1"/>
          </p:cNvSpPr>
          <p:nvPr>
            <p:ph type="body" sz="quarter" idx="38" hasCustomPrompt="1"/>
          </p:nvPr>
        </p:nvSpPr>
        <p:spPr>
          <a:xfrm>
            <a:off x="6176571"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图片占位符 4"/>
          <p:cNvSpPr>
            <a:spLocks noGrp="1"/>
          </p:cNvSpPr>
          <p:nvPr>
            <p:ph type="pic" sz="quarter" idx="39"/>
          </p:nvPr>
        </p:nvSpPr>
        <p:spPr>
          <a:xfrm>
            <a:off x="4430654"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0" name="文本占位符 374"/>
          <p:cNvSpPr>
            <a:spLocks noGrp="1"/>
          </p:cNvSpPr>
          <p:nvPr>
            <p:ph type="body" sz="quarter" idx="40" hasCustomPrompt="1"/>
          </p:nvPr>
        </p:nvSpPr>
        <p:spPr>
          <a:xfrm>
            <a:off x="6176569"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1" name="文本占位符 374"/>
          <p:cNvSpPr>
            <a:spLocks noGrp="1"/>
          </p:cNvSpPr>
          <p:nvPr>
            <p:ph type="body" sz="quarter" idx="41" hasCustomPrompt="1"/>
          </p:nvPr>
        </p:nvSpPr>
        <p:spPr>
          <a:xfrm>
            <a:off x="6176570"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2" name="图片占位符 4"/>
          <p:cNvSpPr>
            <a:spLocks noGrp="1"/>
          </p:cNvSpPr>
          <p:nvPr>
            <p:ph type="pic" sz="quarter" idx="42"/>
          </p:nvPr>
        </p:nvSpPr>
        <p:spPr>
          <a:xfrm>
            <a:off x="8189806" y="2169452"/>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3" name="文本占位符 374"/>
          <p:cNvSpPr>
            <a:spLocks noGrp="1"/>
          </p:cNvSpPr>
          <p:nvPr>
            <p:ph type="body" sz="quarter" idx="43" hasCustomPrompt="1"/>
          </p:nvPr>
        </p:nvSpPr>
        <p:spPr>
          <a:xfrm>
            <a:off x="9935721" y="2494750"/>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4" name="文本占位符 374"/>
          <p:cNvSpPr>
            <a:spLocks noGrp="1"/>
          </p:cNvSpPr>
          <p:nvPr>
            <p:ph type="body" sz="quarter" idx="44" hasCustomPrompt="1"/>
          </p:nvPr>
        </p:nvSpPr>
        <p:spPr>
          <a:xfrm>
            <a:off x="9935722" y="2972126"/>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5" name="图片占位符 4"/>
          <p:cNvSpPr>
            <a:spLocks noGrp="1"/>
          </p:cNvSpPr>
          <p:nvPr>
            <p:ph type="pic" sz="quarter" idx="45"/>
          </p:nvPr>
        </p:nvSpPr>
        <p:spPr>
          <a:xfrm>
            <a:off x="8189805" y="3837964"/>
            <a:ext cx="1469237" cy="1480110"/>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6" name="文本占位符 374"/>
          <p:cNvSpPr>
            <a:spLocks noGrp="1"/>
          </p:cNvSpPr>
          <p:nvPr>
            <p:ph type="body" sz="quarter" idx="46" hasCustomPrompt="1"/>
          </p:nvPr>
        </p:nvSpPr>
        <p:spPr>
          <a:xfrm>
            <a:off x="9935720" y="4163262"/>
            <a:ext cx="1216287" cy="346274"/>
          </a:xfrm>
          <a:prstGeom prst="rect">
            <a:avLst/>
          </a:prstGeom>
          <a:solidFill>
            <a:schemeClr val="accent3">
              <a:lumMod val="100000"/>
            </a:schemeClr>
          </a:solidFill>
        </p:spPr>
        <p:txBody>
          <a:bodyPr/>
          <a:lstStyle>
            <a:lvl1pPr marL="0" indent="0">
              <a:buNone/>
              <a:defRPr sz="2000" b="1">
                <a:solidFill>
                  <a:schemeClr val="accent1"/>
                </a:solidFill>
                <a:latin typeface="+mj-ea"/>
                <a:ea typeface="+mj-ea"/>
              </a:defRPr>
            </a:lvl1pPr>
          </a:lstStyle>
          <a:p>
            <a:pPr lvl="0"/>
            <a:r>
              <a:rPr lang="zh-CN" altLang="en-US" dirty="0"/>
              <a:t>二级标题</a:t>
            </a:r>
            <a:endParaRPr lang="zh-CN" altLang="en-US" dirty="0"/>
          </a:p>
        </p:txBody>
      </p:sp>
      <p:sp>
        <p:nvSpPr>
          <p:cNvPr id="27" name="文本占位符 374"/>
          <p:cNvSpPr>
            <a:spLocks noGrp="1"/>
          </p:cNvSpPr>
          <p:nvPr>
            <p:ph type="body" sz="quarter" idx="47" hasCustomPrompt="1"/>
          </p:nvPr>
        </p:nvSpPr>
        <p:spPr>
          <a:xfrm>
            <a:off x="9935721" y="4640638"/>
            <a:ext cx="1469237" cy="604297"/>
          </a:xfrm>
          <a:prstGeom prst="rect">
            <a:avLst/>
          </a:prstGeom>
        </p:spPr>
        <p:txBody>
          <a:bodyPr/>
          <a:lstStyle>
            <a:lvl1pPr marL="0" indent="0">
              <a:buNone/>
              <a:defRPr sz="1200" b="0">
                <a:solidFill>
                  <a:schemeClr val="accent4"/>
                </a:solidFill>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cxnSp>
        <p:nvCxnSpPr>
          <p:cNvPr id="29" name="直接连接符 2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架构图-5">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 name="图片占位符 4"/>
          <p:cNvSpPr>
            <a:spLocks noGrp="1"/>
          </p:cNvSpPr>
          <p:nvPr>
            <p:ph type="pic" sz="quarter" idx="13"/>
          </p:nvPr>
        </p:nvSpPr>
        <p:spPr>
          <a:xfrm>
            <a:off x="2462343" y="1925135"/>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 name="文本占位符 374"/>
          <p:cNvSpPr>
            <a:spLocks noGrp="1"/>
          </p:cNvSpPr>
          <p:nvPr>
            <p:ph type="body" sz="quarter" idx="31" hasCustomPrompt="1"/>
          </p:nvPr>
        </p:nvSpPr>
        <p:spPr>
          <a:xfrm>
            <a:off x="2496351" y="3269229"/>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4" name="文本占位符 374"/>
          <p:cNvSpPr>
            <a:spLocks noGrp="1"/>
          </p:cNvSpPr>
          <p:nvPr>
            <p:ph type="body" sz="quarter" idx="32" hasCustomPrompt="1"/>
          </p:nvPr>
        </p:nvSpPr>
        <p:spPr>
          <a:xfrm>
            <a:off x="2496351" y="3632160"/>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5" name="图片占位符 4"/>
          <p:cNvSpPr>
            <a:spLocks noGrp="1"/>
          </p:cNvSpPr>
          <p:nvPr>
            <p:ph type="pic" sz="quarter" idx="33"/>
          </p:nvPr>
        </p:nvSpPr>
        <p:spPr>
          <a:xfrm>
            <a:off x="4383927" y="190847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6" name="文本占位符 374"/>
          <p:cNvSpPr>
            <a:spLocks noGrp="1"/>
          </p:cNvSpPr>
          <p:nvPr>
            <p:ph type="body" sz="quarter" idx="34" hasCustomPrompt="1"/>
          </p:nvPr>
        </p:nvSpPr>
        <p:spPr>
          <a:xfrm>
            <a:off x="4417935" y="325257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7" name="文本占位符 374"/>
          <p:cNvSpPr>
            <a:spLocks noGrp="1"/>
          </p:cNvSpPr>
          <p:nvPr>
            <p:ph type="body" sz="quarter" idx="35" hasCustomPrompt="1"/>
          </p:nvPr>
        </p:nvSpPr>
        <p:spPr>
          <a:xfrm>
            <a:off x="4417935" y="361550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16" name="图片占位符 4"/>
          <p:cNvSpPr>
            <a:spLocks noGrp="1"/>
          </p:cNvSpPr>
          <p:nvPr>
            <p:ph type="pic" sz="quarter" idx="36"/>
          </p:nvPr>
        </p:nvSpPr>
        <p:spPr>
          <a:xfrm>
            <a:off x="6339519" y="190847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17" name="文本占位符 374"/>
          <p:cNvSpPr>
            <a:spLocks noGrp="1"/>
          </p:cNvSpPr>
          <p:nvPr>
            <p:ph type="body" sz="quarter" idx="37" hasCustomPrompt="1"/>
          </p:nvPr>
        </p:nvSpPr>
        <p:spPr>
          <a:xfrm>
            <a:off x="6373527" y="325257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18" name="文本占位符 374"/>
          <p:cNvSpPr>
            <a:spLocks noGrp="1"/>
          </p:cNvSpPr>
          <p:nvPr>
            <p:ph type="body" sz="quarter" idx="38" hasCustomPrompt="1"/>
          </p:nvPr>
        </p:nvSpPr>
        <p:spPr>
          <a:xfrm>
            <a:off x="6373527" y="361550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19" name="图片占位符 4"/>
          <p:cNvSpPr>
            <a:spLocks noGrp="1"/>
          </p:cNvSpPr>
          <p:nvPr>
            <p:ph type="pic" sz="quarter" idx="39"/>
          </p:nvPr>
        </p:nvSpPr>
        <p:spPr>
          <a:xfrm>
            <a:off x="8261103" y="189182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0" name="文本占位符 374"/>
          <p:cNvSpPr>
            <a:spLocks noGrp="1"/>
          </p:cNvSpPr>
          <p:nvPr>
            <p:ph type="body" sz="quarter" idx="40" hasCustomPrompt="1"/>
          </p:nvPr>
        </p:nvSpPr>
        <p:spPr>
          <a:xfrm>
            <a:off x="8295111" y="323591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1" name="文本占位符 374"/>
          <p:cNvSpPr>
            <a:spLocks noGrp="1"/>
          </p:cNvSpPr>
          <p:nvPr>
            <p:ph type="body" sz="quarter" idx="41" hasCustomPrompt="1"/>
          </p:nvPr>
        </p:nvSpPr>
        <p:spPr>
          <a:xfrm>
            <a:off x="8295111" y="359884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2" name="图片占位符 4"/>
          <p:cNvSpPr>
            <a:spLocks noGrp="1"/>
          </p:cNvSpPr>
          <p:nvPr>
            <p:ph type="pic" sz="quarter" idx="42"/>
          </p:nvPr>
        </p:nvSpPr>
        <p:spPr>
          <a:xfrm>
            <a:off x="1580348" y="4096968"/>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3" name="文本占位符 374"/>
          <p:cNvSpPr>
            <a:spLocks noGrp="1"/>
          </p:cNvSpPr>
          <p:nvPr>
            <p:ph type="body" sz="quarter" idx="43" hasCustomPrompt="1"/>
          </p:nvPr>
        </p:nvSpPr>
        <p:spPr>
          <a:xfrm>
            <a:off x="1614356" y="5441062"/>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4" name="文本占位符 374"/>
          <p:cNvSpPr>
            <a:spLocks noGrp="1"/>
          </p:cNvSpPr>
          <p:nvPr>
            <p:ph type="body" sz="quarter" idx="44" hasCustomPrompt="1"/>
          </p:nvPr>
        </p:nvSpPr>
        <p:spPr>
          <a:xfrm>
            <a:off x="1614356" y="5803993"/>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5" name="图片占位符 4"/>
          <p:cNvSpPr>
            <a:spLocks noGrp="1"/>
          </p:cNvSpPr>
          <p:nvPr>
            <p:ph type="pic" sz="quarter" idx="45"/>
          </p:nvPr>
        </p:nvSpPr>
        <p:spPr>
          <a:xfrm>
            <a:off x="3501932"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6" name="文本占位符 374"/>
          <p:cNvSpPr>
            <a:spLocks noGrp="1"/>
          </p:cNvSpPr>
          <p:nvPr>
            <p:ph type="body" sz="quarter" idx="46" hasCustomPrompt="1"/>
          </p:nvPr>
        </p:nvSpPr>
        <p:spPr>
          <a:xfrm>
            <a:off x="3535940"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27" name="文本占位符 374"/>
          <p:cNvSpPr>
            <a:spLocks noGrp="1"/>
          </p:cNvSpPr>
          <p:nvPr>
            <p:ph type="body" sz="quarter" idx="47" hasCustomPrompt="1"/>
          </p:nvPr>
        </p:nvSpPr>
        <p:spPr>
          <a:xfrm>
            <a:off x="3535940"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8" name="图片占位符 4"/>
          <p:cNvSpPr>
            <a:spLocks noGrp="1"/>
          </p:cNvSpPr>
          <p:nvPr>
            <p:ph type="pic" sz="quarter" idx="48"/>
          </p:nvPr>
        </p:nvSpPr>
        <p:spPr>
          <a:xfrm>
            <a:off x="5457524"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29" name="文本占位符 374"/>
          <p:cNvSpPr>
            <a:spLocks noGrp="1"/>
          </p:cNvSpPr>
          <p:nvPr>
            <p:ph type="body" sz="quarter" idx="49" hasCustomPrompt="1"/>
          </p:nvPr>
        </p:nvSpPr>
        <p:spPr>
          <a:xfrm>
            <a:off x="5491532"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0" name="文本占位符 374"/>
          <p:cNvSpPr>
            <a:spLocks noGrp="1"/>
          </p:cNvSpPr>
          <p:nvPr>
            <p:ph type="body" sz="quarter" idx="50" hasCustomPrompt="1"/>
          </p:nvPr>
        </p:nvSpPr>
        <p:spPr>
          <a:xfrm>
            <a:off x="5491532"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1" name="图片占位符 4"/>
          <p:cNvSpPr>
            <a:spLocks noGrp="1"/>
          </p:cNvSpPr>
          <p:nvPr>
            <p:ph type="pic" sz="quarter" idx="51"/>
          </p:nvPr>
        </p:nvSpPr>
        <p:spPr>
          <a:xfrm>
            <a:off x="7379108" y="4063654"/>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2" name="文本占位符 374"/>
          <p:cNvSpPr>
            <a:spLocks noGrp="1"/>
          </p:cNvSpPr>
          <p:nvPr>
            <p:ph type="body" sz="quarter" idx="52" hasCustomPrompt="1"/>
          </p:nvPr>
        </p:nvSpPr>
        <p:spPr>
          <a:xfrm>
            <a:off x="7413116" y="5407748"/>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3" name="文本占位符 374"/>
          <p:cNvSpPr>
            <a:spLocks noGrp="1"/>
          </p:cNvSpPr>
          <p:nvPr>
            <p:ph type="body" sz="quarter" idx="53" hasCustomPrompt="1"/>
          </p:nvPr>
        </p:nvSpPr>
        <p:spPr>
          <a:xfrm>
            <a:off x="7413116" y="5770679"/>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4" name="图片占位符 4"/>
          <p:cNvSpPr>
            <a:spLocks noGrp="1"/>
          </p:cNvSpPr>
          <p:nvPr>
            <p:ph type="pic" sz="quarter" idx="54"/>
          </p:nvPr>
        </p:nvSpPr>
        <p:spPr>
          <a:xfrm>
            <a:off x="9334700" y="4080311"/>
            <a:ext cx="1250295" cy="1259548"/>
          </a:xfrm>
          <a:custGeom>
            <a:avLst/>
            <a:gdLst>
              <a:gd name="connsiteX0" fmla="*/ 0 w 2146300"/>
              <a:gd name="connsiteY0" fmla="*/ 0 h 2144712"/>
              <a:gd name="connsiteX1" fmla="*/ 2146300 w 2146300"/>
              <a:gd name="connsiteY1" fmla="*/ 0 h 2144712"/>
              <a:gd name="connsiteX2" fmla="*/ 2146300 w 2146300"/>
              <a:gd name="connsiteY2" fmla="*/ 2144712 h 2144712"/>
              <a:gd name="connsiteX3" fmla="*/ 0 w 2146300"/>
              <a:gd name="connsiteY3" fmla="*/ 2144712 h 2144712"/>
              <a:gd name="connsiteX4" fmla="*/ 0 w 2146300"/>
              <a:gd name="connsiteY4" fmla="*/ 0 h 2144712"/>
              <a:gd name="connsiteX0-1" fmla="*/ 0 w 2146300"/>
              <a:gd name="connsiteY0-2" fmla="*/ 2223 h 2146935"/>
              <a:gd name="connsiteX1-3" fmla="*/ 1069657 w 2146300"/>
              <a:gd name="connsiteY1-4" fmla="*/ 0 h 2146935"/>
              <a:gd name="connsiteX2-5" fmla="*/ 2146300 w 2146300"/>
              <a:gd name="connsiteY2-6" fmla="*/ 2223 h 2146935"/>
              <a:gd name="connsiteX3-7" fmla="*/ 2146300 w 2146300"/>
              <a:gd name="connsiteY3-8" fmla="*/ 2146935 h 2146935"/>
              <a:gd name="connsiteX4-9" fmla="*/ 0 w 2146300"/>
              <a:gd name="connsiteY4-10" fmla="*/ 2146935 h 2146935"/>
              <a:gd name="connsiteX5" fmla="*/ 0 w 2146300"/>
              <a:gd name="connsiteY5" fmla="*/ 2223 h 2146935"/>
              <a:gd name="connsiteX0-11" fmla="*/ 0 w 2146300"/>
              <a:gd name="connsiteY0-12" fmla="*/ 2223 h 2146935"/>
              <a:gd name="connsiteX1-13" fmla="*/ 1069657 w 2146300"/>
              <a:gd name="connsiteY1-14" fmla="*/ 0 h 2146935"/>
              <a:gd name="connsiteX2-15" fmla="*/ 2146300 w 2146300"/>
              <a:gd name="connsiteY2-16" fmla="*/ 2223 h 2146935"/>
              <a:gd name="connsiteX3-17" fmla="*/ 2146300 w 2146300"/>
              <a:gd name="connsiteY3-18" fmla="*/ 2146935 h 2146935"/>
              <a:gd name="connsiteX4-19" fmla="*/ 1105217 w 2146300"/>
              <a:gd name="connsiteY4-20" fmla="*/ 2143761 h 2146935"/>
              <a:gd name="connsiteX5-21" fmla="*/ 0 w 2146300"/>
              <a:gd name="connsiteY5-22" fmla="*/ 2146935 h 2146935"/>
              <a:gd name="connsiteX6" fmla="*/ 0 w 2146300"/>
              <a:gd name="connsiteY6" fmla="*/ 2223 h 2146935"/>
              <a:gd name="connsiteX0-23" fmla="*/ 7303 w 2153603"/>
              <a:gd name="connsiteY0-24" fmla="*/ 2223 h 2146935"/>
              <a:gd name="connsiteX1-25" fmla="*/ 1076960 w 2153603"/>
              <a:gd name="connsiteY1-26" fmla="*/ 0 h 2146935"/>
              <a:gd name="connsiteX2-27" fmla="*/ 2153603 w 2153603"/>
              <a:gd name="connsiteY2-28" fmla="*/ 2223 h 2146935"/>
              <a:gd name="connsiteX3-29" fmla="*/ 2153603 w 2153603"/>
              <a:gd name="connsiteY3-30" fmla="*/ 2146935 h 2146935"/>
              <a:gd name="connsiteX4-31" fmla="*/ 1112520 w 2153603"/>
              <a:gd name="connsiteY4-32" fmla="*/ 2143761 h 2146935"/>
              <a:gd name="connsiteX5-33" fmla="*/ 7303 w 2153603"/>
              <a:gd name="connsiteY5-34" fmla="*/ 2146935 h 2146935"/>
              <a:gd name="connsiteX6-35" fmla="*/ 0 w 2153603"/>
              <a:gd name="connsiteY6-36" fmla="*/ 1168401 h 2146935"/>
              <a:gd name="connsiteX7" fmla="*/ 7303 w 2153603"/>
              <a:gd name="connsiteY7" fmla="*/ 2223 h 2146935"/>
              <a:gd name="connsiteX0-37" fmla="*/ 7303 w 2153603"/>
              <a:gd name="connsiteY0-38" fmla="*/ 2223 h 2146935"/>
              <a:gd name="connsiteX1-39" fmla="*/ 1076960 w 2153603"/>
              <a:gd name="connsiteY1-40" fmla="*/ 0 h 2146935"/>
              <a:gd name="connsiteX2-41" fmla="*/ 2153603 w 2153603"/>
              <a:gd name="connsiteY2-42" fmla="*/ 2223 h 2146935"/>
              <a:gd name="connsiteX3-43" fmla="*/ 2148841 w 2153603"/>
              <a:gd name="connsiteY3-44" fmla="*/ 1066801 h 2146935"/>
              <a:gd name="connsiteX4-45" fmla="*/ 2153603 w 2153603"/>
              <a:gd name="connsiteY4-46" fmla="*/ 2146935 h 2146935"/>
              <a:gd name="connsiteX5-47" fmla="*/ 1112520 w 2153603"/>
              <a:gd name="connsiteY5-48" fmla="*/ 2143761 h 2146935"/>
              <a:gd name="connsiteX6-49" fmla="*/ 7303 w 2153603"/>
              <a:gd name="connsiteY6-50" fmla="*/ 2146935 h 2146935"/>
              <a:gd name="connsiteX7-51" fmla="*/ 0 w 2153603"/>
              <a:gd name="connsiteY7-52" fmla="*/ 1168401 h 2146935"/>
              <a:gd name="connsiteX8" fmla="*/ 7303 w 2153603"/>
              <a:gd name="connsiteY8" fmla="*/ 2223 h 2146935"/>
              <a:gd name="connsiteX0-53" fmla="*/ 2223 w 2148523"/>
              <a:gd name="connsiteY0-54" fmla="*/ 2223 h 2146935"/>
              <a:gd name="connsiteX1-55" fmla="*/ 1071880 w 2148523"/>
              <a:gd name="connsiteY1-56" fmla="*/ 0 h 2146935"/>
              <a:gd name="connsiteX2-57" fmla="*/ 2148523 w 2148523"/>
              <a:gd name="connsiteY2-58" fmla="*/ 2223 h 2146935"/>
              <a:gd name="connsiteX3-59" fmla="*/ 2143761 w 2148523"/>
              <a:gd name="connsiteY3-60" fmla="*/ 1066801 h 2146935"/>
              <a:gd name="connsiteX4-61" fmla="*/ 2148523 w 2148523"/>
              <a:gd name="connsiteY4-62" fmla="*/ 2146935 h 2146935"/>
              <a:gd name="connsiteX5-63" fmla="*/ 1107440 w 2148523"/>
              <a:gd name="connsiteY5-64" fmla="*/ 2143761 h 2146935"/>
              <a:gd name="connsiteX6-65" fmla="*/ 2223 w 2148523"/>
              <a:gd name="connsiteY6-66" fmla="*/ 2146935 h 2146935"/>
              <a:gd name="connsiteX7-67" fmla="*/ 0 w 2148523"/>
              <a:gd name="connsiteY7-68" fmla="*/ 1066801 h 2146935"/>
              <a:gd name="connsiteX8-69" fmla="*/ 2223 w 2148523"/>
              <a:gd name="connsiteY8-70" fmla="*/ 2223 h 2146935"/>
              <a:gd name="connsiteX0-71" fmla="*/ 2223 w 2148523"/>
              <a:gd name="connsiteY0-72" fmla="*/ 2223 h 2146935"/>
              <a:gd name="connsiteX1-73" fmla="*/ 1071880 w 2148523"/>
              <a:gd name="connsiteY1-74" fmla="*/ 0 h 2146935"/>
              <a:gd name="connsiteX2-75" fmla="*/ 2148523 w 2148523"/>
              <a:gd name="connsiteY2-76" fmla="*/ 2223 h 2146935"/>
              <a:gd name="connsiteX3-77" fmla="*/ 2143761 w 2148523"/>
              <a:gd name="connsiteY3-78" fmla="*/ 1066801 h 2146935"/>
              <a:gd name="connsiteX4-79" fmla="*/ 2148523 w 2148523"/>
              <a:gd name="connsiteY4-80" fmla="*/ 2146935 h 2146935"/>
              <a:gd name="connsiteX5-81" fmla="*/ 1107440 w 2148523"/>
              <a:gd name="connsiteY5-82" fmla="*/ 2143761 h 2146935"/>
              <a:gd name="connsiteX6-83" fmla="*/ 256223 w 2148523"/>
              <a:gd name="connsiteY6-84" fmla="*/ 1796415 h 2146935"/>
              <a:gd name="connsiteX7-85" fmla="*/ 0 w 2148523"/>
              <a:gd name="connsiteY7-86" fmla="*/ 1066801 h 2146935"/>
              <a:gd name="connsiteX8-87" fmla="*/ 2223 w 2148523"/>
              <a:gd name="connsiteY8-88" fmla="*/ 2223 h 2146935"/>
              <a:gd name="connsiteX0-89" fmla="*/ 2223 w 2148523"/>
              <a:gd name="connsiteY0-90" fmla="*/ 2223 h 2146935"/>
              <a:gd name="connsiteX1-91" fmla="*/ 1071880 w 2148523"/>
              <a:gd name="connsiteY1-92" fmla="*/ 0 h 2146935"/>
              <a:gd name="connsiteX2-93" fmla="*/ 2148523 w 2148523"/>
              <a:gd name="connsiteY2-94" fmla="*/ 2223 h 2146935"/>
              <a:gd name="connsiteX3-95" fmla="*/ 2143761 w 2148523"/>
              <a:gd name="connsiteY3-96" fmla="*/ 1066801 h 2146935"/>
              <a:gd name="connsiteX4-97" fmla="*/ 2148523 w 2148523"/>
              <a:gd name="connsiteY4-98" fmla="*/ 2146935 h 2146935"/>
              <a:gd name="connsiteX5-99" fmla="*/ 1107440 w 2148523"/>
              <a:gd name="connsiteY5-100" fmla="*/ 2143761 h 2146935"/>
              <a:gd name="connsiteX6-101" fmla="*/ 256223 w 2148523"/>
              <a:gd name="connsiteY6-102" fmla="*/ 1796415 h 2146935"/>
              <a:gd name="connsiteX7-103" fmla="*/ 0 w 2148523"/>
              <a:gd name="connsiteY7-104" fmla="*/ 1066801 h 2146935"/>
              <a:gd name="connsiteX8-105" fmla="*/ 2223 w 2148523"/>
              <a:gd name="connsiteY8-106" fmla="*/ 2223 h 2146935"/>
              <a:gd name="connsiteX0-107" fmla="*/ 2223 w 2148523"/>
              <a:gd name="connsiteY0-108" fmla="*/ 2223 h 2146935"/>
              <a:gd name="connsiteX1-109" fmla="*/ 1071880 w 2148523"/>
              <a:gd name="connsiteY1-110" fmla="*/ 0 h 2146935"/>
              <a:gd name="connsiteX2-111" fmla="*/ 2148523 w 2148523"/>
              <a:gd name="connsiteY2-112" fmla="*/ 2223 h 2146935"/>
              <a:gd name="connsiteX3-113" fmla="*/ 2143761 w 2148523"/>
              <a:gd name="connsiteY3-114" fmla="*/ 1066801 h 2146935"/>
              <a:gd name="connsiteX4-115" fmla="*/ 2148523 w 2148523"/>
              <a:gd name="connsiteY4-116" fmla="*/ 2146935 h 2146935"/>
              <a:gd name="connsiteX5-117" fmla="*/ 1107440 w 2148523"/>
              <a:gd name="connsiteY5-118" fmla="*/ 2143761 h 2146935"/>
              <a:gd name="connsiteX6-119" fmla="*/ 256223 w 2148523"/>
              <a:gd name="connsiteY6-120" fmla="*/ 1796415 h 2146935"/>
              <a:gd name="connsiteX7-121" fmla="*/ 0 w 2148523"/>
              <a:gd name="connsiteY7-122" fmla="*/ 1066801 h 2146935"/>
              <a:gd name="connsiteX8-123" fmla="*/ 2223 w 2148523"/>
              <a:gd name="connsiteY8-124" fmla="*/ 2223 h 2146935"/>
              <a:gd name="connsiteX0-125" fmla="*/ 2223 w 2148523"/>
              <a:gd name="connsiteY0-126" fmla="*/ 2223 h 2146935"/>
              <a:gd name="connsiteX1-127" fmla="*/ 1071880 w 2148523"/>
              <a:gd name="connsiteY1-128" fmla="*/ 0 h 2146935"/>
              <a:gd name="connsiteX2-129" fmla="*/ 2148523 w 2148523"/>
              <a:gd name="connsiteY2-130" fmla="*/ 2223 h 2146935"/>
              <a:gd name="connsiteX3-131" fmla="*/ 2143761 w 2148523"/>
              <a:gd name="connsiteY3-132" fmla="*/ 1066801 h 2146935"/>
              <a:gd name="connsiteX4-133" fmla="*/ 2148523 w 2148523"/>
              <a:gd name="connsiteY4-134" fmla="*/ 2146935 h 2146935"/>
              <a:gd name="connsiteX5-135" fmla="*/ 1107440 w 2148523"/>
              <a:gd name="connsiteY5-136" fmla="*/ 2143761 h 2146935"/>
              <a:gd name="connsiteX6-137" fmla="*/ 256223 w 2148523"/>
              <a:gd name="connsiteY6-138" fmla="*/ 1796415 h 2146935"/>
              <a:gd name="connsiteX7-139" fmla="*/ 0 w 2148523"/>
              <a:gd name="connsiteY7-140" fmla="*/ 1066801 h 2146935"/>
              <a:gd name="connsiteX8-141" fmla="*/ 2223 w 2148523"/>
              <a:gd name="connsiteY8-142" fmla="*/ 2223 h 2146935"/>
              <a:gd name="connsiteX0-143" fmla="*/ 2223 w 2148523"/>
              <a:gd name="connsiteY0-144" fmla="*/ 2223 h 2146935"/>
              <a:gd name="connsiteX1-145" fmla="*/ 1071880 w 2148523"/>
              <a:gd name="connsiteY1-146" fmla="*/ 0 h 2146935"/>
              <a:gd name="connsiteX2-147" fmla="*/ 2148523 w 2148523"/>
              <a:gd name="connsiteY2-148" fmla="*/ 2223 h 2146935"/>
              <a:gd name="connsiteX3-149" fmla="*/ 2143761 w 2148523"/>
              <a:gd name="connsiteY3-150" fmla="*/ 1066801 h 2146935"/>
              <a:gd name="connsiteX4-151" fmla="*/ 2148523 w 2148523"/>
              <a:gd name="connsiteY4-152" fmla="*/ 2146935 h 2146935"/>
              <a:gd name="connsiteX5-153" fmla="*/ 1107440 w 2148523"/>
              <a:gd name="connsiteY5-154" fmla="*/ 2143761 h 2146935"/>
              <a:gd name="connsiteX6-155" fmla="*/ 249873 w 2148523"/>
              <a:gd name="connsiteY6-156" fmla="*/ 1771015 h 2146935"/>
              <a:gd name="connsiteX7-157" fmla="*/ 0 w 2148523"/>
              <a:gd name="connsiteY7-158" fmla="*/ 1066801 h 2146935"/>
              <a:gd name="connsiteX8-159" fmla="*/ 2223 w 2148523"/>
              <a:gd name="connsiteY8-160" fmla="*/ 2223 h 2146935"/>
              <a:gd name="connsiteX0-161" fmla="*/ 2223 w 2148523"/>
              <a:gd name="connsiteY0-162" fmla="*/ 2223 h 2146935"/>
              <a:gd name="connsiteX1-163" fmla="*/ 1071880 w 2148523"/>
              <a:gd name="connsiteY1-164" fmla="*/ 0 h 2146935"/>
              <a:gd name="connsiteX2-165" fmla="*/ 2148523 w 2148523"/>
              <a:gd name="connsiteY2-166" fmla="*/ 2223 h 2146935"/>
              <a:gd name="connsiteX3-167" fmla="*/ 2143761 w 2148523"/>
              <a:gd name="connsiteY3-168" fmla="*/ 1066801 h 2146935"/>
              <a:gd name="connsiteX4-169" fmla="*/ 2148523 w 2148523"/>
              <a:gd name="connsiteY4-170" fmla="*/ 2146935 h 2146935"/>
              <a:gd name="connsiteX5-171" fmla="*/ 1107440 w 2148523"/>
              <a:gd name="connsiteY5-172" fmla="*/ 2143761 h 2146935"/>
              <a:gd name="connsiteX6-173" fmla="*/ 249873 w 2148523"/>
              <a:gd name="connsiteY6-174" fmla="*/ 1771015 h 2146935"/>
              <a:gd name="connsiteX7-175" fmla="*/ 0 w 2148523"/>
              <a:gd name="connsiteY7-176" fmla="*/ 1066801 h 2146935"/>
              <a:gd name="connsiteX8-177" fmla="*/ 2223 w 2148523"/>
              <a:gd name="connsiteY8-178" fmla="*/ 2223 h 2146935"/>
              <a:gd name="connsiteX0-179" fmla="*/ 2223 w 2148523"/>
              <a:gd name="connsiteY0-180" fmla="*/ 2223 h 2146935"/>
              <a:gd name="connsiteX1-181" fmla="*/ 1071880 w 2148523"/>
              <a:gd name="connsiteY1-182" fmla="*/ 0 h 2146935"/>
              <a:gd name="connsiteX2-183" fmla="*/ 2148523 w 2148523"/>
              <a:gd name="connsiteY2-184" fmla="*/ 2223 h 2146935"/>
              <a:gd name="connsiteX3-185" fmla="*/ 2143761 w 2148523"/>
              <a:gd name="connsiteY3-186" fmla="*/ 1066801 h 2146935"/>
              <a:gd name="connsiteX4-187" fmla="*/ 2148523 w 2148523"/>
              <a:gd name="connsiteY4-188" fmla="*/ 2146935 h 2146935"/>
              <a:gd name="connsiteX5-189" fmla="*/ 1107440 w 2148523"/>
              <a:gd name="connsiteY5-190" fmla="*/ 2143761 h 2146935"/>
              <a:gd name="connsiteX6-191" fmla="*/ 249873 w 2148523"/>
              <a:gd name="connsiteY6-192" fmla="*/ 1771015 h 2146935"/>
              <a:gd name="connsiteX7-193" fmla="*/ 0 w 2148523"/>
              <a:gd name="connsiteY7-194" fmla="*/ 1066801 h 2146935"/>
              <a:gd name="connsiteX8-195" fmla="*/ 2223 w 2148523"/>
              <a:gd name="connsiteY8-196" fmla="*/ 2223 h 2146935"/>
              <a:gd name="connsiteX0-197" fmla="*/ 2223 w 2148523"/>
              <a:gd name="connsiteY0-198" fmla="*/ 2223 h 2146935"/>
              <a:gd name="connsiteX1-199" fmla="*/ 1071880 w 2148523"/>
              <a:gd name="connsiteY1-200" fmla="*/ 0 h 2146935"/>
              <a:gd name="connsiteX2-201" fmla="*/ 2148523 w 2148523"/>
              <a:gd name="connsiteY2-202" fmla="*/ 2223 h 2146935"/>
              <a:gd name="connsiteX3-203" fmla="*/ 2143761 w 2148523"/>
              <a:gd name="connsiteY3-204" fmla="*/ 1066801 h 2146935"/>
              <a:gd name="connsiteX4-205" fmla="*/ 2148523 w 2148523"/>
              <a:gd name="connsiteY4-206" fmla="*/ 2146935 h 2146935"/>
              <a:gd name="connsiteX5-207" fmla="*/ 1107440 w 2148523"/>
              <a:gd name="connsiteY5-208" fmla="*/ 2143761 h 2146935"/>
              <a:gd name="connsiteX6-209" fmla="*/ 249873 w 2148523"/>
              <a:gd name="connsiteY6-210" fmla="*/ 1771015 h 2146935"/>
              <a:gd name="connsiteX7-211" fmla="*/ 0 w 2148523"/>
              <a:gd name="connsiteY7-212" fmla="*/ 1066801 h 2146935"/>
              <a:gd name="connsiteX8-213" fmla="*/ 2223 w 2148523"/>
              <a:gd name="connsiteY8-214" fmla="*/ 2223 h 2146935"/>
              <a:gd name="connsiteX0-215" fmla="*/ 2223 w 2148523"/>
              <a:gd name="connsiteY0-216" fmla="*/ 2223 h 2159636"/>
              <a:gd name="connsiteX1-217" fmla="*/ 1071880 w 2148523"/>
              <a:gd name="connsiteY1-218" fmla="*/ 0 h 2159636"/>
              <a:gd name="connsiteX2-219" fmla="*/ 2148523 w 2148523"/>
              <a:gd name="connsiteY2-220" fmla="*/ 2223 h 2159636"/>
              <a:gd name="connsiteX3-221" fmla="*/ 2143761 w 2148523"/>
              <a:gd name="connsiteY3-222" fmla="*/ 1066801 h 2159636"/>
              <a:gd name="connsiteX4-223" fmla="*/ 2148523 w 2148523"/>
              <a:gd name="connsiteY4-224" fmla="*/ 2146935 h 2159636"/>
              <a:gd name="connsiteX5-225" fmla="*/ 1104265 w 2148523"/>
              <a:gd name="connsiteY5-226" fmla="*/ 2159636 h 2159636"/>
              <a:gd name="connsiteX6-227" fmla="*/ 249873 w 2148523"/>
              <a:gd name="connsiteY6-228" fmla="*/ 1771015 h 2159636"/>
              <a:gd name="connsiteX7-229" fmla="*/ 0 w 2148523"/>
              <a:gd name="connsiteY7-230" fmla="*/ 1066801 h 2159636"/>
              <a:gd name="connsiteX8-231" fmla="*/ 2223 w 2148523"/>
              <a:gd name="connsiteY8-232" fmla="*/ 2223 h 2159636"/>
              <a:gd name="connsiteX0-233" fmla="*/ 2223 w 2148523"/>
              <a:gd name="connsiteY0-234" fmla="*/ 2223 h 2159636"/>
              <a:gd name="connsiteX1-235" fmla="*/ 1071880 w 2148523"/>
              <a:gd name="connsiteY1-236" fmla="*/ 0 h 2159636"/>
              <a:gd name="connsiteX2-237" fmla="*/ 2148523 w 2148523"/>
              <a:gd name="connsiteY2-238" fmla="*/ 2223 h 2159636"/>
              <a:gd name="connsiteX3-239" fmla="*/ 2143761 w 2148523"/>
              <a:gd name="connsiteY3-240" fmla="*/ 1066801 h 2159636"/>
              <a:gd name="connsiteX4-241" fmla="*/ 2148523 w 2148523"/>
              <a:gd name="connsiteY4-242" fmla="*/ 2146935 h 2159636"/>
              <a:gd name="connsiteX5-243" fmla="*/ 1104265 w 2148523"/>
              <a:gd name="connsiteY5-244" fmla="*/ 2159636 h 2159636"/>
              <a:gd name="connsiteX6-245" fmla="*/ 249873 w 2148523"/>
              <a:gd name="connsiteY6-246" fmla="*/ 1771015 h 2159636"/>
              <a:gd name="connsiteX7-247" fmla="*/ 0 w 2148523"/>
              <a:gd name="connsiteY7-248" fmla="*/ 1066801 h 2159636"/>
              <a:gd name="connsiteX8-249" fmla="*/ 2223 w 2148523"/>
              <a:gd name="connsiteY8-250" fmla="*/ 2223 h 2159636"/>
              <a:gd name="connsiteX0-251" fmla="*/ 2223 w 2148523"/>
              <a:gd name="connsiteY0-252" fmla="*/ 2223 h 2159636"/>
              <a:gd name="connsiteX1-253" fmla="*/ 1071880 w 2148523"/>
              <a:gd name="connsiteY1-254" fmla="*/ 0 h 2159636"/>
              <a:gd name="connsiteX2-255" fmla="*/ 2148523 w 2148523"/>
              <a:gd name="connsiteY2-256" fmla="*/ 2223 h 2159636"/>
              <a:gd name="connsiteX3-257" fmla="*/ 2143761 w 2148523"/>
              <a:gd name="connsiteY3-258" fmla="*/ 1066801 h 2159636"/>
              <a:gd name="connsiteX4-259" fmla="*/ 2148523 w 2148523"/>
              <a:gd name="connsiteY4-260" fmla="*/ 2146935 h 2159636"/>
              <a:gd name="connsiteX5-261" fmla="*/ 1104265 w 2148523"/>
              <a:gd name="connsiteY5-262" fmla="*/ 2159636 h 2159636"/>
              <a:gd name="connsiteX6-263" fmla="*/ 265748 w 2148523"/>
              <a:gd name="connsiteY6-264" fmla="*/ 1799590 h 2159636"/>
              <a:gd name="connsiteX7-265" fmla="*/ 0 w 2148523"/>
              <a:gd name="connsiteY7-266" fmla="*/ 1066801 h 2159636"/>
              <a:gd name="connsiteX8-267" fmla="*/ 2223 w 2148523"/>
              <a:gd name="connsiteY8-268" fmla="*/ 2223 h 2159636"/>
              <a:gd name="connsiteX0-269" fmla="*/ 2223 w 2148523"/>
              <a:gd name="connsiteY0-270" fmla="*/ 2223 h 2159636"/>
              <a:gd name="connsiteX1-271" fmla="*/ 1071880 w 2148523"/>
              <a:gd name="connsiteY1-272" fmla="*/ 0 h 2159636"/>
              <a:gd name="connsiteX2-273" fmla="*/ 2148523 w 2148523"/>
              <a:gd name="connsiteY2-274" fmla="*/ 2223 h 2159636"/>
              <a:gd name="connsiteX3-275" fmla="*/ 2143761 w 2148523"/>
              <a:gd name="connsiteY3-276" fmla="*/ 1066801 h 2159636"/>
              <a:gd name="connsiteX4-277" fmla="*/ 2148523 w 2148523"/>
              <a:gd name="connsiteY4-278" fmla="*/ 2146935 h 2159636"/>
              <a:gd name="connsiteX5-279" fmla="*/ 1104265 w 2148523"/>
              <a:gd name="connsiteY5-280" fmla="*/ 2159636 h 2159636"/>
              <a:gd name="connsiteX6-281" fmla="*/ 269982 w 2148523"/>
              <a:gd name="connsiteY6-282" fmla="*/ 1799590 h 2159636"/>
              <a:gd name="connsiteX7-283" fmla="*/ 0 w 2148523"/>
              <a:gd name="connsiteY7-284" fmla="*/ 1066801 h 2159636"/>
              <a:gd name="connsiteX8-285" fmla="*/ 2223 w 2148523"/>
              <a:gd name="connsiteY8-286" fmla="*/ 2223 h 2159636"/>
              <a:gd name="connsiteX0-287" fmla="*/ 2223 w 2148523"/>
              <a:gd name="connsiteY0-288" fmla="*/ 2223 h 2159636"/>
              <a:gd name="connsiteX1-289" fmla="*/ 1071880 w 2148523"/>
              <a:gd name="connsiteY1-290" fmla="*/ 0 h 2159636"/>
              <a:gd name="connsiteX2-291" fmla="*/ 2148523 w 2148523"/>
              <a:gd name="connsiteY2-292" fmla="*/ 2223 h 2159636"/>
              <a:gd name="connsiteX3-293" fmla="*/ 2143761 w 2148523"/>
              <a:gd name="connsiteY3-294" fmla="*/ 1066801 h 2159636"/>
              <a:gd name="connsiteX4-295" fmla="*/ 2148523 w 2148523"/>
              <a:gd name="connsiteY4-296" fmla="*/ 2146935 h 2159636"/>
              <a:gd name="connsiteX5-297" fmla="*/ 1104265 w 2148523"/>
              <a:gd name="connsiteY5-298" fmla="*/ 2159636 h 2159636"/>
              <a:gd name="connsiteX6-299" fmla="*/ 269982 w 2148523"/>
              <a:gd name="connsiteY6-300" fmla="*/ 1799590 h 2159636"/>
              <a:gd name="connsiteX7-301" fmla="*/ 0 w 2148523"/>
              <a:gd name="connsiteY7-302" fmla="*/ 1066801 h 2159636"/>
              <a:gd name="connsiteX8-303" fmla="*/ 2223 w 2148523"/>
              <a:gd name="connsiteY8-304" fmla="*/ 2223 h 2159636"/>
              <a:gd name="connsiteX0-305" fmla="*/ 2223 w 2148523"/>
              <a:gd name="connsiteY0-306" fmla="*/ 2223 h 2159636"/>
              <a:gd name="connsiteX1-307" fmla="*/ 1071880 w 2148523"/>
              <a:gd name="connsiteY1-308" fmla="*/ 0 h 2159636"/>
              <a:gd name="connsiteX2-309" fmla="*/ 2148523 w 2148523"/>
              <a:gd name="connsiteY2-310" fmla="*/ 2223 h 2159636"/>
              <a:gd name="connsiteX3-311" fmla="*/ 2143761 w 2148523"/>
              <a:gd name="connsiteY3-312" fmla="*/ 1066801 h 2159636"/>
              <a:gd name="connsiteX4-313" fmla="*/ 2148523 w 2148523"/>
              <a:gd name="connsiteY4-314" fmla="*/ 2146935 h 2159636"/>
              <a:gd name="connsiteX5-315" fmla="*/ 1104265 w 2148523"/>
              <a:gd name="connsiteY5-316" fmla="*/ 2159636 h 2159636"/>
              <a:gd name="connsiteX6-317" fmla="*/ 269982 w 2148523"/>
              <a:gd name="connsiteY6-318" fmla="*/ 1799590 h 2159636"/>
              <a:gd name="connsiteX7-319" fmla="*/ 0 w 2148523"/>
              <a:gd name="connsiteY7-320" fmla="*/ 1066801 h 2159636"/>
              <a:gd name="connsiteX8-321" fmla="*/ 2223 w 2148523"/>
              <a:gd name="connsiteY8-322" fmla="*/ 2223 h 2159636"/>
              <a:gd name="connsiteX0-323" fmla="*/ 2223 w 2148523"/>
              <a:gd name="connsiteY0-324" fmla="*/ 2223 h 2159636"/>
              <a:gd name="connsiteX1-325" fmla="*/ 1071880 w 2148523"/>
              <a:gd name="connsiteY1-326" fmla="*/ 0 h 2159636"/>
              <a:gd name="connsiteX2-327" fmla="*/ 2148523 w 2148523"/>
              <a:gd name="connsiteY2-328" fmla="*/ 2223 h 2159636"/>
              <a:gd name="connsiteX3-329" fmla="*/ 2143761 w 2148523"/>
              <a:gd name="connsiteY3-330" fmla="*/ 1066801 h 2159636"/>
              <a:gd name="connsiteX4-331" fmla="*/ 2148523 w 2148523"/>
              <a:gd name="connsiteY4-332" fmla="*/ 2146935 h 2159636"/>
              <a:gd name="connsiteX5-333" fmla="*/ 1104265 w 2148523"/>
              <a:gd name="connsiteY5-334" fmla="*/ 2159636 h 2159636"/>
              <a:gd name="connsiteX6-335" fmla="*/ 272098 w 2148523"/>
              <a:gd name="connsiteY6-336" fmla="*/ 1797473 h 2159636"/>
              <a:gd name="connsiteX7-337" fmla="*/ 0 w 2148523"/>
              <a:gd name="connsiteY7-338" fmla="*/ 1066801 h 2159636"/>
              <a:gd name="connsiteX8-339" fmla="*/ 2223 w 2148523"/>
              <a:gd name="connsiteY8-340" fmla="*/ 2223 h 2159636"/>
              <a:gd name="connsiteX0-341" fmla="*/ 2223 w 2148523"/>
              <a:gd name="connsiteY0-342" fmla="*/ 2223 h 2159636"/>
              <a:gd name="connsiteX1-343" fmla="*/ 1071880 w 2148523"/>
              <a:gd name="connsiteY1-344" fmla="*/ 0 h 2159636"/>
              <a:gd name="connsiteX2-345" fmla="*/ 2148523 w 2148523"/>
              <a:gd name="connsiteY2-346" fmla="*/ 2223 h 2159636"/>
              <a:gd name="connsiteX3-347" fmla="*/ 2143761 w 2148523"/>
              <a:gd name="connsiteY3-348" fmla="*/ 1066801 h 2159636"/>
              <a:gd name="connsiteX4-349" fmla="*/ 2148523 w 2148523"/>
              <a:gd name="connsiteY4-350" fmla="*/ 2146935 h 2159636"/>
              <a:gd name="connsiteX5-351" fmla="*/ 1104265 w 2148523"/>
              <a:gd name="connsiteY5-352" fmla="*/ 2159636 h 2159636"/>
              <a:gd name="connsiteX6-353" fmla="*/ 272098 w 2148523"/>
              <a:gd name="connsiteY6-354" fmla="*/ 1797473 h 2159636"/>
              <a:gd name="connsiteX7-355" fmla="*/ 0 w 2148523"/>
              <a:gd name="connsiteY7-356" fmla="*/ 1066801 h 2159636"/>
              <a:gd name="connsiteX8-357" fmla="*/ 2223 w 2148523"/>
              <a:gd name="connsiteY8-358" fmla="*/ 2223 h 2159636"/>
              <a:gd name="connsiteX0-359" fmla="*/ 2223 w 2148523"/>
              <a:gd name="connsiteY0-360" fmla="*/ 2223 h 2159636"/>
              <a:gd name="connsiteX1-361" fmla="*/ 1071880 w 2148523"/>
              <a:gd name="connsiteY1-362" fmla="*/ 0 h 2159636"/>
              <a:gd name="connsiteX2-363" fmla="*/ 2148523 w 2148523"/>
              <a:gd name="connsiteY2-364" fmla="*/ 2223 h 2159636"/>
              <a:gd name="connsiteX3-365" fmla="*/ 2143761 w 2148523"/>
              <a:gd name="connsiteY3-366" fmla="*/ 1066801 h 2159636"/>
              <a:gd name="connsiteX4-367" fmla="*/ 2148523 w 2148523"/>
              <a:gd name="connsiteY4-368" fmla="*/ 2146935 h 2159636"/>
              <a:gd name="connsiteX5-369" fmla="*/ 1104265 w 2148523"/>
              <a:gd name="connsiteY5-370" fmla="*/ 2159636 h 2159636"/>
              <a:gd name="connsiteX6-371" fmla="*/ 272098 w 2148523"/>
              <a:gd name="connsiteY6-372" fmla="*/ 1797473 h 2159636"/>
              <a:gd name="connsiteX7-373" fmla="*/ 0 w 2148523"/>
              <a:gd name="connsiteY7-374" fmla="*/ 1066801 h 2159636"/>
              <a:gd name="connsiteX8-375" fmla="*/ 2223 w 2148523"/>
              <a:gd name="connsiteY8-376" fmla="*/ 2223 h 2159636"/>
              <a:gd name="connsiteX0-377" fmla="*/ 2223 w 2148523"/>
              <a:gd name="connsiteY0-378" fmla="*/ 2223 h 2159636"/>
              <a:gd name="connsiteX1-379" fmla="*/ 1071880 w 2148523"/>
              <a:gd name="connsiteY1-380" fmla="*/ 0 h 2159636"/>
              <a:gd name="connsiteX2-381" fmla="*/ 2148523 w 2148523"/>
              <a:gd name="connsiteY2-382" fmla="*/ 2223 h 2159636"/>
              <a:gd name="connsiteX3-383" fmla="*/ 2143761 w 2148523"/>
              <a:gd name="connsiteY3-384" fmla="*/ 1066801 h 2159636"/>
              <a:gd name="connsiteX4-385" fmla="*/ 2148523 w 2148523"/>
              <a:gd name="connsiteY4-386" fmla="*/ 2146935 h 2159636"/>
              <a:gd name="connsiteX5-387" fmla="*/ 1104265 w 2148523"/>
              <a:gd name="connsiteY5-388" fmla="*/ 2159636 h 2159636"/>
              <a:gd name="connsiteX6-389" fmla="*/ 272098 w 2148523"/>
              <a:gd name="connsiteY6-390" fmla="*/ 1797473 h 2159636"/>
              <a:gd name="connsiteX7-391" fmla="*/ 0 w 2148523"/>
              <a:gd name="connsiteY7-392" fmla="*/ 1066801 h 2159636"/>
              <a:gd name="connsiteX8-393" fmla="*/ 2223 w 2148523"/>
              <a:gd name="connsiteY8-394" fmla="*/ 2223 h 2159636"/>
              <a:gd name="connsiteX0-395" fmla="*/ 2223 w 2148523"/>
              <a:gd name="connsiteY0-396" fmla="*/ 2223 h 2159636"/>
              <a:gd name="connsiteX1-397" fmla="*/ 1071880 w 2148523"/>
              <a:gd name="connsiteY1-398" fmla="*/ 0 h 2159636"/>
              <a:gd name="connsiteX2-399" fmla="*/ 2148523 w 2148523"/>
              <a:gd name="connsiteY2-400" fmla="*/ 2223 h 2159636"/>
              <a:gd name="connsiteX3-401" fmla="*/ 2143761 w 2148523"/>
              <a:gd name="connsiteY3-402" fmla="*/ 1066801 h 2159636"/>
              <a:gd name="connsiteX4-403" fmla="*/ 2148523 w 2148523"/>
              <a:gd name="connsiteY4-404" fmla="*/ 2146935 h 2159636"/>
              <a:gd name="connsiteX5-405" fmla="*/ 1104265 w 2148523"/>
              <a:gd name="connsiteY5-406" fmla="*/ 2159636 h 2159636"/>
              <a:gd name="connsiteX6-407" fmla="*/ 272098 w 2148523"/>
              <a:gd name="connsiteY6-408" fmla="*/ 1797473 h 2159636"/>
              <a:gd name="connsiteX7-409" fmla="*/ 0 w 2148523"/>
              <a:gd name="connsiteY7-410" fmla="*/ 1066801 h 2159636"/>
              <a:gd name="connsiteX8-411" fmla="*/ 2223 w 2148523"/>
              <a:gd name="connsiteY8-412" fmla="*/ 2223 h 2159636"/>
              <a:gd name="connsiteX0-413" fmla="*/ 2223 w 2302351"/>
              <a:gd name="connsiteY0-414" fmla="*/ 2223 h 2159636"/>
              <a:gd name="connsiteX1-415" fmla="*/ 1071880 w 2302351"/>
              <a:gd name="connsiteY1-416" fmla="*/ 0 h 2159636"/>
              <a:gd name="connsiteX2-417" fmla="*/ 2148523 w 2302351"/>
              <a:gd name="connsiteY2-418" fmla="*/ 2223 h 2159636"/>
              <a:gd name="connsiteX3-419" fmla="*/ 2143761 w 2302351"/>
              <a:gd name="connsiteY3-420" fmla="*/ 1066801 h 2159636"/>
              <a:gd name="connsiteX4-421" fmla="*/ 2148523 w 2302351"/>
              <a:gd name="connsiteY4-422" fmla="*/ 2146935 h 2159636"/>
              <a:gd name="connsiteX5-423" fmla="*/ 1104265 w 2302351"/>
              <a:gd name="connsiteY5-424" fmla="*/ 2159636 h 2159636"/>
              <a:gd name="connsiteX6-425" fmla="*/ 272098 w 2302351"/>
              <a:gd name="connsiteY6-426" fmla="*/ 1797473 h 2159636"/>
              <a:gd name="connsiteX7-427" fmla="*/ 0 w 2302351"/>
              <a:gd name="connsiteY7-428" fmla="*/ 1066801 h 2159636"/>
              <a:gd name="connsiteX8-429" fmla="*/ 2223 w 2302351"/>
              <a:gd name="connsiteY8-430" fmla="*/ 2223 h 2159636"/>
              <a:gd name="connsiteX0-431" fmla="*/ 2223 w 2148523"/>
              <a:gd name="connsiteY0-432" fmla="*/ 2223 h 2159636"/>
              <a:gd name="connsiteX1-433" fmla="*/ 1071880 w 2148523"/>
              <a:gd name="connsiteY1-434" fmla="*/ 0 h 2159636"/>
              <a:gd name="connsiteX2-435" fmla="*/ 2148523 w 2148523"/>
              <a:gd name="connsiteY2-436" fmla="*/ 2223 h 2159636"/>
              <a:gd name="connsiteX3-437" fmla="*/ 2143761 w 2148523"/>
              <a:gd name="connsiteY3-438" fmla="*/ 1066801 h 2159636"/>
              <a:gd name="connsiteX4-439" fmla="*/ 1780223 w 2148523"/>
              <a:gd name="connsiteY4-440" fmla="*/ 1886585 h 2159636"/>
              <a:gd name="connsiteX5-441" fmla="*/ 1104265 w 2148523"/>
              <a:gd name="connsiteY5-442" fmla="*/ 2159636 h 2159636"/>
              <a:gd name="connsiteX6-443" fmla="*/ 272098 w 2148523"/>
              <a:gd name="connsiteY6-444" fmla="*/ 1797473 h 2159636"/>
              <a:gd name="connsiteX7-445" fmla="*/ 0 w 2148523"/>
              <a:gd name="connsiteY7-446" fmla="*/ 1066801 h 2159636"/>
              <a:gd name="connsiteX8-447" fmla="*/ 2223 w 2148523"/>
              <a:gd name="connsiteY8-448" fmla="*/ 2223 h 2159636"/>
              <a:gd name="connsiteX0-449" fmla="*/ 2223 w 2148523"/>
              <a:gd name="connsiteY0-450" fmla="*/ 2223 h 2159636"/>
              <a:gd name="connsiteX1-451" fmla="*/ 1071880 w 2148523"/>
              <a:gd name="connsiteY1-452" fmla="*/ 0 h 2159636"/>
              <a:gd name="connsiteX2-453" fmla="*/ 2148523 w 2148523"/>
              <a:gd name="connsiteY2-454" fmla="*/ 2223 h 2159636"/>
              <a:gd name="connsiteX3-455" fmla="*/ 2143761 w 2148523"/>
              <a:gd name="connsiteY3-456" fmla="*/ 1066801 h 2159636"/>
              <a:gd name="connsiteX4-457" fmla="*/ 1780223 w 2148523"/>
              <a:gd name="connsiteY4-458" fmla="*/ 1886585 h 2159636"/>
              <a:gd name="connsiteX5-459" fmla="*/ 1104265 w 2148523"/>
              <a:gd name="connsiteY5-460" fmla="*/ 2159636 h 2159636"/>
              <a:gd name="connsiteX6-461" fmla="*/ 272098 w 2148523"/>
              <a:gd name="connsiteY6-462" fmla="*/ 1797473 h 2159636"/>
              <a:gd name="connsiteX7-463" fmla="*/ 0 w 2148523"/>
              <a:gd name="connsiteY7-464" fmla="*/ 1066801 h 2159636"/>
              <a:gd name="connsiteX8-465" fmla="*/ 2223 w 2148523"/>
              <a:gd name="connsiteY8-466" fmla="*/ 2223 h 2159636"/>
              <a:gd name="connsiteX0-467" fmla="*/ 2223 w 2148523"/>
              <a:gd name="connsiteY0-468" fmla="*/ 2223 h 2159636"/>
              <a:gd name="connsiteX1-469" fmla="*/ 1071880 w 2148523"/>
              <a:gd name="connsiteY1-470" fmla="*/ 0 h 2159636"/>
              <a:gd name="connsiteX2-471" fmla="*/ 2148523 w 2148523"/>
              <a:gd name="connsiteY2-472" fmla="*/ 2223 h 2159636"/>
              <a:gd name="connsiteX3-473" fmla="*/ 2143761 w 2148523"/>
              <a:gd name="connsiteY3-474" fmla="*/ 1066801 h 2159636"/>
              <a:gd name="connsiteX4-475" fmla="*/ 1780223 w 2148523"/>
              <a:gd name="connsiteY4-476" fmla="*/ 1886585 h 2159636"/>
              <a:gd name="connsiteX5-477" fmla="*/ 1104265 w 2148523"/>
              <a:gd name="connsiteY5-478" fmla="*/ 2159636 h 2159636"/>
              <a:gd name="connsiteX6-479" fmla="*/ 272098 w 2148523"/>
              <a:gd name="connsiteY6-480" fmla="*/ 1797473 h 2159636"/>
              <a:gd name="connsiteX7-481" fmla="*/ 0 w 2148523"/>
              <a:gd name="connsiteY7-482" fmla="*/ 1066801 h 2159636"/>
              <a:gd name="connsiteX8-483" fmla="*/ 2223 w 2148523"/>
              <a:gd name="connsiteY8-484" fmla="*/ 2223 h 2159636"/>
              <a:gd name="connsiteX0-485" fmla="*/ 2223 w 2148523"/>
              <a:gd name="connsiteY0-486" fmla="*/ 2223 h 2159636"/>
              <a:gd name="connsiteX1-487" fmla="*/ 1071880 w 2148523"/>
              <a:gd name="connsiteY1-488" fmla="*/ 0 h 2159636"/>
              <a:gd name="connsiteX2-489" fmla="*/ 2148523 w 2148523"/>
              <a:gd name="connsiteY2-490" fmla="*/ 2223 h 2159636"/>
              <a:gd name="connsiteX3-491" fmla="*/ 2143761 w 2148523"/>
              <a:gd name="connsiteY3-492" fmla="*/ 1066801 h 2159636"/>
              <a:gd name="connsiteX4-493" fmla="*/ 1796098 w 2148523"/>
              <a:gd name="connsiteY4-494" fmla="*/ 1886585 h 2159636"/>
              <a:gd name="connsiteX5-495" fmla="*/ 1104265 w 2148523"/>
              <a:gd name="connsiteY5-496" fmla="*/ 2159636 h 2159636"/>
              <a:gd name="connsiteX6-497" fmla="*/ 272098 w 2148523"/>
              <a:gd name="connsiteY6-498" fmla="*/ 1797473 h 2159636"/>
              <a:gd name="connsiteX7-499" fmla="*/ 0 w 2148523"/>
              <a:gd name="connsiteY7-500" fmla="*/ 1066801 h 2159636"/>
              <a:gd name="connsiteX8-501" fmla="*/ 2223 w 2148523"/>
              <a:gd name="connsiteY8-502" fmla="*/ 2223 h 2159636"/>
              <a:gd name="connsiteX0-503" fmla="*/ 2223 w 2148523"/>
              <a:gd name="connsiteY0-504" fmla="*/ 2223 h 2159636"/>
              <a:gd name="connsiteX1-505" fmla="*/ 1071880 w 2148523"/>
              <a:gd name="connsiteY1-506" fmla="*/ 0 h 2159636"/>
              <a:gd name="connsiteX2-507" fmla="*/ 2148523 w 2148523"/>
              <a:gd name="connsiteY2-508" fmla="*/ 2223 h 2159636"/>
              <a:gd name="connsiteX3-509" fmla="*/ 2143761 w 2148523"/>
              <a:gd name="connsiteY3-510" fmla="*/ 1066801 h 2159636"/>
              <a:gd name="connsiteX4-511" fmla="*/ 1796098 w 2148523"/>
              <a:gd name="connsiteY4-512" fmla="*/ 1886585 h 2159636"/>
              <a:gd name="connsiteX5-513" fmla="*/ 1104265 w 2148523"/>
              <a:gd name="connsiteY5-514" fmla="*/ 2159636 h 2159636"/>
              <a:gd name="connsiteX6-515" fmla="*/ 272098 w 2148523"/>
              <a:gd name="connsiteY6-516" fmla="*/ 1797473 h 2159636"/>
              <a:gd name="connsiteX7-517" fmla="*/ 0 w 2148523"/>
              <a:gd name="connsiteY7-518" fmla="*/ 1066801 h 2159636"/>
              <a:gd name="connsiteX8-519" fmla="*/ 2223 w 2148523"/>
              <a:gd name="connsiteY8-520" fmla="*/ 2223 h 2159636"/>
              <a:gd name="connsiteX0-521" fmla="*/ 2223 w 2148523"/>
              <a:gd name="connsiteY0-522" fmla="*/ 2223 h 2159636"/>
              <a:gd name="connsiteX1-523" fmla="*/ 1071880 w 2148523"/>
              <a:gd name="connsiteY1-524" fmla="*/ 0 h 2159636"/>
              <a:gd name="connsiteX2-525" fmla="*/ 2148523 w 2148523"/>
              <a:gd name="connsiteY2-526" fmla="*/ 2223 h 2159636"/>
              <a:gd name="connsiteX3-527" fmla="*/ 2143761 w 2148523"/>
              <a:gd name="connsiteY3-528" fmla="*/ 1066801 h 2159636"/>
              <a:gd name="connsiteX4-529" fmla="*/ 1796098 w 2148523"/>
              <a:gd name="connsiteY4-530" fmla="*/ 1886585 h 2159636"/>
              <a:gd name="connsiteX5-531" fmla="*/ 1104265 w 2148523"/>
              <a:gd name="connsiteY5-532" fmla="*/ 2159636 h 2159636"/>
              <a:gd name="connsiteX6-533" fmla="*/ 272098 w 2148523"/>
              <a:gd name="connsiteY6-534" fmla="*/ 1797473 h 2159636"/>
              <a:gd name="connsiteX7-535" fmla="*/ 0 w 2148523"/>
              <a:gd name="connsiteY7-536" fmla="*/ 1066801 h 2159636"/>
              <a:gd name="connsiteX8-537" fmla="*/ 2223 w 2148523"/>
              <a:gd name="connsiteY8-538" fmla="*/ 2223 h 2159636"/>
              <a:gd name="connsiteX0-539" fmla="*/ 2223 w 2148523"/>
              <a:gd name="connsiteY0-540" fmla="*/ 2223 h 2159636"/>
              <a:gd name="connsiteX1-541" fmla="*/ 1071880 w 2148523"/>
              <a:gd name="connsiteY1-542" fmla="*/ 0 h 2159636"/>
              <a:gd name="connsiteX2-543" fmla="*/ 2148523 w 2148523"/>
              <a:gd name="connsiteY2-544" fmla="*/ 2223 h 2159636"/>
              <a:gd name="connsiteX3-545" fmla="*/ 2143761 w 2148523"/>
              <a:gd name="connsiteY3-546" fmla="*/ 1066801 h 2159636"/>
              <a:gd name="connsiteX4-547" fmla="*/ 1796098 w 2148523"/>
              <a:gd name="connsiteY4-548" fmla="*/ 1886585 h 2159636"/>
              <a:gd name="connsiteX5-549" fmla="*/ 1104265 w 2148523"/>
              <a:gd name="connsiteY5-550" fmla="*/ 2159636 h 2159636"/>
              <a:gd name="connsiteX6-551" fmla="*/ 272098 w 2148523"/>
              <a:gd name="connsiteY6-552" fmla="*/ 1797473 h 2159636"/>
              <a:gd name="connsiteX7-553" fmla="*/ 0 w 2148523"/>
              <a:gd name="connsiteY7-554" fmla="*/ 1066801 h 2159636"/>
              <a:gd name="connsiteX8-555" fmla="*/ 2223 w 2148523"/>
              <a:gd name="connsiteY8-556" fmla="*/ 2223 h 2159636"/>
              <a:gd name="connsiteX0-557" fmla="*/ 2223 w 2148523"/>
              <a:gd name="connsiteY0-558" fmla="*/ 2223 h 2159636"/>
              <a:gd name="connsiteX1-559" fmla="*/ 1071880 w 2148523"/>
              <a:gd name="connsiteY1-560" fmla="*/ 0 h 2159636"/>
              <a:gd name="connsiteX2-561" fmla="*/ 2148523 w 2148523"/>
              <a:gd name="connsiteY2-562" fmla="*/ 2223 h 2159636"/>
              <a:gd name="connsiteX3-563" fmla="*/ 2143761 w 2148523"/>
              <a:gd name="connsiteY3-564" fmla="*/ 1066801 h 2159636"/>
              <a:gd name="connsiteX4-565" fmla="*/ 1796098 w 2148523"/>
              <a:gd name="connsiteY4-566" fmla="*/ 1886585 h 2159636"/>
              <a:gd name="connsiteX5-567" fmla="*/ 1104265 w 2148523"/>
              <a:gd name="connsiteY5-568" fmla="*/ 2159636 h 2159636"/>
              <a:gd name="connsiteX6-569" fmla="*/ 272098 w 2148523"/>
              <a:gd name="connsiteY6-570" fmla="*/ 1797473 h 2159636"/>
              <a:gd name="connsiteX7-571" fmla="*/ 0 w 2148523"/>
              <a:gd name="connsiteY7-572" fmla="*/ 1066801 h 2159636"/>
              <a:gd name="connsiteX8-573" fmla="*/ 2223 w 2148523"/>
              <a:gd name="connsiteY8-574" fmla="*/ 2223 h 2159636"/>
              <a:gd name="connsiteX0-575" fmla="*/ 2223 w 2148523"/>
              <a:gd name="connsiteY0-576" fmla="*/ 2223 h 2159636"/>
              <a:gd name="connsiteX1-577" fmla="*/ 1071880 w 2148523"/>
              <a:gd name="connsiteY1-578" fmla="*/ 0 h 2159636"/>
              <a:gd name="connsiteX2-579" fmla="*/ 2148523 w 2148523"/>
              <a:gd name="connsiteY2-580" fmla="*/ 2223 h 2159636"/>
              <a:gd name="connsiteX3-581" fmla="*/ 2143761 w 2148523"/>
              <a:gd name="connsiteY3-582" fmla="*/ 1066801 h 2159636"/>
              <a:gd name="connsiteX4-583" fmla="*/ 1792923 w 2148523"/>
              <a:gd name="connsiteY4-584" fmla="*/ 1877060 h 2159636"/>
              <a:gd name="connsiteX5-585" fmla="*/ 1104265 w 2148523"/>
              <a:gd name="connsiteY5-586" fmla="*/ 2159636 h 2159636"/>
              <a:gd name="connsiteX6-587" fmla="*/ 272098 w 2148523"/>
              <a:gd name="connsiteY6-588" fmla="*/ 1797473 h 2159636"/>
              <a:gd name="connsiteX7-589" fmla="*/ 0 w 2148523"/>
              <a:gd name="connsiteY7-590" fmla="*/ 1066801 h 2159636"/>
              <a:gd name="connsiteX8-591" fmla="*/ 2223 w 2148523"/>
              <a:gd name="connsiteY8-592" fmla="*/ 2223 h 2159636"/>
              <a:gd name="connsiteX0-593" fmla="*/ 313373 w 2148523"/>
              <a:gd name="connsiteY0-594" fmla="*/ 310198 h 2159636"/>
              <a:gd name="connsiteX1-595" fmla="*/ 1071880 w 2148523"/>
              <a:gd name="connsiteY1-596" fmla="*/ 0 h 2159636"/>
              <a:gd name="connsiteX2-597" fmla="*/ 2148523 w 2148523"/>
              <a:gd name="connsiteY2-598" fmla="*/ 2223 h 2159636"/>
              <a:gd name="connsiteX3-599" fmla="*/ 2143761 w 2148523"/>
              <a:gd name="connsiteY3-600" fmla="*/ 1066801 h 2159636"/>
              <a:gd name="connsiteX4-601" fmla="*/ 1792923 w 2148523"/>
              <a:gd name="connsiteY4-602" fmla="*/ 1877060 h 2159636"/>
              <a:gd name="connsiteX5-603" fmla="*/ 1104265 w 2148523"/>
              <a:gd name="connsiteY5-604" fmla="*/ 2159636 h 2159636"/>
              <a:gd name="connsiteX6-605" fmla="*/ 272098 w 2148523"/>
              <a:gd name="connsiteY6-606" fmla="*/ 1797473 h 2159636"/>
              <a:gd name="connsiteX7-607" fmla="*/ 0 w 2148523"/>
              <a:gd name="connsiteY7-608" fmla="*/ 1066801 h 2159636"/>
              <a:gd name="connsiteX8-609" fmla="*/ 313373 w 2148523"/>
              <a:gd name="connsiteY8-610" fmla="*/ 310198 h 2159636"/>
              <a:gd name="connsiteX0-611" fmla="*/ 313373 w 2143772"/>
              <a:gd name="connsiteY0-612" fmla="*/ 310198 h 2159636"/>
              <a:gd name="connsiteX1-613" fmla="*/ 1071880 w 2143772"/>
              <a:gd name="connsiteY1-614" fmla="*/ 0 h 2159636"/>
              <a:gd name="connsiteX2-615" fmla="*/ 1865948 w 2143772"/>
              <a:gd name="connsiteY2-616" fmla="*/ 338773 h 2159636"/>
              <a:gd name="connsiteX3-617" fmla="*/ 2143761 w 2143772"/>
              <a:gd name="connsiteY3-618" fmla="*/ 1066801 h 2159636"/>
              <a:gd name="connsiteX4-619" fmla="*/ 1792923 w 2143772"/>
              <a:gd name="connsiteY4-620" fmla="*/ 1877060 h 2159636"/>
              <a:gd name="connsiteX5-621" fmla="*/ 1104265 w 2143772"/>
              <a:gd name="connsiteY5-622" fmla="*/ 2159636 h 2159636"/>
              <a:gd name="connsiteX6-623" fmla="*/ 272098 w 2143772"/>
              <a:gd name="connsiteY6-624" fmla="*/ 1797473 h 2159636"/>
              <a:gd name="connsiteX7-625" fmla="*/ 0 w 2143772"/>
              <a:gd name="connsiteY7-626" fmla="*/ 1066801 h 2159636"/>
              <a:gd name="connsiteX8-627" fmla="*/ 313373 w 2143772"/>
              <a:gd name="connsiteY8-628" fmla="*/ 310198 h 2159636"/>
              <a:gd name="connsiteX0-629" fmla="*/ 313373 w 2144667"/>
              <a:gd name="connsiteY0-630" fmla="*/ 310198 h 2159636"/>
              <a:gd name="connsiteX1-631" fmla="*/ 1071880 w 2144667"/>
              <a:gd name="connsiteY1-632" fmla="*/ 0 h 2159636"/>
              <a:gd name="connsiteX2-633" fmla="*/ 1865948 w 2144667"/>
              <a:gd name="connsiteY2-634" fmla="*/ 338773 h 2159636"/>
              <a:gd name="connsiteX3-635" fmla="*/ 2143761 w 2144667"/>
              <a:gd name="connsiteY3-636" fmla="*/ 1066801 h 2159636"/>
              <a:gd name="connsiteX4-637" fmla="*/ 1792923 w 2144667"/>
              <a:gd name="connsiteY4-638" fmla="*/ 1877060 h 2159636"/>
              <a:gd name="connsiteX5-639" fmla="*/ 1104265 w 2144667"/>
              <a:gd name="connsiteY5-640" fmla="*/ 2159636 h 2159636"/>
              <a:gd name="connsiteX6-641" fmla="*/ 272098 w 2144667"/>
              <a:gd name="connsiteY6-642" fmla="*/ 1797473 h 2159636"/>
              <a:gd name="connsiteX7-643" fmla="*/ 0 w 2144667"/>
              <a:gd name="connsiteY7-644" fmla="*/ 1066801 h 2159636"/>
              <a:gd name="connsiteX8-645" fmla="*/ 313373 w 2144667"/>
              <a:gd name="connsiteY8-646" fmla="*/ 310198 h 2159636"/>
              <a:gd name="connsiteX0-647" fmla="*/ 313373 w 2144667"/>
              <a:gd name="connsiteY0-648" fmla="*/ 310198 h 2159636"/>
              <a:gd name="connsiteX1-649" fmla="*/ 1071880 w 2144667"/>
              <a:gd name="connsiteY1-650" fmla="*/ 0 h 2159636"/>
              <a:gd name="connsiteX2-651" fmla="*/ 1865948 w 2144667"/>
              <a:gd name="connsiteY2-652" fmla="*/ 338773 h 2159636"/>
              <a:gd name="connsiteX3-653" fmla="*/ 2143761 w 2144667"/>
              <a:gd name="connsiteY3-654" fmla="*/ 1066801 h 2159636"/>
              <a:gd name="connsiteX4-655" fmla="*/ 1792923 w 2144667"/>
              <a:gd name="connsiteY4-656" fmla="*/ 1877060 h 2159636"/>
              <a:gd name="connsiteX5-657" fmla="*/ 1104265 w 2144667"/>
              <a:gd name="connsiteY5-658" fmla="*/ 2159636 h 2159636"/>
              <a:gd name="connsiteX6-659" fmla="*/ 272098 w 2144667"/>
              <a:gd name="connsiteY6-660" fmla="*/ 1797473 h 2159636"/>
              <a:gd name="connsiteX7-661" fmla="*/ 0 w 2144667"/>
              <a:gd name="connsiteY7-662" fmla="*/ 1066801 h 2159636"/>
              <a:gd name="connsiteX8-663" fmla="*/ 313373 w 2144667"/>
              <a:gd name="connsiteY8-664" fmla="*/ 310198 h 2159636"/>
              <a:gd name="connsiteX0-665" fmla="*/ 313373 w 2143772"/>
              <a:gd name="connsiteY0-666" fmla="*/ 310198 h 2159636"/>
              <a:gd name="connsiteX1-667" fmla="*/ 1071880 w 2143772"/>
              <a:gd name="connsiteY1-668" fmla="*/ 0 h 2159636"/>
              <a:gd name="connsiteX2-669" fmla="*/ 1865948 w 2143772"/>
              <a:gd name="connsiteY2-670" fmla="*/ 338773 h 2159636"/>
              <a:gd name="connsiteX3-671" fmla="*/ 2143761 w 2143772"/>
              <a:gd name="connsiteY3-672" fmla="*/ 1066801 h 2159636"/>
              <a:gd name="connsiteX4-673" fmla="*/ 1792923 w 2143772"/>
              <a:gd name="connsiteY4-674" fmla="*/ 1877060 h 2159636"/>
              <a:gd name="connsiteX5-675" fmla="*/ 1104265 w 2143772"/>
              <a:gd name="connsiteY5-676" fmla="*/ 2159636 h 2159636"/>
              <a:gd name="connsiteX6-677" fmla="*/ 272098 w 2143772"/>
              <a:gd name="connsiteY6-678" fmla="*/ 1797473 h 2159636"/>
              <a:gd name="connsiteX7-679" fmla="*/ 0 w 2143772"/>
              <a:gd name="connsiteY7-680" fmla="*/ 1066801 h 2159636"/>
              <a:gd name="connsiteX8-681" fmla="*/ 313373 w 2143772"/>
              <a:gd name="connsiteY8-682" fmla="*/ 310198 h 2159636"/>
              <a:gd name="connsiteX0-683" fmla="*/ 313373 w 2143772"/>
              <a:gd name="connsiteY0-684" fmla="*/ 310198 h 2159636"/>
              <a:gd name="connsiteX1-685" fmla="*/ 1071880 w 2143772"/>
              <a:gd name="connsiteY1-686" fmla="*/ 0 h 2159636"/>
              <a:gd name="connsiteX2-687" fmla="*/ 1865948 w 2143772"/>
              <a:gd name="connsiteY2-688" fmla="*/ 338773 h 2159636"/>
              <a:gd name="connsiteX3-689" fmla="*/ 2143761 w 2143772"/>
              <a:gd name="connsiteY3-690" fmla="*/ 1066801 h 2159636"/>
              <a:gd name="connsiteX4-691" fmla="*/ 1792923 w 2143772"/>
              <a:gd name="connsiteY4-692" fmla="*/ 1877060 h 2159636"/>
              <a:gd name="connsiteX5-693" fmla="*/ 1104265 w 2143772"/>
              <a:gd name="connsiteY5-694" fmla="*/ 2159636 h 2159636"/>
              <a:gd name="connsiteX6-695" fmla="*/ 272098 w 2143772"/>
              <a:gd name="connsiteY6-696" fmla="*/ 1797473 h 2159636"/>
              <a:gd name="connsiteX7-697" fmla="*/ 0 w 2143772"/>
              <a:gd name="connsiteY7-698" fmla="*/ 1066801 h 2159636"/>
              <a:gd name="connsiteX8-699" fmla="*/ 313373 w 2143772"/>
              <a:gd name="connsiteY8-700" fmla="*/ 310198 h 2159636"/>
              <a:gd name="connsiteX0-701" fmla="*/ 313373 w 2143772"/>
              <a:gd name="connsiteY0-702" fmla="*/ 310198 h 2159636"/>
              <a:gd name="connsiteX1-703" fmla="*/ 1071880 w 2143772"/>
              <a:gd name="connsiteY1-704" fmla="*/ 0 h 2159636"/>
              <a:gd name="connsiteX2-705" fmla="*/ 1853248 w 2143772"/>
              <a:gd name="connsiteY2-706" fmla="*/ 338773 h 2159636"/>
              <a:gd name="connsiteX3-707" fmla="*/ 2143761 w 2143772"/>
              <a:gd name="connsiteY3-708" fmla="*/ 1066801 h 2159636"/>
              <a:gd name="connsiteX4-709" fmla="*/ 1792923 w 2143772"/>
              <a:gd name="connsiteY4-710" fmla="*/ 1877060 h 2159636"/>
              <a:gd name="connsiteX5-711" fmla="*/ 1104265 w 2143772"/>
              <a:gd name="connsiteY5-712" fmla="*/ 2159636 h 2159636"/>
              <a:gd name="connsiteX6-713" fmla="*/ 272098 w 2143772"/>
              <a:gd name="connsiteY6-714" fmla="*/ 1797473 h 2159636"/>
              <a:gd name="connsiteX7-715" fmla="*/ 0 w 2143772"/>
              <a:gd name="connsiteY7-716" fmla="*/ 1066801 h 2159636"/>
              <a:gd name="connsiteX8-717" fmla="*/ 313373 w 2143772"/>
              <a:gd name="connsiteY8-718" fmla="*/ 310198 h 2159636"/>
              <a:gd name="connsiteX0-719" fmla="*/ 313373 w 2143772"/>
              <a:gd name="connsiteY0-720" fmla="*/ 310198 h 2159636"/>
              <a:gd name="connsiteX1-721" fmla="*/ 1071880 w 2143772"/>
              <a:gd name="connsiteY1-722" fmla="*/ 0 h 2159636"/>
              <a:gd name="connsiteX2-723" fmla="*/ 1853248 w 2143772"/>
              <a:gd name="connsiteY2-724" fmla="*/ 338773 h 2159636"/>
              <a:gd name="connsiteX3-725" fmla="*/ 2143761 w 2143772"/>
              <a:gd name="connsiteY3-726" fmla="*/ 1066801 h 2159636"/>
              <a:gd name="connsiteX4-727" fmla="*/ 1792923 w 2143772"/>
              <a:gd name="connsiteY4-728" fmla="*/ 1877060 h 2159636"/>
              <a:gd name="connsiteX5-729" fmla="*/ 1104265 w 2143772"/>
              <a:gd name="connsiteY5-730" fmla="*/ 2159636 h 2159636"/>
              <a:gd name="connsiteX6-731" fmla="*/ 272098 w 2143772"/>
              <a:gd name="connsiteY6-732" fmla="*/ 1797473 h 2159636"/>
              <a:gd name="connsiteX7-733" fmla="*/ 0 w 2143772"/>
              <a:gd name="connsiteY7-734" fmla="*/ 1066801 h 2159636"/>
              <a:gd name="connsiteX8-735" fmla="*/ 313373 w 2143772"/>
              <a:gd name="connsiteY8-736" fmla="*/ 310198 h 2159636"/>
              <a:gd name="connsiteX0-737" fmla="*/ 313373 w 2143772"/>
              <a:gd name="connsiteY0-738" fmla="*/ 310198 h 2159636"/>
              <a:gd name="connsiteX1-739" fmla="*/ 1071880 w 2143772"/>
              <a:gd name="connsiteY1-740" fmla="*/ 0 h 2159636"/>
              <a:gd name="connsiteX2-741" fmla="*/ 1853248 w 2143772"/>
              <a:gd name="connsiteY2-742" fmla="*/ 338773 h 2159636"/>
              <a:gd name="connsiteX3-743" fmla="*/ 2143761 w 2143772"/>
              <a:gd name="connsiteY3-744" fmla="*/ 1066801 h 2159636"/>
              <a:gd name="connsiteX4-745" fmla="*/ 1792923 w 2143772"/>
              <a:gd name="connsiteY4-746" fmla="*/ 1877060 h 2159636"/>
              <a:gd name="connsiteX5-747" fmla="*/ 1104265 w 2143772"/>
              <a:gd name="connsiteY5-748" fmla="*/ 2159636 h 2159636"/>
              <a:gd name="connsiteX6-749" fmla="*/ 272098 w 2143772"/>
              <a:gd name="connsiteY6-750" fmla="*/ 1797473 h 2159636"/>
              <a:gd name="connsiteX7-751" fmla="*/ 0 w 2143772"/>
              <a:gd name="connsiteY7-752" fmla="*/ 1066801 h 2159636"/>
              <a:gd name="connsiteX8-753" fmla="*/ 313373 w 2143772"/>
              <a:gd name="connsiteY8-754" fmla="*/ 310198 h 2159636"/>
              <a:gd name="connsiteX0-755" fmla="*/ 313373 w 2143772"/>
              <a:gd name="connsiteY0-756" fmla="*/ 310198 h 2159636"/>
              <a:gd name="connsiteX1-757" fmla="*/ 1071880 w 2143772"/>
              <a:gd name="connsiteY1-758" fmla="*/ 0 h 2159636"/>
              <a:gd name="connsiteX2-759" fmla="*/ 1853248 w 2143772"/>
              <a:gd name="connsiteY2-760" fmla="*/ 338773 h 2159636"/>
              <a:gd name="connsiteX3-761" fmla="*/ 2143761 w 2143772"/>
              <a:gd name="connsiteY3-762" fmla="*/ 1066801 h 2159636"/>
              <a:gd name="connsiteX4-763" fmla="*/ 1792923 w 2143772"/>
              <a:gd name="connsiteY4-764" fmla="*/ 1877060 h 2159636"/>
              <a:gd name="connsiteX5-765" fmla="*/ 1104265 w 2143772"/>
              <a:gd name="connsiteY5-766" fmla="*/ 2159636 h 2159636"/>
              <a:gd name="connsiteX6-767" fmla="*/ 272098 w 2143772"/>
              <a:gd name="connsiteY6-768" fmla="*/ 1797473 h 2159636"/>
              <a:gd name="connsiteX7-769" fmla="*/ 0 w 2143772"/>
              <a:gd name="connsiteY7-770" fmla="*/ 1066801 h 2159636"/>
              <a:gd name="connsiteX8-771" fmla="*/ 313373 w 2143772"/>
              <a:gd name="connsiteY8-772" fmla="*/ 310198 h 2159636"/>
              <a:gd name="connsiteX0-773" fmla="*/ 313373 w 2143772"/>
              <a:gd name="connsiteY0-774" fmla="*/ 310198 h 2159636"/>
              <a:gd name="connsiteX1-775" fmla="*/ 1071880 w 2143772"/>
              <a:gd name="connsiteY1-776" fmla="*/ 0 h 2159636"/>
              <a:gd name="connsiteX2-777" fmla="*/ 1853248 w 2143772"/>
              <a:gd name="connsiteY2-778" fmla="*/ 338773 h 2159636"/>
              <a:gd name="connsiteX3-779" fmla="*/ 2143761 w 2143772"/>
              <a:gd name="connsiteY3-780" fmla="*/ 1066801 h 2159636"/>
              <a:gd name="connsiteX4-781" fmla="*/ 1792923 w 2143772"/>
              <a:gd name="connsiteY4-782" fmla="*/ 1877060 h 2159636"/>
              <a:gd name="connsiteX5-783" fmla="*/ 1104265 w 2143772"/>
              <a:gd name="connsiteY5-784" fmla="*/ 2159636 h 2159636"/>
              <a:gd name="connsiteX6-785" fmla="*/ 272098 w 2143772"/>
              <a:gd name="connsiteY6-786" fmla="*/ 1797473 h 2159636"/>
              <a:gd name="connsiteX7-787" fmla="*/ 0 w 2143772"/>
              <a:gd name="connsiteY7-788" fmla="*/ 1066801 h 2159636"/>
              <a:gd name="connsiteX8-789" fmla="*/ 313373 w 2143772"/>
              <a:gd name="connsiteY8-790" fmla="*/ 310198 h 2159636"/>
              <a:gd name="connsiteX0-791" fmla="*/ 313373 w 2143772"/>
              <a:gd name="connsiteY0-792" fmla="*/ 310198 h 2159636"/>
              <a:gd name="connsiteX1-793" fmla="*/ 1071880 w 2143772"/>
              <a:gd name="connsiteY1-794" fmla="*/ 0 h 2159636"/>
              <a:gd name="connsiteX2-795" fmla="*/ 1853248 w 2143772"/>
              <a:gd name="connsiteY2-796" fmla="*/ 338773 h 2159636"/>
              <a:gd name="connsiteX3-797" fmla="*/ 2143761 w 2143772"/>
              <a:gd name="connsiteY3-798" fmla="*/ 1066801 h 2159636"/>
              <a:gd name="connsiteX4-799" fmla="*/ 1792923 w 2143772"/>
              <a:gd name="connsiteY4-800" fmla="*/ 1877060 h 2159636"/>
              <a:gd name="connsiteX5-801" fmla="*/ 1104265 w 2143772"/>
              <a:gd name="connsiteY5-802" fmla="*/ 2159636 h 2159636"/>
              <a:gd name="connsiteX6-803" fmla="*/ 272098 w 2143772"/>
              <a:gd name="connsiteY6-804" fmla="*/ 1797473 h 2159636"/>
              <a:gd name="connsiteX7-805" fmla="*/ 0 w 2143772"/>
              <a:gd name="connsiteY7-806" fmla="*/ 1066801 h 2159636"/>
              <a:gd name="connsiteX8-807" fmla="*/ 313373 w 2143772"/>
              <a:gd name="connsiteY8-808" fmla="*/ 310198 h 2159636"/>
              <a:gd name="connsiteX0-809" fmla="*/ 313373 w 2143772"/>
              <a:gd name="connsiteY0-810" fmla="*/ 310198 h 2159636"/>
              <a:gd name="connsiteX1-811" fmla="*/ 1071880 w 2143772"/>
              <a:gd name="connsiteY1-812" fmla="*/ 0 h 2159636"/>
              <a:gd name="connsiteX2-813" fmla="*/ 1853248 w 2143772"/>
              <a:gd name="connsiteY2-814" fmla="*/ 338773 h 2159636"/>
              <a:gd name="connsiteX3-815" fmla="*/ 2143761 w 2143772"/>
              <a:gd name="connsiteY3-816" fmla="*/ 1066801 h 2159636"/>
              <a:gd name="connsiteX4-817" fmla="*/ 1792923 w 2143772"/>
              <a:gd name="connsiteY4-818" fmla="*/ 1877060 h 2159636"/>
              <a:gd name="connsiteX5-819" fmla="*/ 1104265 w 2143772"/>
              <a:gd name="connsiteY5-820" fmla="*/ 2159636 h 2159636"/>
              <a:gd name="connsiteX6-821" fmla="*/ 272098 w 2143772"/>
              <a:gd name="connsiteY6-822" fmla="*/ 1797473 h 2159636"/>
              <a:gd name="connsiteX7-823" fmla="*/ 0 w 2143772"/>
              <a:gd name="connsiteY7-824" fmla="*/ 1066801 h 2159636"/>
              <a:gd name="connsiteX8-825" fmla="*/ 313373 w 2143772"/>
              <a:gd name="connsiteY8-826" fmla="*/ 310198 h 2159636"/>
              <a:gd name="connsiteX0-827" fmla="*/ 313373 w 2143772"/>
              <a:gd name="connsiteY0-828" fmla="*/ 310198 h 2159636"/>
              <a:gd name="connsiteX1-829" fmla="*/ 1071880 w 2143772"/>
              <a:gd name="connsiteY1-830" fmla="*/ 0 h 2159636"/>
              <a:gd name="connsiteX2-831" fmla="*/ 1853248 w 2143772"/>
              <a:gd name="connsiteY2-832" fmla="*/ 338773 h 2159636"/>
              <a:gd name="connsiteX3-833" fmla="*/ 2143761 w 2143772"/>
              <a:gd name="connsiteY3-834" fmla="*/ 1066801 h 2159636"/>
              <a:gd name="connsiteX4-835" fmla="*/ 1792923 w 2143772"/>
              <a:gd name="connsiteY4-836" fmla="*/ 1877060 h 2159636"/>
              <a:gd name="connsiteX5-837" fmla="*/ 1104265 w 2143772"/>
              <a:gd name="connsiteY5-838" fmla="*/ 2159636 h 2159636"/>
              <a:gd name="connsiteX6-839" fmla="*/ 272098 w 2143772"/>
              <a:gd name="connsiteY6-840" fmla="*/ 1797473 h 2159636"/>
              <a:gd name="connsiteX7-841" fmla="*/ 0 w 2143772"/>
              <a:gd name="connsiteY7-842" fmla="*/ 1066801 h 2159636"/>
              <a:gd name="connsiteX8-843" fmla="*/ 313373 w 2143772"/>
              <a:gd name="connsiteY8-844" fmla="*/ 310198 h 2159636"/>
              <a:gd name="connsiteX0-845" fmla="*/ 313373 w 2143772"/>
              <a:gd name="connsiteY0-846" fmla="*/ 310198 h 2159636"/>
              <a:gd name="connsiteX1-847" fmla="*/ 1071880 w 2143772"/>
              <a:gd name="connsiteY1-848" fmla="*/ 0 h 2159636"/>
              <a:gd name="connsiteX2-849" fmla="*/ 1853248 w 2143772"/>
              <a:gd name="connsiteY2-850" fmla="*/ 338773 h 2159636"/>
              <a:gd name="connsiteX3-851" fmla="*/ 2143761 w 2143772"/>
              <a:gd name="connsiteY3-852" fmla="*/ 1066801 h 2159636"/>
              <a:gd name="connsiteX4-853" fmla="*/ 1792923 w 2143772"/>
              <a:gd name="connsiteY4-854" fmla="*/ 1877060 h 2159636"/>
              <a:gd name="connsiteX5-855" fmla="*/ 1104265 w 2143772"/>
              <a:gd name="connsiteY5-856" fmla="*/ 2159636 h 2159636"/>
              <a:gd name="connsiteX6-857" fmla="*/ 272098 w 2143772"/>
              <a:gd name="connsiteY6-858" fmla="*/ 1797473 h 2159636"/>
              <a:gd name="connsiteX7-859" fmla="*/ 0 w 2143772"/>
              <a:gd name="connsiteY7-860" fmla="*/ 1066801 h 2159636"/>
              <a:gd name="connsiteX8-861" fmla="*/ 313373 w 2143772"/>
              <a:gd name="connsiteY8-862" fmla="*/ 310198 h 2159636"/>
              <a:gd name="connsiteX0-863" fmla="*/ 313373 w 2143772"/>
              <a:gd name="connsiteY0-864" fmla="*/ 310198 h 2159636"/>
              <a:gd name="connsiteX1-865" fmla="*/ 1071880 w 2143772"/>
              <a:gd name="connsiteY1-866" fmla="*/ 0 h 2159636"/>
              <a:gd name="connsiteX2-867" fmla="*/ 1853248 w 2143772"/>
              <a:gd name="connsiteY2-868" fmla="*/ 338773 h 2159636"/>
              <a:gd name="connsiteX3-869" fmla="*/ 2143761 w 2143772"/>
              <a:gd name="connsiteY3-870" fmla="*/ 1066801 h 2159636"/>
              <a:gd name="connsiteX4-871" fmla="*/ 1792923 w 2143772"/>
              <a:gd name="connsiteY4-872" fmla="*/ 1877060 h 2159636"/>
              <a:gd name="connsiteX5-873" fmla="*/ 1104265 w 2143772"/>
              <a:gd name="connsiteY5-874" fmla="*/ 2159636 h 2159636"/>
              <a:gd name="connsiteX6-875" fmla="*/ 272098 w 2143772"/>
              <a:gd name="connsiteY6-876" fmla="*/ 1797473 h 2159636"/>
              <a:gd name="connsiteX7-877" fmla="*/ 0 w 2143772"/>
              <a:gd name="connsiteY7-878" fmla="*/ 1066801 h 2159636"/>
              <a:gd name="connsiteX8-879" fmla="*/ 313373 w 2143772"/>
              <a:gd name="connsiteY8-880" fmla="*/ 310198 h 2159636"/>
              <a:gd name="connsiteX0-881" fmla="*/ 313373 w 2143772"/>
              <a:gd name="connsiteY0-882" fmla="*/ 310198 h 2159636"/>
              <a:gd name="connsiteX1-883" fmla="*/ 1071880 w 2143772"/>
              <a:gd name="connsiteY1-884" fmla="*/ 0 h 2159636"/>
              <a:gd name="connsiteX2-885" fmla="*/ 1853248 w 2143772"/>
              <a:gd name="connsiteY2-886" fmla="*/ 338773 h 2159636"/>
              <a:gd name="connsiteX3-887" fmla="*/ 2143761 w 2143772"/>
              <a:gd name="connsiteY3-888" fmla="*/ 1066801 h 2159636"/>
              <a:gd name="connsiteX4-889" fmla="*/ 1792923 w 2143772"/>
              <a:gd name="connsiteY4-890" fmla="*/ 1877060 h 2159636"/>
              <a:gd name="connsiteX5-891" fmla="*/ 1104265 w 2143772"/>
              <a:gd name="connsiteY5-892" fmla="*/ 2159636 h 2159636"/>
              <a:gd name="connsiteX6-893" fmla="*/ 272098 w 2143772"/>
              <a:gd name="connsiteY6-894" fmla="*/ 1797473 h 2159636"/>
              <a:gd name="connsiteX7-895" fmla="*/ 0 w 2143772"/>
              <a:gd name="connsiteY7-896" fmla="*/ 1066801 h 2159636"/>
              <a:gd name="connsiteX8-897" fmla="*/ 313373 w 2143772"/>
              <a:gd name="connsiteY8-898" fmla="*/ 310198 h 2159636"/>
              <a:gd name="connsiteX0-899" fmla="*/ 313373 w 2143772"/>
              <a:gd name="connsiteY0-900" fmla="*/ 310198 h 2159636"/>
              <a:gd name="connsiteX1-901" fmla="*/ 1071880 w 2143772"/>
              <a:gd name="connsiteY1-902" fmla="*/ 0 h 2159636"/>
              <a:gd name="connsiteX2-903" fmla="*/ 1853248 w 2143772"/>
              <a:gd name="connsiteY2-904" fmla="*/ 338773 h 2159636"/>
              <a:gd name="connsiteX3-905" fmla="*/ 2143761 w 2143772"/>
              <a:gd name="connsiteY3-906" fmla="*/ 1066801 h 2159636"/>
              <a:gd name="connsiteX4-907" fmla="*/ 1792923 w 2143772"/>
              <a:gd name="connsiteY4-908" fmla="*/ 1877060 h 2159636"/>
              <a:gd name="connsiteX5-909" fmla="*/ 1104265 w 2143772"/>
              <a:gd name="connsiteY5-910" fmla="*/ 2159636 h 2159636"/>
              <a:gd name="connsiteX6-911" fmla="*/ 272098 w 2143772"/>
              <a:gd name="connsiteY6-912" fmla="*/ 1797473 h 2159636"/>
              <a:gd name="connsiteX7-913" fmla="*/ 0 w 2143772"/>
              <a:gd name="connsiteY7-914" fmla="*/ 1066801 h 2159636"/>
              <a:gd name="connsiteX8-915" fmla="*/ 313373 w 2143772"/>
              <a:gd name="connsiteY8-916" fmla="*/ 310198 h 215963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 ang="0">
                <a:pos x="connsiteX8-69" y="connsiteY8-70"/>
              </a:cxn>
            </a:cxnLst>
            <a:rect l="l" t="t" r="r" b="b"/>
            <a:pathLst>
              <a:path w="2143772" h="2159636">
                <a:moveTo>
                  <a:pt x="313373" y="310198"/>
                </a:moveTo>
                <a:cubicBezTo>
                  <a:pt x="499534" y="115782"/>
                  <a:pt x="830686" y="1799"/>
                  <a:pt x="1071880" y="0"/>
                </a:cubicBezTo>
                <a:cubicBezTo>
                  <a:pt x="1330642" y="4762"/>
                  <a:pt x="1677776" y="135573"/>
                  <a:pt x="1853248" y="338773"/>
                </a:cubicBezTo>
                <a:cubicBezTo>
                  <a:pt x="2028720" y="541973"/>
                  <a:pt x="2143232" y="807245"/>
                  <a:pt x="2143761" y="1066801"/>
                </a:cubicBezTo>
                <a:cubicBezTo>
                  <a:pt x="2145348" y="1426846"/>
                  <a:pt x="1979084" y="1720426"/>
                  <a:pt x="1792923" y="1877060"/>
                </a:cubicBezTo>
                <a:cubicBezTo>
                  <a:pt x="1606762" y="2033694"/>
                  <a:pt x="1450234" y="2122594"/>
                  <a:pt x="1104265" y="2159636"/>
                </a:cubicBezTo>
                <a:cubicBezTo>
                  <a:pt x="775652" y="2145842"/>
                  <a:pt x="430107" y="1990301"/>
                  <a:pt x="272098" y="1797473"/>
                </a:cubicBezTo>
                <a:cubicBezTo>
                  <a:pt x="114089" y="1604645"/>
                  <a:pt x="2434" y="1392979"/>
                  <a:pt x="0" y="1066801"/>
                </a:cubicBezTo>
                <a:cubicBezTo>
                  <a:pt x="11959" y="776500"/>
                  <a:pt x="127212" y="504614"/>
                  <a:pt x="313373" y="310198"/>
                </a:cubicBezTo>
                <a:close/>
              </a:path>
            </a:pathLst>
          </a:custGeom>
          <a:pattFill prst="lgCheck">
            <a:fgClr>
              <a:schemeClr val="accent1"/>
            </a:fgClr>
            <a:bgClr>
              <a:schemeClr val="bg1"/>
            </a:bgClr>
          </a:pattFill>
        </p:spPr>
        <p:txBody>
          <a:bodyPr/>
          <a:lstStyle/>
          <a:p>
            <a:endParaRPr lang="zh-CN" altLang="en-US" dirty="0"/>
          </a:p>
        </p:txBody>
      </p:sp>
      <p:sp>
        <p:nvSpPr>
          <p:cNvPr id="35" name="文本占位符 374"/>
          <p:cNvSpPr>
            <a:spLocks noGrp="1"/>
          </p:cNvSpPr>
          <p:nvPr>
            <p:ph type="body" sz="quarter" idx="55" hasCustomPrompt="1"/>
          </p:nvPr>
        </p:nvSpPr>
        <p:spPr>
          <a:xfrm>
            <a:off x="9368708" y="5424405"/>
            <a:ext cx="1216287" cy="346274"/>
          </a:xfrm>
          <a:prstGeom prst="rect">
            <a:avLst/>
          </a:prstGeom>
          <a:noFill/>
        </p:spPr>
        <p:txBody>
          <a:bodyPr/>
          <a:lstStyle>
            <a:lvl1pPr marL="0" indent="0" algn="ctr">
              <a:buNone/>
              <a:defRPr sz="1800" b="0">
                <a:solidFill>
                  <a:schemeClr val="accent4"/>
                </a:solidFill>
                <a:latin typeface="+mn-ea"/>
                <a:ea typeface="+mn-ea"/>
              </a:defRPr>
            </a:lvl1pPr>
          </a:lstStyle>
          <a:p>
            <a:pPr lvl="0"/>
            <a:r>
              <a:rPr lang="zh-CN" altLang="en-US" dirty="0"/>
              <a:t>输入名字</a:t>
            </a:r>
            <a:endParaRPr lang="zh-CN" altLang="en-US" dirty="0"/>
          </a:p>
        </p:txBody>
      </p:sp>
      <p:sp>
        <p:nvSpPr>
          <p:cNvPr id="36" name="文本占位符 374"/>
          <p:cNvSpPr>
            <a:spLocks noGrp="1"/>
          </p:cNvSpPr>
          <p:nvPr>
            <p:ph type="body" sz="quarter" idx="56" hasCustomPrompt="1"/>
          </p:nvPr>
        </p:nvSpPr>
        <p:spPr>
          <a:xfrm>
            <a:off x="9368708" y="5787336"/>
            <a:ext cx="1216287" cy="249566"/>
          </a:xfrm>
          <a:prstGeom prst="rect">
            <a:avLst/>
          </a:prstGeom>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38" name="直接连接符 37"/>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架构图-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27406" y="0"/>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1035672" y="4737873"/>
            <a:ext cx="2594226" cy="475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8271513" y="4742191"/>
            <a:ext cx="2594226" cy="475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2"/>
          <p:cNvSpPr>
            <a:spLocks noGrp="1"/>
          </p:cNvSpPr>
          <p:nvPr>
            <p:ph type="body" sz="quarter" idx="23" hasCustomPrompt="1"/>
          </p:nvPr>
        </p:nvSpPr>
        <p:spPr>
          <a:xfrm>
            <a:off x="1859917" y="4833178"/>
            <a:ext cx="1255238" cy="325782"/>
          </a:xfrm>
          <a:prstGeom prst="rect">
            <a:avLst/>
          </a:prstGeom>
        </p:spPr>
        <p:txBody>
          <a:bodyPr/>
          <a:lstStyle>
            <a:lvl1pPr marL="0" indent="0">
              <a:buNone/>
              <a:defRPr sz="2000"/>
            </a:lvl1pPr>
          </a:lstStyle>
          <a:p>
            <a:pPr lvl="0"/>
            <a:r>
              <a:rPr lang="zh-CN" altLang="en-US" dirty="0"/>
              <a:t>二级标题</a:t>
            </a:r>
            <a:endParaRPr lang="zh-CN" altLang="en-US" dirty="0"/>
          </a:p>
        </p:txBody>
      </p:sp>
      <p:sp>
        <p:nvSpPr>
          <p:cNvPr id="26" name="文本占位符 2"/>
          <p:cNvSpPr>
            <a:spLocks noGrp="1"/>
          </p:cNvSpPr>
          <p:nvPr>
            <p:ph type="body" sz="quarter" idx="26" hasCustomPrompt="1"/>
          </p:nvPr>
        </p:nvSpPr>
        <p:spPr>
          <a:xfrm>
            <a:off x="1634352" y="5310377"/>
            <a:ext cx="1642088" cy="623333"/>
          </a:xfrm>
          <a:prstGeom prst="rect">
            <a:avLst/>
          </a:prstGeom>
        </p:spPr>
        <p:txBody>
          <a:bodyPr/>
          <a:lstStyle>
            <a:lvl1pPr marL="0" indent="0" algn="ctr">
              <a:buNone/>
              <a:defRPr sz="1200"/>
            </a:lvl1pPr>
          </a:lstStyle>
          <a:p>
            <a:pPr lvl="0"/>
            <a:r>
              <a:rPr lang="zh-CN" altLang="en-US" dirty="0"/>
              <a:t>请输入文本</a:t>
            </a:r>
            <a:endParaRPr lang="zh-CN" altLang="en-US" dirty="0"/>
          </a:p>
        </p:txBody>
      </p:sp>
      <p:sp>
        <p:nvSpPr>
          <p:cNvPr id="17" name="文本占位符 2"/>
          <p:cNvSpPr>
            <a:spLocks noGrp="1"/>
          </p:cNvSpPr>
          <p:nvPr>
            <p:ph type="body" sz="quarter" idx="28" hasCustomPrompt="1"/>
          </p:nvPr>
        </p:nvSpPr>
        <p:spPr>
          <a:xfrm>
            <a:off x="5138517" y="5310377"/>
            <a:ext cx="1642088" cy="623333"/>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文本占位符 2"/>
          <p:cNvSpPr>
            <a:spLocks noGrp="1"/>
          </p:cNvSpPr>
          <p:nvPr>
            <p:ph type="body" sz="quarter" idx="30" hasCustomPrompt="1"/>
          </p:nvPr>
        </p:nvSpPr>
        <p:spPr>
          <a:xfrm>
            <a:off x="8642682" y="5310377"/>
            <a:ext cx="1642088" cy="623333"/>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图片占位符 20"/>
          <p:cNvSpPr>
            <a:spLocks noGrp="1"/>
          </p:cNvSpPr>
          <p:nvPr>
            <p:ph type="pic" sz="quarter" idx="31"/>
          </p:nvPr>
        </p:nvSpPr>
        <p:spPr>
          <a:xfrm>
            <a:off x="1035135" y="1815003"/>
            <a:ext cx="2587626" cy="2922871"/>
          </a:xfrm>
          <a:custGeom>
            <a:avLst/>
            <a:gdLst>
              <a:gd name="connsiteX0" fmla="*/ 0 w 2840038"/>
              <a:gd name="connsiteY0" fmla="*/ 0 h 2905125"/>
              <a:gd name="connsiteX1" fmla="*/ 2840038 w 2840038"/>
              <a:gd name="connsiteY1" fmla="*/ 0 h 2905125"/>
              <a:gd name="connsiteX2" fmla="*/ 2840038 w 2840038"/>
              <a:gd name="connsiteY2" fmla="*/ 2905125 h 2905125"/>
              <a:gd name="connsiteX3" fmla="*/ 0 w 2840038"/>
              <a:gd name="connsiteY3" fmla="*/ 2905125 h 2905125"/>
              <a:gd name="connsiteX4" fmla="*/ 0 w 2840038"/>
              <a:gd name="connsiteY4" fmla="*/ 0 h 2905125"/>
              <a:gd name="connsiteX0-1" fmla="*/ 0 w 2840038"/>
              <a:gd name="connsiteY0-2" fmla="*/ 0 h 2905125"/>
              <a:gd name="connsiteX1-3" fmla="*/ 2840038 w 2840038"/>
              <a:gd name="connsiteY1-4" fmla="*/ 0 h 2905125"/>
              <a:gd name="connsiteX2-5" fmla="*/ 2835275 w 2840038"/>
              <a:gd name="connsiteY2-6" fmla="*/ 1422400 h 2905125"/>
              <a:gd name="connsiteX3-7" fmla="*/ 2840038 w 2840038"/>
              <a:gd name="connsiteY3-8" fmla="*/ 2905125 h 2905125"/>
              <a:gd name="connsiteX4-9" fmla="*/ 0 w 2840038"/>
              <a:gd name="connsiteY4-10" fmla="*/ 2905125 h 2905125"/>
              <a:gd name="connsiteX5" fmla="*/ 0 w 2840038"/>
              <a:gd name="connsiteY5" fmla="*/ 0 h 2905125"/>
              <a:gd name="connsiteX0-11" fmla="*/ 0 w 2840038"/>
              <a:gd name="connsiteY0-12" fmla="*/ 0 h 2905125"/>
              <a:gd name="connsiteX1-13" fmla="*/ 2840038 w 2840038"/>
              <a:gd name="connsiteY1-14" fmla="*/ 0 h 2905125"/>
              <a:gd name="connsiteX2-15" fmla="*/ 2835275 w 2840038"/>
              <a:gd name="connsiteY2-16" fmla="*/ 1210734 h 2905125"/>
              <a:gd name="connsiteX3-17" fmla="*/ 2840038 w 2840038"/>
              <a:gd name="connsiteY3-18" fmla="*/ 2905125 h 2905125"/>
              <a:gd name="connsiteX4-19" fmla="*/ 0 w 2840038"/>
              <a:gd name="connsiteY4-20" fmla="*/ 2905125 h 2905125"/>
              <a:gd name="connsiteX5-21" fmla="*/ 0 w 2840038"/>
              <a:gd name="connsiteY5-22" fmla="*/ 0 h 2905125"/>
              <a:gd name="connsiteX0-23" fmla="*/ 0 w 2891041"/>
              <a:gd name="connsiteY0-24" fmla="*/ 84768 h 2989893"/>
              <a:gd name="connsiteX1-25" fmla="*/ 2840038 w 2891041"/>
              <a:gd name="connsiteY1-26" fmla="*/ 84768 h 2989893"/>
              <a:gd name="connsiteX2-27" fmla="*/ 1897592 w 2891041"/>
              <a:gd name="connsiteY2-28" fmla="*/ 91118 h 2989893"/>
              <a:gd name="connsiteX3-29" fmla="*/ 2835275 w 2891041"/>
              <a:gd name="connsiteY3-30" fmla="*/ 1295502 h 2989893"/>
              <a:gd name="connsiteX4-31" fmla="*/ 2840038 w 2891041"/>
              <a:gd name="connsiteY4-32" fmla="*/ 2989893 h 2989893"/>
              <a:gd name="connsiteX5-33" fmla="*/ 0 w 2891041"/>
              <a:gd name="connsiteY5-34" fmla="*/ 2989893 h 2989893"/>
              <a:gd name="connsiteX6" fmla="*/ 0 w 2891041"/>
              <a:gd name="connsiteY6" fmla="*/ 84768 h 2989893"/>
              <a:gd name="connsiteX0-35" fmla="*/ 0 w 2952091"/>
              <a:gd name="connsiteY0-36" fmla="*/ 0 h 2905125"/>
              <a:gd name="connsiteX1-37" fmla="*/ 2840038 w 2952091"/>
              <a:gd name="connsiteY1-38" fmla="*/ 0 h 2905125"/>
              <a:gd name="connsiteX2-39" fmla="*/ 2701925 w 2952091"/>
              <a:gd name="connsiteY2-40" fmla="*/ 251884 h 2905125"/>
              <a:gd name="connsiteX3-41" fmla="*/ 2835275 w 2952091"/>
              <a:gd name="connsiteY3-42" fmla="*/ 1210734 h 2905125"/>
              <a:gd name="connsiteX4-43" fmla="*/ 2840038 w 2952091"/>
              <a:gd name="connsiteY4-44" fmla="*/ 2905125 h 2905125"/>
              <a:gd name="connsiteX5-45" fmla="*/ 0 w 2952091"/>
              <a:gd name="connsiteY5-46" fmla="*/ 2905125 h 2905125"/>
              <a:gd name="connsiteX6-47" fmla="*/ 0 w 2952091"/>
              <a:gd name="connsiteY6-48" fmla="*/ 0 h 2905125"/>
              <a:gd name="connsiteX0-49" fmla="*/ 0 w 3022342"/>
              <a:gd name="connsiteY0-50" fmla="*/ 0 h 2905125"/>
              <a:gd name="connsiteX1-51" fmla="*/ 2840038 w 3022342"/>
              <a:gd name="connsiteY1-52" fmla="*/ 0 h 2905125"/>
              <a:gd name="connsiteX2-53" fmla="*/ 2964391 w 3022342"/>
              <a:gd name="connsiteY2-54" fmla="*/ 260350 h 2905125"/>
              <a:gd name="connsiteX3-55" fmla="*/ 2835275 w 3022342"/>
              <a:gd name="connsiteY3-56" fmla="*/ 1210734 h 2905125"/>
              <a:gd name="connsiteX4-57" fmla="*/ 2840038 w 3022342"/>
              <a:gd name="connsiteY4-58" fmla="*/ 2905125 h 2905125"/>
              <a:gd name="connsiteX5-59" fmla="*/ 0 w 3022342"/>
              <a:gd name="connsiteY5-60" fmla="*/ 2905125 h 2905125"/>
              <a:gd name="connsiteX6-61" fmla="*/ 0 w 3022342"/>
              <a:gd name="connsiteY6-62" fmla="*/ 0 h 2905125"/>
              <a:gd name="connsiteX0-63" fmla="*/ 0 w 2964391"/>
              <a:gd name="connsiteY0-64" fmla="*/ 0 h 2905125"/>
              <a:gd name="connsiteX1-65" fmla="*/ 1925638 w 2964391"/>
              <a:gd name="connsiteY1-66" fmla="*/ 0 h 2905125"/>
              <a:gd name="connsiteX2-67" fmla="*/ 2964391 w 2964391"/>
              <a:gd name="connsiteY2-68" fmla="*/ 260350 h 2905125"/>
              <a:gd name="connsiteX3-69" fmla="*/ 2835275 w 2964391"/>
              <a:gd name="connsiteY3-70" fmla="*/ 1210734 h 2905125"/>
              <a:gd name="connsiteX4-71" fmla="*/ 2840038 w 2964391"/>
              <a:gd name="connsiteY4-72" fmla="*/ 2905125 h 2905125"/>
              <a:gd name="connsiteX5-73" fmla="*/ 0 w 2964391"/>
              <a:gd name="connsiteY5-74" fmla="*/ 2905125 h 2905125"/>
              <a:gd name="connsiteX6-75" fmla="*/ 0 w 2964391"/>
              <a:gd name="connsiteY6-76" fmla="*/ 0 h 2905125"/>
              <a:gd name="connsiteX0-77" fmla="*/ 0 w 2965017"/>
              <a:gd name="connsiteY0-78" fmla="*/ 0 h 2905125"/>
              <a:gd name="connsiteX1-79" fmla="*/ 1925638 w 2965017"/>
              <a:gd name="connsiteY1-80" fmla="*/ 0 h 2905125"/>
              <a:gd name="connsiteX2-81" fmla="*/ 2964391 w 2965017"/>
              <a:gd name="connsiteY2-82" fmla="*/ 260350 h 2905125"/>
              <a:gd name="connsiteX3-83" fmla="*/ 2835275 w 2965017"/>
              <a:gd name="connsiteY3-84" fmla="*/ 1210734 h 2905125"/>
              <a:gd name="connsiteX4-85" fmla="*/ 2840038 w 2965017"/>
              <a:gd name="connsiteY4-86" fmla="*/ 2905125 h 2905125"/>
              <a:gd name="connsiteX5-87" fmla="*/ 0 w 2965017"/>
              <a:gd name="connsiteY5-88" fmla="*/ 2905125 h 2905125"/>
              <a:gd name="connsiteX6-89" fmla="*/ 0 w 2965017"/>
              <a:gd name="connsiteY6-90" fmla="*/ 0 h 2905125"/>
              <a:gd name="connsiteX0-91" fmla="*/ 0 w 2840038"/>
              <a:gd name="connsiteY0-92" fmla="*/ 0 h 2905125"/>
              <a:gd name="connsiteX1-93" fmla="*/ 1925638 w 2840038"/>
              <a:gd name="connsiteY1-94" fmla="*/ 0 h 2905125"/>
              <a:gd name="connsiteX2-95" fmla="*/ 2524124 w 2840038"/>
              <a:gd name="connsiteY2-96" fmla="*/ 438150 h 2905125"/>
              <a:gd name="connsiteX3-97" fmla="*/ 2835275 w 2840038"/>
              <a:gd name="connsiteY3-98" fmla="*/ 1210734 h 2905125"/>
              <a:gd name="connsiteX4-99" fmla="*/ 2840038 w 2840038"/>
              <a:gd name="connsiteY4-100" fmla="*/ 2905125 h 2905125"/>
              <a:gd name="connsiteX5-101" fmla="*/ 0 w 2840038"/>
              <a:gd name="connsiteY5-102" fmla="*/ 2905125 h 2905125"/>
              <a:gd name="connsiteX6-103" fmla="*/ 0 w 2840038"/>
              <a:gd name="connsiteY6-104" fmla="*/ 0 h 2905125"/>
              <a:gd name="connsiteX0-105" fmla="*/ 0 w 2840038"/>
              <a:gd name="connsiteY0-106" fmla="*/ 0 h 2905125"/>
              <a:gd name="connsiteX1-107" fmla="*/ 1925638 w 2840038"/>
              <a:gd name="connsiteY1-108" fmla="*/ 0 h 2905125"/>
              <a:gd name="connsiteX2-109" fmla="*/ 2524124 w 2840038"/>
              <a:gd name="connsiteY2-110" fmla="*/ 438150 h 2905125"/>
              <a:gd name="connsiteX3-111" fmla="*/ 2835275 w 2840038"/>
              <a:gd name="connsiteY3-112" fmla="*/ 1210734 h 2905125"/>
              <a:gd name="connsiteX4-113" fmla="*/ 2840038 w 2840038"/>
              <a:gd name="connsiteY4-114" fmla="*/ 2905125 h 2905125"/>
              <a:gd name="connsiteX5-115" fmla="*/ 0 w 2840038"/>
              <a:gd name="connsiteY5-116" fmla="*/ 2905125 h 2905125"/>
              <a:gd name="connsiteX6-117" fmla="*/ 0 w 2840038"/>
              <a:gd name="connsiteY6-118" fmla="*/ 0 h 2905125"/>
              <a:gd name="connsiteX0-119" fmla="*/ 0 w 2840038"/>
              <a:gd name="connsiteY0-120" fmla="*/ 0 h 2905125"/>
              <a:gd name="connsiteX1-121" fmla="*/ 1925638 w 2840038"/>
              <a:gd name="connsiteY1-122" fmla="*/ 0 h 2905125"/>
              <a:gd name="connsiteX2-123" fmla="*/ 2524124 w 2840038"/>
              <a:gd name="connsiteY2-124" fmla="*/ 438150 h 2905125"/>
              <a:gd name="connsiteX3-125" fmla="*/ 2835275 w 2840038"/>
              <a:gd name="connsiteY3-126" fmla="*/ 1210734 h 2905125"/>
              <a:gd name="connsiteX4-127" fmla="*/ 2840038 w 2840038"/>
              <a:gd name="connsiteY4-128" fmla="*/ 2905125 h 2905125"/>
              <a:gd name="connsiteX5-129" fmla="*/ 0 w 2840038"/>
              <a:gd name="connsiteY5-130" fmla="*/ 2905125 h 2905125"/>
              <a:gd name="connsiteX6-131" fmla="*/ 0 w 2840038"/>
              <a:gd name="connsiteY6-132" fmla="*/ 0 h 2905125"/>
              <a:gd name="connsiteX0-133" fmla="*/ 0 w 3078992"/>
              <a:gd name="connsiteY0-134" fmla="*/ 19353 h 2924478"/>
              <a:gd name="connsiteX1-135" fmla="*/ 1925638 w 3078992"/>
              <a:gd name="connsiteY1-136" fmla="*/ 19353 h 2924478"/>
              <a:gd name="connsiteX2-137" fmla="*/ 2934757 w 3078992"/>
              <a:gd name="connsiteY2-138" fmla="*/ 360137 h 2924478"/>
              <a:gd name="connsiteX3-139" fmla="*/ 2835275 w 3078992"/>
              <a:gd name="connsiteY3-140" fmla="*/ 1230087 h 2924478"/>
              <a:gd name="connsiteX4-141" fmla="*/ 2840038 w 3078992"/>
              <a:gd name="connsiteY4-142" fmla="*/ 2924478 h 2924478"/>
              <a:gd name="connsiteX5-143" fmla="*/ 0 w 3078992"/>
              <a:gd name="connsiteY5-144" fmla="*/ 2924478 h 2924478"/>
              <a:gd name="connsiteX6-145" fmla="*/ 0 w 3078992"/>
              <a:gd name="connsiteY6-146" fmla="*/ 19353 h 2924478"/>
              <a:gd name="connsiteX0-147" fmla="*/ 0 w 2934757"/>
              <a:gd name="connsiteY0-148" fmla="*/ 19353 h 2924478"/>
              <a:gd name="connsiteX1-149" fmla="*/ 1925638 w 2934757"/>
              <a:gd name="connsiteY1-150" fmla="*/ 19353 h 2924478"/>
              <a:gd name="connsiteX2-151" fmla="*/ 2934757 w 2934757"/>
              <a:gd name="connsiteY2-152" fmla="*/ 360137 h 2924478"/>
              <a:gd name="connsiteX3-153" fmla="*/ 2835275 w 2934757"/>
              <a:gd name="connsiteY3-154" fmla="*/ 1230087 h 2924478"/>
              <a:gd name="connsiteX4-155" fmla="*/ 2840038 w 2934757"/>
              <a:gd name="connsiteY4-156" fmla="*/ 2924478 h 2924478"/>
              <a:gd name="connsiteX5-157" fmla="*/ 0 w 2934757"/>
              <a:gd name="connsiteY5-158" fmla="*/ 2924478 h 2924478"/>
              <a:gd name="connsiteX6-159" fmla="*/ 0 w 2934757"/>
              <a:gd name="connsiteY6-160" fmla="*/ 19353 h 2924478"/>
              <a:gd name="connsiteX0-161" fmla="*/ 0 w 2840038"/>
              <a:gd name="connsiteY0-162" fmla="*/ 0 h 2905125"/>
              <a:gd name="connsiteX1-163" fmla="*/ 1925638 w 2840038"/>
              <a:gd name="connsiteY1-164" fmla="*/ 0 h 2905125"/>
              <a:gd name="connsiteX2-165" fmla="*/ 2817917 w 2840038"/>
              <a:gd name="connsiteY2-166" fmla="*/ 437304 h 2905125"/>
              <a:gd name="connsiteX3-167" fmla="*/ 2835275 w 2840038"/>
              <a:gd name="connsiteY3-168" fmla="*/ 1210734 h 2905125"/>
              <a:gd name="connsiteX4-169" fmla="*/ 2840038 w 2840038"/>
              <a:gd name="connsiteY4-170" fmla="*/ 2905125 h 2905125"/>
              <a:gd name="connsiteX5-171" fmla="*/ 0 w 2840038"/>
              <a:gd name="connsiteY5-172" fmla="*/ 2905125 h 2905125"/>
              <a:gd name="connsiteX6-173" fmla="*/ 0 w 2840038"/>
              <a:gd name="connsiteY6-174" fmla="*/ 0 h 2905125"/>
              <a:gd name="connsiteX0-175" fmla="*/ 0 w 3044349"/>
              <a:gd name="connsiteY0-176" fmla="*/ 0 h 2905125"/>
              <a:gd name="connsiteX1-177" fmla="*/ 1925638 w 3044349"/>
              <a:gd name="connsiteY1-178" fmla="*/ 0 h 2905125"/>
              <a:gd name="connsiteX2-179" fmla="*/ 2817917 w 3044349"/>
              <a:gd name="connsiteY2-180" fmla="*/ 437304 h 2905125"/>
              <a:gd name="connsiteX3-181" fmla="*/ 2835275 w 3044349"/>
              <a:gd name="connsiteY3-182" fmla="*/ 1210734 h 2905125"/>
              <a:gd name="connsiteX4-183" fmla="*/ 2840038 w 3044349"/>
              <a:gd name="connsiteY4-184" fmla="*/ 2905125 h 2905125"/>
              <a:gd name="connsiteX5-185" fmla="*/ 0 w 3044349"/>
              <a:gd name="connsiteY5-186" fmla="*/ 2905125 h 2905125"/>
              <a:gd name="connsiteX6-187" fmla="*/ 0 w 3044349"/>
              <a:gd name="connsiteY6-188" fmla="*/ 0 h 2905125"/>
              <a:gd name="connsiteX0-189" fmla="*/ 0 w 2870695"/>
              <a:gd name="connsiteY0-190" fmla="*/ 0 h 2905125"/>
              <a:gd name="connsiteX1-191" fmla="*/ 1925638 w 2870695"/>
              <a:gd name="connsiteY1-192" fmla="*/ 0 h 2905125"/>
              <a:gd name="connsiteX2-193" fmla="*/ 2817917 w 2870695"/>
              <a:gd name="connsiteY2-194" fmla="*/ 437304 h 2905125"/>
              <a:gd name="connsiteX3-195" fmla="*/ 2835275 w 2870695"/>
              <a:gd name="connsiteY3-196" fmla="*/ 1210734 h 2905125"/>
              <a:gd name="connsiteX4-197" fmla="*/ 2840038 w 2870695"/>
              <a:gd name="connsiteY4-198" fmla="*/ 2905125 h 2905125"/>
              <a:gd name="connsiteX5-199" fmla="*/ 0 w 2870695"/>
              <a:gd name="connsiteY5-200" fmla="*/ 2905125 h 2905125"/>
              <a:gd name="connsiteX6-201" fmla="*/ 0 w 2870695"/>
              <a:gd name="connsiteY6-202" fmla="*/ 0 h 2905125"/>
              <a:gd name="connsiteX0-203" fmla="*/ 0 w 2840038"/>
              <a:gd name="connsiteY0-204" fmla="*/ 0 h 2905125"/>
              <a:gd name="connsiteX1-205" fmla="*/ 1925638 w 2840038"/>
              <a:gd name="connsiteY1-206" fmla="*/ 0 h 2905125"/>
              <a:gd name="connsiteX2-207" fmla="*/ 2624877 w 2840038"/>
              <a:gd name="connsiteY2-208" fmla="*/ 508424 h 2905125"/>
              <a:gd name="connsiteX3-209" fmla="*/ 2835275 w 2840038"/>
              <a:gd name="connsiteY3-210" fmla="*/ 1210734 h 2905125"/>
              <a:gd name="connsiteX4-211" fmla="*/ 2840038 w 2840038"/>
              <a:gd name="connsiteY4-212" fmla="*/ 2905125 h 2905125"/>
              <a:gd name="connsiteX5-213" fmla="*/ 0 w 2840038"/>
              <a:gd name="connsiteY5-214" fmla="*/ 2905125 h 2905125"/>
              <a:gd name="connsiteX6-215" fmla="*/ 0 w 2840038"/>
              <a:gd name="connsiteY6-216" fmla="*/ 0 h 2905125"/>
              <a:gd name="connsiteX0-217" fmla="*/ 0 w 2840038"/>
              <a:gd name="connsiteY0-218" fmla="*/ 0 h 2905125"/>
              <a:gd name="connsiteX1-219" fmla="*/ 1925638 w 2840038"/>
              <a:gd name="connsiteY1-220" fmla="*/ 0 h 2905125"/>
              <a:gd name="connsiteX2-221" fmla="*/ 2624877 w 2840038"/>
              <a:gd name="connsiteY2-222" fmla="*/ 508424 h 2905125"/>
              <a:gd name="connsiteX3-223" fmla="*/ 2835275 w 2840038"/>
              <a:gd name="connsiteY3-224" fmla="*/ 1210734 h 2905125"/>
              <a:gd name="connsiteX4-225" fmla="*/ 2840038 w 2840038"/>
              <a:gd name="connsiteY4-226" fmla="*/ 2905125 h 2905125"/>
              <a:gd name="connsiteX5-227" fmla="*/ 0 w 2840038"/>
              <a:gd name="connsiteY5-228" fmla="*/ 2905125 h 2905125"/>
              <a:gd name="connsiteX6-229" fmla="*/ 0 w 2840038"/>
              <a:gd name="connsiteY6-230" fmla="*/ 0 h 2905125"/>
              <a:gd name="connsiteX0-231" fmla="*/ 0 w 2840038"/>
              <a:gd name="connsiteY0-232" fmla="*/ 0 h 2905125"/>
              <a:gd name="connsiteX1-233" fmla="*/ 1925638 w 2840038"/>
              <a:gd name="connsiteY1-234" fmla="*/ 0 h 2905125"/>
              <a:gd name="connsiteX2-235" fmla="*/ 2618527 w 2840038"/>
              <a:gd name="connsiteY2-236" fmla="*/ 524299 h 2905125"/>
              <a:gd name="connsiteX3-237" fmla="*/ 2835275 w 2840038"/>
              <a:gd name="connsiteY3-238" fmla="*/ 1210734 h 2905125"/>
              <a:gd name="connsiteX4-239" fmla="*/ 2840038 w 2840038"/>
              <a:gd name="connsiteY4-240" fmla="*/ 2905125 h 2905125"/>
              <a:gd name="connsiteX5-241" fmla="*/ 0 w 2840038"/>
              <a:gd name="connsiteY5-242" fmla="*/ 2905125 h 2905125"/>
              <a:gd name="connsiteX6-243" fmla="*/ 0 w 2840038"/>
              <a:gd name="connsiteY6-244" fmla="*/ 0 h 2905125"/>
              <a:gd name="connsiteX0-245" fmla="*/ 0 w 2840038"/>
              <a:gd name="connsiteY0-246" fmla="*/ 0 h 2905125"/>
              <a:gd name="connsiteX1-247" fmla="*/ 1916113 w 2840038"/>
              <a:gd name="connsiteY1-248" fmla="*/ 3175 h 2905125"/>
              <a:gd name="connsiteX2-249" fmla="*/ 2618527 w 2840038"/>
              <a:gd name="connsiteY2-250" fmla="*/ 524299 h 2905125"/>
              <a:gd name="connsiteX3-251" fmla="*/ 2835275 w 2840038"/>
              <a:gd name="connsiteY3-252" fmla="*/ 1210734 h 2905125"/>
              <a:gd name="connsiteX4-253" fmla="*/ 2840038 w 2840038"/>
              <a:gd name="connsiteY4-254" fmla="*/ 2905125 h 2905125"/>
              <a:gd name="connsiteX5-255" fmla="*/ 0 w 2840038"/>
              <a:gd name="connsiteY5-256" fmla="*/ 2905125 h 2905125"/>
              <a:gd name="connsiteX6-257" fmla="*/ 0 w 2840038"/>
              <a:gd name="connsiteY6-258" fmla="*/ 0 h 2905125"/>
              <a:gd name="connsiteX0-259" fmla="*/ 0 w 2840038"/>
              <a:gd name="connsiteY0-260" fmla="*/ 0 h 2905125"/>
              <a:gd name="connsiteX1-261" fmla="*/ 1916113 w 2840038"/>
              <a:gd name="connsiteY1-262" fmla="*/ 3175 h 2905125"/>
              <a:gd name="connsiteX2-263" fmla="*/ 2618527 w 2840038"/>
              <a:gd name="connsiteY2-264" fmla="*/ 524299 h 2905125"/>
              <a:gd name="connsiteX3-265" fmla="*/ 2835275 w 2840038"/>
              <a:gd name="connsiteY3-266" fmla="*/ 1210734 h 2905125"/>
              <a:gd name="connsiteX4-267" fmla="*/ 2840038 w 2840038"/>
              <a:gd name="connsiteY4-268" fmla="*/ 2905125 h 2905125"/>
              <a:gd name="connsiteX5-269" fmla="*/ 0 w 2840038"/>
              <a:gd name="connsiteY5-270" fmla="*/ 2905125 h 2905125"/>
              <a:gd name="connsiteX6-271" fmla="*/ 0 w 2840038"/>
              <a:gd name="connsiteY6-272" fmla="*/ 0 h 2905125"/>
              <a:gd name="connsiteX0-273" fmla="*/ 0 w 2840038"/>
              <a:gd name="connsiteY0-274" fmla="*/ 0 h 2905125"/>
              <a:gd name="connsiteX1-275" fmla="*/ 1916113 w 2840038"/>
              <a:gd name="connsiteY1-276" fmla="*/ 3175 h 2905125"/>
              <a:gd name="connsiteX2-277" fmla="*/ 2618527 w 2840038"/>
              <a:gd name="connsiteY2-278" fmla="*/ 524299 h 2905125"/>
              <a:gd name="connsiteX3-279" fmla="*/ 2835275 w 2840038"/>
              <a:gd name="connsiteY3-280" fmla="*/ 1210734 h 2905125"/>
              <a:gd name="connsiteX4-281" fmla="*/ 2840038 w 2840038"/>
              <a:gd name="connsiteY4-282" fmla="*/ 2905125 h 2905125"/>
              <a:gd name="connsiteX5-283" fmla="*/ 0 w 2840038"/>
              <a:gd name="connsiteY5-284" fmla="*/ 2905125 h 2905125"/>
              <a:gd name="connsiteX6-285" fmla="*/ 0 w 2840038"/>
              <a:gd name="connsiteY6-286" fmla="*/ 0 h 29051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40038" h="2905125">
                <a:moveTo>
                  <a:pt x="0" y="0"/>
                </a:moveTo>
                <a:lnTo>
                  <a:pt x="1916113" y="3175"/>
                </a:lnTo>
                <a:cubicBezTo>
                  <a:pt x="2368550" y="111125"/>
                  <a:pt x="2478033" y="316689"/>
                  <a:pt x="2618527" y="524299"/>
                </a:cubicBezTo>
                <a:cubicBezTo>
                  <a:pt x="2759021" y="731909"/>
                  <a:pt x="2829489" y="952924"/>
                  <a:pt x="2835275" y="1210734"/>
                </a:cubicBezTo>
                <a:cubicBezTo>
                  <a:pt x="2836863" y="1704976"/>
                  <a:pt x="2838450" y="2410883"/>
                  <a:pt x="2840038" y="2905125"/>
                </a:cubicBezTo>
                <a:lnTo>
                  <a:pt x="0" y="2905125"/>
                </a:lnTo>
                <a:lnTo>
                  <a:pt x="0" y="0"/>
                </a:lnTo>
                <a:close/>
              </a:path>
            </a:pathLst>
          </a:custGeom>
          <a:pattFill prst="wdUpDiag">
            <a:fgClr>
              <a:schemeClr val="accent1"/>
            </a:fgClr>
            <a:bgClr>
              <a:schemeClr val="bg1"/>
            </a:bgClr>
          </a:pattFill>
        </p:spPr>
        <p:txBody>
          <a:bodyPr/>
          <a:lstStyle/>
          <a:p>
            <a:endParaRPr lang="zh-CN" altLang="en-US"/>
          </a:p>
        </p:txBody>
      </p:sp>
      <p:sp>
        <p:nvSpPr>
          <p:cNvPr id="27" name="图片占位符 26"/>
          <p:cNvSpPr>
            <a:spLocks noGrp="1"/>
          </p:cNvSpPr>
          <p:nvPr>
            <p:ph type="pic" sz="quarter" idx="34"/>
          </p:nvPr>
        </p:nvSpPr>
        <p:spPr>
          <a:xfrm>
            <a:off x="4750722" y="1870449"/>
            <a:ext cx="2578796" cy="2962729"/>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16" name="任意多边形: 形状 15"/>
          <p:cNvSpPr/>
          <p:nvPr userDrawn="1"/>
        </p:nvSpPr>
        <p:spPr>
          <a:xfrm>
            <a:off x="4750722" y="4758687"/>
            <a:ext cx="2452718" cy="471639"/>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图片占位符 28"/>
          <p:cNvSpPr>
            <a:spLocks noGrp="1"/>
          </p:cNvSpPr>
          <p:nvPr>
            <p:ph type="pic" sz="quarter" idx="35"/>
          </p:nvPr>
        </p:nvSpPr>
        <p:spPr>
          <a:xfrm>
            <a:off x="8274302" y="1754892"/>
            <a:ext cx="2569378" cy="2982981"/>
          </a:xfrm>
          <a:custGeom>
            <a:avLst/>
            <a:gdLst>
              <a:gd name="connsiteX0" fmla="*/ 0 w 2814637"/>
              <a:gd name="connsiteY0" fmla="*/ 0 h 2436813"/>
              <a:gd name="connsiteX1" fmla="*/ 2814637 w 2814637"/>
              <a:gd name="connsiteY1" fmla="*/ 0 h 2436813"/>
              <a:gd name="connsiteX2" fmla="*/ 2814637 w 2814637"/>
              <a:gd name="connsiteY2" fmla="*/ 2436813 h 2436813"/>
              <a:gd name="connsiteX3" fmla="*/ 0 w 2814637"/>
              <a:gd name="connsiteY3" fmla="*/ 2436813 h 2436813"/>
              <a:gd name="connsiteX4" fmla="*/ 0 w 2814637"/>
              <a:gd name="connsiteY4" fmla="*/ 0 h 2436813"/>
              <a:gd name="connsiteX0-1" fmla="*/ 5821 w 2820458"/>
              <a:gd name="connsiteY0-2" fmla="*/ 0 h 2436813"/>
              <a:gd name="connsiteX1-3" fmla="*/ 2820458 w 2820458"/>
              <a:gd name="connsiteY1-4" fmla="*/ 0 h 2436813"/>
              <a:gd name="connsiteX2-5" fmla="*/ 2820458 w 2820458"/>
              <a:gd name="connsiteY2-6" fmla="*/ 2436813 h 2436813"/>
              <a:gd name="connsiteX3-7" fmla="*/ 5821 w 2820458"/>
              <a:gd name="connsiteY3-8" fmla="*/ 2436813 h 2436813"/>
              <a:gd name="connsiteX4-9" fmla="*/ 0 w 2820458"/>
              <a:gd name="connsiteY4-10" fmla="*/ 1041400 h 2436813"/>
              <a:gd name="connsiteX5" fmla="*/ 5821 w 2820458"/>
              <a:gd name="connsiteY5" fmla="*/ 0 h 2436813"/>
              <a:gd name="connsiteX0-11" fmla="*/ 1588 w 2816225"/>
              <a:gd name="connsiteY0-12" fmla="*/ 0 h 2436813"/>
              <a:gd name="connsiteX1-13" fmla="*/ 2816225 w 2816225"/>
              <a:gd name="connsiteY1-14" fmla="*/ 0 h 2436813"/>
              <a:gd name="connsiteX2-15" fmla="*/ 2816225 w 2816225"/>
              <a:gd name="connsiteY2-16" fmla="*/ 2436813 h 2436813"/>
              <a:gd name="connsiteX3-17" fmla="*/ 1588 w 2816225"/>
              <a:gd name="connsiteY3-18" fmla="*/ 2436813 h 2436813"/>
              <a:gd name="connsiteX4-19" fmla="*/ 0 w 2816225"/>
              <a:gd name="connsiteY4-20" fmla="*/ 1185334 h 2436813"/>
              <a:gd name="connsiteX5-21" fmla="*/ 1588 w 2816225"/>
              <a:gd name="connsiteY5-22" fmla="*/ 0 h 2436813"/>
              <a:gd name="connsiteX0-23" fmla="*/ 1588 w 2816225"/>
              <a:gd name="connsiteY0-24" fmla="*/ 4233 h 2441046"/>
              <a:gd name="connsiteX1-25" fmla="*/ 1274233 w 2816225"/>
              <a:gd name="connsiteY1-26" fmla="*/ 0 h 2441046"/>
              <a:gd name="connsiteX2-27" fmla="*/ 2816225 w 2816225"/>
              <a:gd name="connsiteY2-28" fmla="*/ 4233 h 2441046"/>
              <a:gd name="connsiteX3-29" fmla="*/ 2816225 w 2816225"/>
              <a:gd name="connsiteY3-30" fmla="*/ 2441046 h 2441046"/>
              <a:gd name="connsiteX4-31" fmla="*/ 1588 w 2816225"/>
              <a:gd name="connsiteY4-32" fmla="*/ 2441046 h 2441046"/>
              <a:gd name="connsiteX5-33" fmla="*/ 0 w 2816225"/>
              <a:gd name="connsiteY5-34" fmla="*/ 1189567 h 2441046"/>
              <a:gd name="connsiteX6" fmla="*/ 1588 w 2816225"/>
              <a:gd name="connsiteY6" fmla="*/ 4233 h 2441046"/>
              <a:gd name="connsiteX0-35" fmla="*/ 331788 w 2816225"/>
              <a:gd name="connsiteY0-36" fmla="*/ 376766 h 2441046"/>
              <a:gd name="connsiteX1-37" fmla="*/ 1274233 w 2816225"/>
              <a:gd name="connsiteY1-38" fmla="*/ 0 h 2441046"/>
              <a:gd name="connsiteX2-39" fmla="*/ 2816225 w 2816225"/>
              <a:gd name="connsiteY2-40" fmla="*/ 4233 h 2441046"/>
              <a:gd name="connsiteX3-41" fmla="*/ 2816225 w 2816225"/>
              <a:gd name="connsiteY3-42" fmla="*/ 2441046 h 2441046"/>
              <a:gd name="connsiteX4-43" fmla="*/ 1588 w 2816225"/>
              <a:gd name="connsiteY4-44" fmla="*/ 2441046 h 2441046"/>
              <a:gd name="connsiteX5-45" fmla="*/ 0 w 2816225"/>
              <a:gd name="connsiteY5-46" fmla="*/ 1189567 h 2441046"/>
              <a:gd name="connsiteX6-47" fmla="*/ 331788 w 2816225"/>
              <a:gd name="connsiteY6-48" fmla="*/ 376766 h 2441046"/>
              <a:gd name="connsiteX0-49" fmla="*/ 331788 w 2816225"/>
              <a:gd name="connsiteY0-50" fmla="*/ 376766 h 2441046"/>
              <a:gd name="connsiteX1-51" fmla="*/ 1274233 w 2816225"/>
              <a:gd name="connsiteY1-52" fmla="*/ 0 h 2441046"/>
              <a:gd name="connsiteX2-53" fmla="*/ 2816225 w 2816225"/>
              <a:gd name="connsiteY2-54" fmla="*/ 4233 h 2441046"/>
              <a:gd name="connsiteX3-55" fmla="*/ 2816225 w 2816225"/>
              <a:gd name="connsiteY3-56" fmla="*/ 2441046 h 2441046"/>
              <a:gd name="connsiteX4-57" fmla="*/ 1588 w 2816225"/>
              <a:gd name="connsiteY4-58" fmla="*/ 2441046 h 2441046"/>
              <a:gd name="connsiteX5-59" fmla="*/ 0 w 2816225"/>
              <a:gd name="connsiteY5-60" fmla="*/ 1189567 h 2441046"/>
              <a:gd name="connsiteX6-61" fmla="*/ 331788 w 2816225"/>
              <a:gd name="connsiteY6-62" fmla="*/ 376766 h 2441046"/>
              <a:gd name="connsiteX0-63" fmla="*/ 331788 w 2816225"/>
              <a:gd name="connsiteY0-64" fmla="*/ 376766 h 2441046"/>
              <a:gd name="connsiteX1-65" fmla="*/ 1274233 w 2816225"/>
              <a:gd name="connsiteY1-66" fmla="*/ 0 h 2441046"/>
              <a:gd name="connsiteX2-67" fmla="*/ 2816225 w 2816225"/>
              <a:gd name="connsiteY2-68" fmla="*/ 4233 h 2441046"/>
              <a:gd name="connsiteX3-69" fmla="*/ 2816225 w 2816225"/>
              <a:gd name="connsiteY3-70" fmla="*/ 2441046 h 2441046"/>
              <a:gd name="connsiteX4-71" fmla="*/ 1588 w 2816225"/>
              <a:gd name="connsiteY4-72" fmla="*/ 2441046 h 2441046"/>
              <a:gd name="connsiteX5-73" fmla="*/ 0 w 2816225"/>
              <a:gd name="connsiteY5-74" fmla="*/ 1189567 h 2441046"/>
              <a:gd name="connsiteX6-75" fmla="*/ 331788 w 2816225"/>
              <a:gd name="connsiteY6-76" fmla="*/ 376766 h 2441046"/>
              <a:gd name="connsiteX0-77" fmla="*/ 209688 w 2821125"/>
              <a:gd name="connsiteY0-78" fmla="*/ 305299 h 2441546"/>
              <a:gd name="connsiteX1-79" fmla="*/ 1279133 w 2821125"/>
              <a:gd name="connsiteY1-80" fmla="*/ 500 h 2441546"/>
              <a:gd name="connsiteX2-81" fmla="*/ 2821125 w 2821125"/>
              <a:gd name="connsiteY2-82" fmla="*/ 4733 h 2441546"/>
              <a:gd name="connsiteX3-83" fmla="*/ 2821125 w 2821125"/>
              <a:gd name="connsiteY3-84" fmla="*/ 2441546 h 2441546"/>
              <a:gd name="connsiteX4-85" fmla="*/ 6488 w 2821125"/>
              <a:gd name="connsiteY4-86" fmla="*/ 2441546 h 2441546"/>
              <a:gd name="connsiteX5-87" fmla="*/ 4900 w 2821125"/>
              <a:gd name="connsiteY5-88" fmla="*/ 1190067 h 2441546"/>
              <a:gd name="connsiteX6-89" fmla="*/ 209688 w 2821125"/>
              <a:gd name="connsiteY6-90" fmla="*/ 305299 h 2441546"/>
              <a:gd name="connsiteX0-91" fmla="*/ 209688 w 2821125"/>
              <a:gd name="connsiteY0-92" fmla="*/ 304799 h 2441046"/>
              <a:gd name="connsiteX1-93" fmla="*/ 1279133 w 2821125"/>
              <a:gd name="connsiteY1-94" fmla="*/ 0 h 2441046"/>
              <a:gd name="connsiteX2-95" fmla="*/ 2821125 w 2821125"/>
              <a:gd name="connsiteY2-96" fmla="*/ 4233 h 2441046"/>
              <a:gd name="connsiteX3-97" fmla="*/ 2821125 w 2821125"/>
              <a:gd name="connsiteY3-98" fmla="*/ 2441046 h 2441046"/>
              <a:gd name="connsiteX4-99" fmla="*/ 6488 w 2821125"/>
              <a:gd name="connsiteY4-100" fmla="*/ 2441046 h 2441046"/>
              <a:gd name="connsiteX5-101" fmla="*/ 4900 w 2821125"/>
              <a:gd name="connsiteY5-102" fmla="*/ 1189567 h 2441046"/>
              <a:gd name="connsiteX6-103" fmla="*/ 209688 w 2821125"/>
              <a:gd name="connsiteY6-104" fmla="*/ 304799 h 2441046"/>
              <a:gd name="connsiteX0-105" fmla="*/ 209688 w 2821125"/>
              <a:gd name="connsiteY0-106" fmla="*/ 304799 h 2441046"/>
              <a:gd name="connsiteX1-107" fmla="*/ 1279133 w 2821125"/>
              <a:gd name="connsiteY1-108" fmla="*/ 0 h 2441046"/>
              <a:gd name="connsiteX2-109" fmla="*/ 2821125 w 2821125"/>
              <a:gd name="connsiteY2-110" fmla="*/ 4233 h 2441046"/>
              <a:gd name="connsiteX3-111" fmla="*/ 2821125 w 2821125"/>
              <a:gd name="connsiteY3-112" fmla="*/ 2441046 h 2441046"/>
              <a:gd name="connsiteX4-113" fmla="*/ 6488 w 2821125"/>
              <a:gd name="connsiteY4-114" fmla="*/ 2441046 h 2441046"/>
              <a:gd name="connsiteX5-115" fmla="*/ 4900 w 2821125"/>
              <a:gd name="connsiteY5-116" fmla="*/ 1189567 h 2441046"/>
              <a:gd name="connsiteX6-117" fmla="*/ 209688 w 2821125"/>
              <a:gd name="connsiteY6-118" fmla="*/ 304799 h 2441046"/>
              <a:gd name="connsiteX0-119" fmla="*/ 209479 w 2820916"/>
              <a:gd name="connsiteY0-120" fmla="*/ 304799 h 2441046"/>
              <a:gd name="connsiteX1-121" fmla="*/ 1278924 w 2820916"/>
              <a:gd name="connsiteY1-122" fmla="*/ 0 h 2441046"/>
              <a:gd name="connsiteX2-123" fmla="*/ 2820916 w 2820916"/>
              <a:gd name="connsiteY2-124" fmla="*/ 4233 h 2441046"/>
              <a:gd name="connsiteX3-125" fmla="*/ 2820916 w 2820916"/>
              <a:gd name="connsiteY3-126" fmla="*/ 2441046 h 2441046"/>
              <a:gd name="connsiteX4-127" fmla="*/ 6279 w 2820916"/>
              <a:gd name="connsiteY4-128" fmla="*/ 2441046 h 2441046"/>
              <a:gd name="connsiteX5-129" fmla="*/ 4691 w 2820916"/>
              <a:gd name="connsiteY5-130" fmla="*/ 1189567 h 2441046"/>
              <a:gd name="connsiteX6-131" fmla="*/ 209479 w 2820916"/>
              <a:gd name="connsiteY6-132" fmla="*/ 304799 h 2441046"/>
              <a:gd name="connsiteX0-133" fmla="*/ 205595 w 2817032"/>
              <a:gd name="connsiteY0-134" fmla="*/ 304799 h 2441046"/>
              <a:gd name="connsiteX1-135" fmla="*/ 1275040 w 2817032"/>
              <a:gd name="connsiteY1-136" fmla="*/ 0 h 2441046"/>
              <a:gd name="connsiteX2-137" fmla="*/ 2817032 w 2817032"/>
              <a:gd name="connsiteY2-138" fmla="*/ 4233 h 2441046"/>
              <a:gd name="connsiteX3-139" fmla="*/ 2817032 w 2817032"/>
              <a:gd name="connsiteY3-140" fmla="*/ 2441046 h 2441046"/>
              <a:gd name="connsiteX4-141" fmla="*/ 2395 w 2817032"/>
              <a:gd name="connsiteY4-142" fmla="*/ 2441046 h 2441046"/>
              <a:gd name="connsiteX5-143" fmla="*/ 807 w 2817032"/>
              <a:gd name="connsiteY5-144" fmla="*/ 1189567 h 2441046"/>
              <a:gd name="connsiteX6-145" fmla="*/ 205595 w 2817032"/>
              <a:gd name="connsiteY6-146" fmla="*/ 304799 h 2441046"/>
              <a:gd name="connsiteX0-147" fmla="*/ 289455 w 2816225"/>
              <a:gd name="connsiteY0-148" fmla="*/ 368299 h 2441046"/>
              <a:gd name="connsiteX1-149" fmla="*/ 1274233 w 2816225"/>
              <a:gd name="connsiteY1-150" fmla="*/ 0 h 2441046"/>
              <a:gd name="connsiteX2-151" fmla="*/ 2816225 w 2816225"/>
              <a:gd name="connsiteY2-152" fmla="*/ 4233 h 2441046"/>
              <a:gd name="connsiteX3-153" fmla="*/ 2816225 w 2816225"/>
              <a:gd name="connsiteY3-154" fmla="*/ 2441046 h 2441046"/>
              <a:gd name="connsiteX4-155" fmla="*/ 1588 w 2816225"/>
              <a:gd name="connsiteY4-156" fmla="*/ 2441046 h 2441046"/>
              <a:gd name="connsiteX5-157" fmla="*/ 0 w 2816225"/>
              <a:gd name="connsiteY5-158" fmla="*/ 1189567 h 2441046"/>
              <a:gd name="connsiteX6-159" fmla="*/ 289455 w 2816225"/>
              <a:gd name="connsiteY6-160" fmla="*/ 368299 h 2441046"/>
              <a:gd name="connsiteX0-161" fmla="*/ 289455 w 2816225"/>
              <a:gd name="connsiteY0-162" fmla="*/ 368299 h 2441046"/>
              <a:gd name="connsiteX1-163" fmla="*/ 1274233 w 2816225"/>
              <a:gd name="connsiteY1-164" fmla="*/ 0 h 2441046"/>
              <a:gd name="connsiteX2-165" fmla="*/ 2816225 w 2816225"/>
              <a:gd name="connsiteY2-166" fmla="*/ 4233 h 2441046"/>
              <a:gd name="connsiteX3-167" fmla="*/ 2816225 w 2816225"/>
              <a:gd name="connsiteY3-168" fmla="*/ 2441046 h 2441046"/>
              <a:gd name="connsiteX4-169" fmla="*/ 1588 w 2816225"/>
              <a:gd name="connsiteY4-170" fmla="*/ 2441046 h 2441046"/>
              <a:gd name="connsiteX5-171" fmla="*/ 0 w 2816225"/>
              <a:gd name="connsiteY5-172" fmla="*/ 1189567 h 2441046"/>
              <a:gd name="connsiteX6-173" fmla="*/ 289455 w 2816225"/>
              <a:gd name="connsiteY6-174" fmla="*/ 368299 h 2441046"/>
              <a:gd name="connsiteX0-175" fmla="*/ 331789 w 2816225"/>
              <a:gd name="connsiteY0-176" fmla="*/ 389466 h 2441046"/>
              <a:gd name="connsiteX1-177" fmla="*/ 1274233 w 2816225"/>
              <a:gd name="connsiteY1-178" fmla="*/ 0 h 2441046"/>
              <a:gd name="connsiteX2-179" fmla="*/ 2816225 w 2816225"/>
              <a:gd name="connsiteY2-180" fmla="*/ 4233 h 2441046"/>
              <a:gd name="connsiteX3-181" fmla="*/ 2816225 w 2816225"/>
              <a:gd name="connsiteY3-182" fmla="*/ 2441046 h 2441046"/>
              <a:gd name="connsiteX4-183" fmla="*/ 1588 w 2816225"/>
              <a:gd name="connsiteY4-184" fmla="*/ 2441046 h 2441046"/>
              <a:gd name="connsiteX5-185" fmla="*/ 0 w 2816225"/>
              <a:gd name="connsiteY5-186" fmla="*/ 1189567 h 2441046"/>
              <a:gd name="connsiteX6-187" fmla="*/ 331789 w 2816225"/>
              <a:gd name="connsiteY6-188" fmla="*/ 389466 h 2441046"/>
              <a:gd name="connsiteX0-189" fmla="*/ 348723 w 2816225"/>
              <a:gd name="connsiteY0-190" fmla="*/ 393699 h 2441046"/>
              <a:gd name="connsiteX1-191" fmla="*/ 1274233 w 2816225"/>
              <a:gd name="connsiteY1-192" fmla="*/ 0 h 2441046"/>
              <a:gd name="connsiteX2-193" fmla="*/ 2816225 w 2816225"/>
              <a:gd name="connsiteY2-194" fmla="*/ 4233 h 2441046"/>
              <a:gd name="connsiteX3-195" fmla="*/ 2816225 w 2816225"/>
              <a:gd name="connsiteY3-196" fmla="*/ 2441046 h 2441046"/>
              <a:gd name="connsiteX4-197" fmla="*/ 1588 w 2816225"/>
              <a:gd name="connsiteY4-198" fmla="*/ 2441046 h 2441046"/>
              <a:gd name="connsiteX5-199" fmla="*/ 0 w 2816225"/>
              <a:gd name="connsiteY5-200" fmla="*/ 1189567 h 2441046"/>
              <a:gd name="connsiteX6-201" fmla="*/ 348723 w 2816225"/>
              <a:gd name="connsiteY6-202" fmla="*/ 393699 h 2441046"/>
              <a:gd name="connsiteX0-203" fmla="*/ 348723 w 2816225"/>
              <a:gd name="connsiteY0-204" fmla="*/ 393699 h 2441046"/>
              <a:gd name="connsiteX1-205" fmla="*/ 1274233 w 2816225"/>
              <a:gd name="connsiteY1-206" fmla="*/ 0 h 2441046"/>
              <a:gd name="connsiteX2-207" fmla="*/ 2816225 w 2816225"/>
              <a:gd name="connsiteY2-208" fmla="*/ 4233 h 2441046"/>
              <a:gd name="connsiteX3-209" fmla="*/ 2816225 w 2816225"/>
              <a:gd name="connsiteY3-210" fmla="*/ 2441046 h 2441046"/>
              <a:gd name="connsiteX4-211" fmla="*/ 1588 w 2816225"/>
              <a:gd name="connsiteY4-212" fmla="*/ 2441046 h 2441046"/>
              <a:gd name="connsiteX5-213" fmla="*/ 0 w 2816225"/>
              <a:gd name="connsiteY5-214" fmla="*/ 1189567 h 2441046"/>
              <a:gd name="connsiteX6-215" fmla="*/ 348723 w 2816225"/>
              <a:gd name="connsiteY6-216" fmla="*/ 393699 h 2441046"/>
              <a:gd name="connsiteX0-217" fmla="*/ 327556 w 2816225"/>
              <a:gd name="connsiteY0-218" fmla="*/ 389466 h 2441046"/>
              <a:gd name="connsiteX1-219" fmla="*/ 1274233 w 2816225"/>
              <a:gd name="connsiteY1-220" fmla="*/ 0 h 2441046"/>
              <a:gd name="connsiteX2-221" fmla="*/ 2816225 w 2816225"/>
              <a:gd name="connsiteY2-222" fmla="*/ 4233 h 2441046"/>
              <a:gd name="connsiteX3-223" fmla="*/ 2816225 w 2816225"/>
              <a:gd name="connsiteY3-224" fmla="*/ 2441046 h 2441046"/>
              <a:gd name="connsiteX4-225" fmla="*/ 1588 w 2816225"/>
              <a:gd name="connsiteY4-226" fmla="*/ 2441046 h 2441046"/>
              <a:gd name="connsiteX5-227" fmla="*/ 0 w 2816225"/>
              <a:gd name="connsiteY5-228" fmla="*/ 1189567 h 2441046"/>
              <a:gd name="connsiteX6-229" fmla="*/ 327556 w 2816225"/>
              <a:gd name="connsiteY6-230" fmla="*/ 389466 h 2441046"/>
              <a:gd name="connsiteX0-231" fmla="*/ 327556 w 2816225"/>
              <a:gd name="connsiteY0-232" fmla="*/ 389466 h 2441046"/>
              <a:gd name="connsiteX1-233" fmla="*/ 1274233 w 2816225"/>
              <a:gd name="connsiteY1-234" fmla="*/ 0 h 2441046"/>
              <a:gd name="connsiteX2-235" fmla="*/ 2816225 w 2816225"/>
              <a:gd name="connsiteY2-236" fmla="*/ 4233 h 2441046"/>
              <a:gd name="connsiteX3-237" fmla="*/ 2816225 w 2816225"/>
              <a:gd name="connsiteY3-238" fmla="*/ 2441046 h 2441046"/>
              <a:gd name="connsiteX4-239" fmla="*/ 1588 w 2816225"/>
              <a:gd name="connsiteY4-240" fmla="*/ 2441046 h 2441046"/>
              <a:gd name="connsiteX5-241" fmla="*/ 0 w 2816225"/>
              <a:gd name="connsiteY5-242" fmla="*/ 1189567 h 2441046"/>
              <a:gd name="connsiteX6-243" fmla="*/ 327556 w 2816225"/>
              <a:gd name="connsiteY6-244" fmla="*/ 389466 h 2441046"/>
              <a:gd name="connsiteX0-245" fmla="*/ 314856 w 2816225"/>
              <a:gd name="connsiteY0-246" fmla="*/ 380999 h 2441046"/>
              <a:gd name="connsiteX1-247" fmla="*/ 1274233 w 2816225"/>
              <a:gd name="connsiteY1-248" fmla="*/ 0 h 2441046"/>
              <a:gd name="connsiteX2-249" fmla="*/ 2816225 w 2816225"/>
              <a:gd name="connsiteY2-250" fmla="*/ 4233 h 2441046"/>
              <a:gd name="connsiteX3-251" fmla="*/ 2816225 w 2816225"/>
              <a:gd name="connsiteY3-252" fmla="*/ 2441046 h 2441046"/>
              <a:gd name="connsiteX4-253" fmla="*/ 1588 w 2816225"/>
              <a:gd name="connsiteY4-254" fmla="*/ 2441046 h 2441046"/>
              <a:gd name="connsiteX5-255" fmla="*/ 0 w 2816225"/>
              <a:gd name="connsiteY5-256" fmla="*/ 1189567 h 2441046"/>
              <a:gd name="connsiteX6-257" fmla="*/ 314856 w 2816225"/>
              <a:gd name="connsiteY6-258" fmla="*/ 380999 h 2441046"/>
              <a:gd name="connsiteX0-259" fmla="*/ 314856 w 2816225"/>
              <a:gd name="connsiteY0-260" fmla="*/ 380999 h 2441046"/>
              <a:gd name="connsiteX1-261" fmla="*/ 1274233 w 2816225"/>
              <a:gd name="connsiteY1-262" fmla="*/ 0 h 2441046"/>
              <a:gd name="connsiteX2-263" fmla="*/ 2816225 w 2816225"/>
              <a:gd name="connsiteY2-264" fmla="*/ 4233 h 2441046"/>
              <a:gd name="connsiteX3-265" fmla="*/ 2816225 w 2816225"/>
              <a:gd name="connsiteY3-266" fmla="*/ 2441046 h 2441046"/>
              <a:gd name="connsiteX4-267" fmla="*/ 1588 w 2816225"/>
              <a:gd name="connsiteY4-268" fmla="*/ 2441046 h 2441046"/>
              <a:gd name="connsiteX5-269" fmla="*/ 0 w 2816225"/>
              <a:gd name="connsiteY5-270" fmla="*/ 1189567 h 2441046"/>
              <a:gd name="connsiteX6-271" fmla="*/ 314856 w 2816225"/>
              <a:gd name="connsiteY6-272" fmla="*/ 380999 h 24410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16225" h="2441046">
                <a:moveTo>
                  <a:pt x="314856" y="380999"/>
                </a:moveTo>
                <a:cubicBezTo>
                  <a:pt x="506238" y="174977"/>
                  <a:pt x="854252" y="15522"/>
                  <a:pt x="1274233" y="0"/>
                </a:cubicBezTo>
                <a:lnTo>
                  <a:pt x="2816225" y="4233"/>
                </a:lnTo>
                <a:lnTo>
                  <a:pt x="2816225" y="2441046"/>
                </a:lnTo>
                <a:lnTo>
                  <a:pt x="1588" y="2441046"/>
                </a:lnTo>
                <a:cubicBezTo>
                  <a:pt x="-352" y="1975908"/>
                  <a:pt x="1940" y="1654705"/>
                  <a:pt x="0" y="1189567"/>
                </a:cubicBezTo>
                <a:cubicBezTo>
                  <a:pt x="1940" y="901701"/>
                  <a:pt x="123474" y="587021"/>
                  <a:pt x="314856" y="380999"/>
                </a:cubicBezTo>
                <a:close/>
              </a:path>
            </a:pathLst>
          </a:custGeom>
          <a:pattFill prst="wdUpDiag">
            <a:fgClr>
              <a:schemeClr val="accent1"/>
            </a:fgClr>
            <a:bgClr>
              <a:schemeClr val="bg1"/>
            </a:bgClr>
          </a:pattFill>
        </p:spPr>
        <p:txBody>
          <a:bodyPr/>
          <a:lstStyle/>
          <a:p>
            <a:endParaRPr lang="zh-CN" altLang="en-US"/>
          </a:p>
        </p:txBody>
      </p:sp>
      <p:sp>
        <p:nvSpPr>
          <p:cNvPr id="9" name="文本占位符 2"/>
          <p:cNvSpPr>
            <a:spLocks noGrp="1"/>
          </p:cNvSpPr>
          <p:nvPr>
            <p:ph type="body" sz="quarter" idx="36" hasCustomPrompt="1"/>
          </p:nvPr>
        </p:nvSpPr>
        <p:spPr>
          <a:xfrm>
            <a:off x="5138517" y="4833178"/>
            <a:ext cx="1255238" cy="325782"/>
          </a:xfrm>
          <a:prstGeom prst="rect">
            <a:avLst/>
          </a:prstGeom>
        </p:spPr>
        <p:txBody>
          <a:bodyPr/>
          <a:lstStyle>
            <a:lvl1pPr marL="0" indent="0" algn="ctr">
              <a:buNone/>
              <a:defRPr sz="2000"/>
            </a:lvl1pPr>
          </a:lstStyle>
          <a:p>
            <a:pPr lvl="0"/>
            <a:r>
              <a:rPr lang="zh-CN" altLang="en-US" dirty="0"/>
              <a:t>二级标题</a:t>
            </a:r>
            <a:endParaRPr lang="zh-CN" altLang="en-US" dirty="0"/>
          </a:p>
        </p:txBody>
      </p:sp>
      <p:sp>
        <p:nvSpPr>
          <p:cNvPr id="20" name="文本占位符 2"/>
          <p:cNvSpPr>
            <a:spLocks noGrp="1"/>
          </p:cNvSpPr>
          <p:nvPr>
            <p:ph type="body" sz="quarter" idx="37" hasCustomPrompt="1"/>
          </p:nvPr>
        </p:nvSpPr>
        <p:spPr>
          <a:xfrm>
            <a:off x="8803967" y="4854814"/>
            <a:ext cx="1255238" cy="195255"/>
          </a:xfrm>
          <a:prstGeom prst="rect">
            <a:avLst/>
          </a:prstGeom>
        </p:spPr>
        <p:txBody>
          <a:bodyPr/>
          <a:lstStyle>
            <a:lvl1pPr marL="0" indent="0">
              <a:buNone/>
              <a:defRPr sz="2000"/>
            </a:lvl1pPr>
          </a:lstStyle>
          <a:p>
            <a:pPr lvl="0"/>
            <a:r>
              <a:rPr lang="zh-CN" altLang="en-US" dirty="0"/>
              <a:t>二级标题</a:t>
            </a:r>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架构图-6">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27406" y="0"/>
            <a:ext cx="12172950" cy="6858000"/>
          </a:xfrm>
          <a:prstGeom prst="rect">
            <a:avLst/>
          </a:prstGeom>
          <a:effectLst>
            <a:reflection blurRad="482600" stA="0" endPos="65000" dist="50800" dir="5400000" sy="-100000" algn="bl" rotWithShape="0"/>
          </a:effectLst>
        </p:spPr>
      </p:pic>
      <p:sp>
        <p:nvSpPr>
          <p:cNvPr id="5" name="矩形 4"/>
          <p:cNvSpPr/>
          <p:nvPr userDrawn="1"/>
        </p:nvSpPr>
        <p:spPr>
          <a:xfrm>
            <a:off x="756089" y="4431667"/>
            <a:ext cx="2226678" cy="408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userDrawn="1"/>
        </p:nvSpPr>
        <p:spPr>
          <a:xfrm>
            <a:off x="6545326" y="4435985"/>
            <a:ext cx="2226678" cy="408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占位符 2"/>
          <p:cNvSpPr>
            <a:spLocks noGrp="1"/>
          </p:cNvSpPr>
          <p:nvPr>
            <p:ph type="body" sz="quarter" idx="23" hasCustomPrompt="1"/>
          </p:nvPr>
        </p:nvSpPr>
        <p:spPr>
          <a:xfrm>
            <a:off x="754614" y="4505742"/>
            <a:ext cx="2200561" cy="279626"/>
          </a:xfrm>
          <a:prstGeom prst="rect">
            <a:avLst/>
          </a:prstGeom>
        </p:spPr>
        <p:txBody>
          <a:bodyPr/>
          <a:lstStyle>
            <a:lvl1pPr marL="0" indent="0" algn="ctr">
              <a:buNone/>
              <a:defRPr sz="1800"/>
            </a:lvl1pPr>
          </a:lstStyle>
          <a:p>
            <a:pPr lvl="0"/>
            <a:r>
              <a:rPr lang="zh-CN" altLang="en-US" dirty="0"/>
              <a:t>二级标题</a:t>
            </a:r>
            <a:endParaRPr lang="zh-CN" altLang="en-US" dirty="0"/>
          </a:p>
        </p:txBody>
      </p:sp>
      <p:sp>
        <p:nvSpPr>
          <p:cNvPr id="26" name="文本占位符 2"/>
          <p:cNvSpPr>
            <a:spLocks noGrp="1"/>
          </p:cNvSpPr>
          <p:nvPr>
            <p:ph type="body" sz="quarter" idx="26" hasCustomPrompt="1"/>
          </p:nvPr>
        </p:nvSpPr>
        <p:spPr>
          <a:xfrm>
            <a:off x="754614" y="5111573"/>
            <a:ext cx="2123630" cy="1198501"/>
          </a:xfrm>
          <a:prstGeom prst="rect">
            <a:avLst/>
          </a:prstGeom>
        </p:spPr>
        <p:txBody>
          <a:bodyPr/>
          <a:lstStyle>
            <a:lvl1pPr marL="0" indent="0" algn="ctr">
              <a:buNone/>
              <a:defRPr sz="1200"/>
            </a:lvl1pPr>
          </a:lstStyle>
          <a:p>
            <a:pPr lvl="0"/>
            <a:r>
              <a:rPr lang="zh-CN" altLang="en-US" dirty="0"/>
              <a:t>请输入文本</a:t>
            </a:r>
            <a:endParaRPr lang="zh-CN" altLang="en-US" dirty="0"/>
          </a:p>
        </p:txBody>
      </p:sp>
      <p:sp>
        <p:nvSpPr>
          <p:cNvPr id="17" name="文本占位符 2"/>
          <p:cNvSpPr>
            <a:spLocks noGrp="1"/>
          </p:cNvSpPr>
          <p:nvPr>
            <p:ph type="body" sz="quarter" idx="28" hasCustomPrompt="1"/>
          </p:nvPr>
        </p:nvSpPr>
        <p:spPr>
          <a:xfrm>
            <a:off x="3634899" y="5141457"/>
            <a:ext cx="2123630" cy="1168617"/>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19" name="文本占位符 2"/>
          <p:cNvSpPr>
            <a:spLocks noGrp="1"/>
          </p:cNvSpPr>
          <p:nvPr>
            <p:ph type="body" sz="quarter" idx="30" hasCustomPrompt="1"/>
          </p:nvPr>
        </p:nvSpPr>
        <p:spPr>
          <a:xfrm>
            <a:off x="6545326" y="5111573"/>
            <a:ext cx="2226678" cy="1198501"/>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21" name="图片占位符 20"/>
          <p:cNvSpPr>
            <a:spLocks noGrp="1"/>
          </p:cNvSpPr>
          <p:nvPr>
            <p:ph type="pic" sz="quarter" idx="31"/>
          </p:nvPr>
        </p:nvSpPr>
        <p:spPr>
          <a:xfrm>
            <a:off x="754614" y="1946495"/>
            <a:ext cx="2221016" cy="2462924"/>
          </a:xfrm>
          <a:custGeom>
            <a:avLst/>
            <a:gdLst>
              <a:gd name="connsiteX0" fmla="*/ 0 w 2840038"/>
              <a:gd name="connsiteY0" fmla="*/ 0 h 2905125"/>
              <a:gd name="connsiteX1" fmla="*/ 2840038 w 2840038"/>
              <a:gd name="connsiteY1" fmla="*/ 0 h 2905125"/>
              <a:gd name="connsiteX2" fmla="*/ 2840038 w 2840038"/>
              <a:gd name="connsiteY2" fmla="*/ 2905125 h 2905125"/>
              <a:gd name="connsiteX3" fmla="*/ 0 w 2840038"/>
              <a:gd name="connsiteY3" fmla="*/ 2905125 h 2905125"/>
              <a:gd name="connsiteX4" fmla="*/ 0 w 2840038"/>
              <a:gd name="connsiteY4" fmla="*/ 0 h 2905125"/>
              <a:gd name="connsiteX0-1" fmla="*/ 0 w 2840038"/>
              <a:gd name="connsiteY0-2" fmla="*/ 0 h 2905125"/>
              <a:gd name="connsiteX1-3" fmla="*/ 2840038 w 2840038"/>
              <a:gd name="connsiteY1-4" fmla="*/ 0 h 2905125"/>
              <a:gd name="connsiteX2-5" fmla="*/ 2835275 w 2840038"/>
              <a:gd name="connsiteY2-6" fmla="*/ 1422400 h 2905125"/>
              <a:gd name="connsiteX3-7" fmla="*/ 2840038 w 2840038"/>
              <a:gd name="connsiteY3-8" fmla="*/ 2905125 h 2905125"/>
              <a:gd name="connsiteX4-9" fmla="*/ 0 w 2840038"/>
              <a:gd name="connsiteY4-10" fmla="*/ 2905125 h 2905125"/>
              <a:gd name="connsiteX5" fmla="*/ 0 w 2840038"/>
              <a:gd name="connsiteY5" fmla="*/ 0 h 2905125"/>
              <a:gd name="connsiteX0-11" fmla="*/ 0 w 2840038"/>
              <a:gd name="connsiteY0-12" fmla="*/ 0 h 2905125"/>
              <a:gd name="connsiteX1-13" fmla="*/ 2840038 w 2840038"/>
              <a:gd name="connsiteY1-14" fmla="*/ 0 h 2905125"/>
              <a:gd name="connsiteX2-15" fmla="*/ 2835275 w 2840038"/>
              <a:gd name="connsiteY2-16" fmla="*/ 1210734 h 2905125"/>
              <a:gd name="connsiteX3-17" fmla="*/ 2840038 w 2840038"/>
              <a:gd name="connsiteY3-18" fmla="*/ 2905125 h 2905125"/>
              <a:gd name="connsiteX4-19" fmla="*/ 0 w 2840038"/>
              <a:gd name="connsiteY4-20" fmla="*/ 2905125 h 2905125"/>
              <a:gd name="connsiteX5-21" fmla="*/ 0 w 2840038"/>
              <a:gd name="connsiteY5-22" fmla="*/ 0 h 2905125"/>
              <a:gd name="connsiteX0-23" fmla="*/ 0 w 2891041"/>
              <a:gd name="connsiteY0-24" fmla="*/ 84768 h 2989893"/>
              <a:gd name="connsiteX1-25" fmla="*/ 2840038 w 2891041"/>
              <a:gd name="connsiteY1-26" fmla="*/ 84768 h 2989893"/>
              <a:gd name="connsiteX2-27" fmla="*/ 1897592 w 2891041"/>
              <a:gd name="connsiteY2-28" fmla="*/ 91118 h 2989893"/>
              <a:gd name="connsiteX3-29" fmla="*/ 2835275 w 2891041"/>
              <a:gd name="connsiteY3-30" fmla="*/ 1295502 h 2989893"/>
              <a:gd name="connsiteX4-31" fmla="*/ 2840038 w 2891041"/>
              <a:gd name="connsiteY4-32" fmla="*/ 2989893 h 2989893"/>
              <a:gd name="connsiteX5-33" fmla="*/ 0 w 2891041"/>
              <a:gd name="connsiteY5-34" fmla="*/ 2989893 h 2989893"/>
              <a:gd name="connsiteX6" fmla="*/ 0 w 2891041"/>
              <a:gd name="connsiteY6" fmla="*/ 84768 h 2989893"/>
              <a:gd name="connsiteX0-35" fmla="*/ 0 w 2952091"/>
              <a:gd name="connsiteY0-36" fmla="*/ 0 h 2905125"/>
              <a:gd name="connsiteX1-37" fmla="*/ 2840038 w 2952091"/>
              <a:gd name="connsiteY1-38" fmla="*/ 0 h 2905125"/>
              <a:gd name="connsiteX2-39" fmla="*/ 2701925 w 2952091"/>
              <a:gd name="connsiteY2-40" fmla="*/ 251884 h 2905125"/>
              <a:gd name="connsiteX3-41" fmla="*/ 2835275 w 2952091"/>
              <a:gd name="connsiteY3-42" fmla="*/ 1210734 h 2905125"/>
              <a:gd name="connsiteX4-43" fmla="*/ 2840038 w 2952091"/>
              <a:gd name="connsiteY4-44" fmla="*/ 2905125 h 2905125"/>
              <a:gd name="connsiteX5-45" fmla="*/ 0 w 2952091"/>
              <a:gd name="connsiteY5-46" fmla="*/ 2905125 h 2905125"/>
              <a:gd name="connsiteX6-47" fmla="*/ 0 w 2952091"/>
              <a:gd name="connsiteY6-48" fmla="*/ 0 h 2905125"/>
              <a:gd name="connsiteX0-49" fmla="*/ 0 w 3022342"/>
              <a:gd name="connsiteY0-50" fmla="*/ 0 h 2905125"/>
              <a:gd name="connsiteX1-51" fmla="*/ 2840038 w 3022342"/>
              <a:gd name="connsiteY1-52" fmla="*/ 0 h 2905125"/>
              <a:gd name="connsiteX2-53" fmla="*/ 2964391 w 3022342"/>
              <a:gd name="connsiteY2-54" fmla="*/ 260350 h 2905125"/>
              <a:gd name="connsiteX3-55" fmla="*/ 2835275 w 3022342"/>
              <a:gd name="connsiteY3-56" fmla="*/ 1210734 h 2905125"/>
              <a:gd name="connsiteX4-57" fmla="*/ 2840038 w 3022342"/>
              <a:gd name="connsiteY4-58" fmla="*/ 2905125 h 2905125"/>
              <a:gd name="connsiteX5-59" fmla="*/ 0 w 3022342"/>
              <a:gd name="connsiteY5-60" fmla="*/ 2905125 h 2905125"/>
              <a:gd name="connsiteX6-61" fmla="*/ 0 w 3022342"/>
              <a:gd name="connsiteY6-62" fmla="*/ 0 h 2905125"/>
              <a:gd name="connsiteX0-63" fmla="*/ 0 w 2964391"/>
              <a:gd name="connsiteY0-64" fmla="*/ 0 h 2905125"/>
              <a:gd name="connsiteX1-65" fmla="*/ 1925638 w 2964391"/>
              <a:gd name="connsiteY1-66" fmla="*/ 0 h 2905125"/>
              <a:gd name="connsiteX2-67" fmla="*/ 2964391 w 2964391"/>
              <a:gd name="connsiteY2-68" fmla="*/ 260350 h 2905125"/>
              <a:gd name="connsiteX3-69" fmla="*/ 2835275 w 2964391"/>
              <a:gd name="connsiteY3-70" fmla="*/ 1210734 h 2905125"/>
              <a:gd name="connsiteX4-71" fmla="*/ 2840038 w 2964391"/>
              <a:gd name="connsiteY4-72" fmla="*/ 2905125 h 2905125"/>
              <a:gd name="connsiteX5-73" fmla="*/ 0 w 2964391"/>
              <a:gd name="connsiteY5-74" fmla="*/ 2905125 h 2905125"/>
              <a:gd name="connsiteX6-75" fmla="*/ 0 w 2964391"/>
              <a:gd name="connsiteY6-76" fmla="*/ 0 h 2905125"/>
              <a:gd name="connsiteX0-77" fmla="*/ 0 w 2965017"/>
              <a:gd name="connsiteY0-78" fmla="*/ 0 h 2905125"/>
              <a:gd name="connsiteX1-79" fmla="*/ 1925638 w 2965017"/>
              <a:gd name="connsiteY1-80" fmla="*/ 0 h 2905125"/>
              <a:gd name="connsiteX2-81" fmla="*/ 2964391 w 2965017"/>
              <a:gd name="connsiteY2-82" fmla="*/ 260350 h 2905125"/>
              <a:gd name="connsiteX3-83" fmla="*/ 2835275 w 2965017"/>
              <a:gd name="connsiteY3-84" fmla="*/ 1210734 h 2905125"/>
              <a:gd name="connsiteX4-85" fmla="*/ 2840038 w 2965017"/>
              <a:gd name="connsiteY4-86" fmla="*/ 2905125 h 2905125"/>
              <a:gd name="connsiteX5-87" fmla="*/ 0 w 2965017"/>
              <a:gd name="connsiteY5-88" fmla="*/ 2905125 h 2905125"/>
              <a:gd name="connsiteX6-89" fmla="*/ 0 w 2965017"/>
              <a:gd name="connsiteY6-90" fmla="*/ 0 h 2905125"/>
              <a:gd name="connsiteX0-91" fmla="*/ 0 w 2840038"/>
              <a:gd name="connsiteY0-92" fmla="*/ 0 h 2905125"/>
              <a:gd name="connsiteX1-93" fmla="*/ 1925638 w 2840038"/>
              <a:gd name="connsiteY1-94" fmla="*/ 0 h 2905125"/>
              <a:gd name="connsiteX2-95" fmla="*/ 2524124 w 2840038"/>
              <a:gd name="connsiteY2-96" fmla="*/ 438150 h 2905125"/>
              <a:gd name="connsiteX3-97" fmla="*/ 2835275 w 2840038"/>
              <a:gd name="connsiteY3-98" fmla="*/ 1210734 h 2905125"/>
              <a:gd name="connsiteX4-99" fmla="*/ 2840038 w 2840038"/>
              <a:gd name="connsiteY4-100" fmla="*/ 2905125 h 2905125"/>
              <a:gd name="connsiteX5-101" fmla="*/ 0 w 2840038"/>
              <a:gd name="connsiteY5-102" fmla="*/ 2905125 h 2905125"/>
              <a:gd name="connsiteX6-103" fmla="*/ 0 w 2840038"/>
              <a:gd name="connsiteY6-104" fmla="*/ 0 h 2905125"/>
              <a:gd name="connsiteX0-105" fmla="*/ 0 w 2840038"/>
              <a:gd name="connsiteY0-106" fmla="*/ 0 h 2905125"/>
              <a:gd name="connsiteX1-107" fmla="*/ 1925638 w 2840038"/>
              <a:gd name="connsiteY1-108" fmla="*/ 0 h 2905125"/>
              <a:gd name="connsiteX2-109" fmla="*/ 2524124 w 2840038"/>
              <a:gd name="connsiteY2-110" fmla="*/ 438150 h 2905125"/>
              <a:gd name="connsiteX3-111" fmla="*/ 2835275 w 2840038"/>
              <a:gd name="connsiteY3-112" fmla="*/ 1210734 h 2905125"/>
              <a:gd name="connsiteX4-113" fmla="*/ 2840038 w 2840038"/>
              <a:gd name="connsiteY4-114" fmla="*/ 2905125 h 2905125"/>
              <a:gd name="connsiteX5-115" fmla="*/ 0 w 2840038"/>
              <a:gd name="connsiteY5-116" fmla="*/ 2905125 h 2905125"/>
              <a:gd name="connsiteX6-117" fmla="*/ 0 w 2840038"/>
              <a:gd name="connsiteY6-118" fmla="*/ 0 h 2905125"/>
              <a:gd name="connsiteX0-119" fmla="*/ 0 w 2840038"/>
              <a:gd name="connsiteY0-120" fmla="*/ 0 h 2905125"/>
              <a:gd name="connsiteX1-121" fmla="*/ 1925638 w 2840038"/>
              <a:gd name="connsiteY1-122" fmla="*/ 0 h 2905125"/>
              <a:gd name="connsiteX2-123" fmla="*/ 2524124 w 2840038"/>
              <a:gd name="connsiteY2-124" fmla="*/ 438150 h 2905125"/>
              <a:gd name="connsiteX3-125" fmla="*/ 2835275 w 2840038"/>
              <a:gd name="connsiteY3-126" fmla="*/ 1210734 h 2905125"/>
              <a:gd name="connsiteX4-127" fmla="*/ 2840038 w 2840038"/>
              <a:gd name="connsiteY4-128" fmla="*/ 2905125 h 2905125"/>
              <a:gd name="connsiteX5-129" fmla="*/ 0 w 2840038"/>
              <a:gd name="connsiteY5-130" fmla="*/ 2905125 h 2905125"/>
              <a:gd name="connsiteX6-131" fmla="*/ 0 w 2840038"/>
              <a:gd name="connsiteY6-132" fmla="*/ 0 h 2905125"/>
              <a:gd name="connsiteX0-133" fmla="*/ 0 w 3078992"/>
              <a:gd name="connsiteY0-134" fmla="*/ 19353 h 2924478"/>
              <a:gd name="connsiteX1-135" fmla="*/ 1925638 w 3078992"/>
              <a:gd name="connsiteY1-136" fmla="*/ 19353 h 2924478"/>
              <a:gd name="connsiteX2-137" fmla="*/ 2934757 w 3078992"/>
              <a:gd name="connsiteY2-138" fmla="*/ 360137 h 2924478"/>
              <a:gd name="connsiteX3-139" fmla="*/ 2835275 w 3078992"/>
              <a:gd name="connsiteY3-140" fmla="*/ 1230087 h 2924478"/>
              <a:gd name="connsiteX4-141" fmla="*/ 2840038 w 3078992"/>
              <a:gd name="connsiteY4-142" fmla="*/ 2924478 h 2924478"/>
              <a:gd name="connsiteX5-143" fmla="*/ 0 w 3078992"/>
              <a:gd name="connsiteY5-144" fmla="*/ 2924478 h 2924478"/>
              <a:gd name="connsiteX6-145" fmla="*/ 0 w 3078992"/>
              <a:gd name="connsiteY6-146" fmla="*/ 19353 h 2924478"/>
              <a:gd name="connsiteX0-147" fmla="*/ 0 w 2934757"/>
              <a:gd name="connsiteY0-148" fmla="*/ 19353 h 2924478"/>
              <a:gd name="connsiteX1-149" fmla="*/ 1925638 w 2934757"/>
              <a:gd name="connsiteY1-150" fmla="*/ 19353 h 2924478"/>
              <a:gd name="connsiteX2-151" fmla="*/ 2934757 w 2934757"/>
              <a:gd name="connsiteY2-152" fmla="*/ 360137 h 2924478"/>
              <a:gd name="connsiteX3-153" fmla="*/ 2835275 w 2934757"/>
              <a:gd name="connsiteY3-154" fmla="*/ 1230087 h 2924478"/>
              <a:gd name="connsiteX4-155" fmla="*/ 2840038 w 2934757"/>
              <a:gd name="connsiteY4-156" fmla="*/ 2924478 h 2924478"/>
              <a:gd name="connsiteX5-157" fmla="*/ 0 w 2934757"/>
              <a:gd name="connsiteY5-158" fmla="*/ 2924478 h 2924478"/>
              <a:gd name="connsiteX6-159" fmla="*/ 0 w 2934757"/>
              <a:gd name="connsiteY6-160" fmla="*/ 19353 h 2924478"/>
              <a:gd name="connsiteX0-161" fmla="*/ 0 w 2840038"/>
              <a:gd name="connsiteY0-162" fmla="*/ 0 h 2905125"/>
              <a:gd name="connsiteX1-163" fmla="*/ 1925638 w 2840038"/>
              <a:gd name="connsiteY1-164" fmla="*/ 0 h 2905125"/>
              <a:gd name="connsiteX2-165" fmla="*/ 2817917 w 2840038"/>
              <a:gd name="connsiteY2-166" fmla="*/ 437304 h 2905125"/>
              <a:gd name="connsiteX3-167" fmla="*/ 2835275 w 2840038"/>
              <a:gd name="connsiteY3-168" fmla="*/ 1210734 h 2905125"/>
              <a:gd name="connsiteX4-169" fmla="*/ 2840038 w 2840038"/>
              <a:gd name="connsiteY4-170" fmla="*/ 2905125 h 2905125"/>
              <a:gd name="connsiteX5-171" fmla="*/ 0 w 2840038"/>
              <a:gd name="connsiteY5-172" fmla="*/ 2905125 h 2905125"/>
              <a:gd name="connsiteX6-173" fmla="*/ 0 w 2840038"/>
              <a:gd name="connsiteY6-174" fmla="*/ 0 h 2905125"/>
              <a:gd name="connsiteX0-175" fmla="*/ 0 w 3044349"/>
              <a:gd name="connsiteY0-176" fmla="*/ 0 h 2905125"/>
              <a:gd name="connsiteX1-177" fmla="*/ 1925638 w 3044349"/>
              <a:gd name="connsiteY1-178" fmla="*/ 0 h 2905125"/>
              <a:gd name="connsiteX2-179" fmla="*/ 2817917 w 3044349"/>
              <a:gd name="connsiteY2-180" fmla="*/ 437304 h 2905125"/>
              <a:gd name="connsiteX3-181" fmla="*/ 2835275 w 3044349"/>
              <a:gd name="connsiteY3-182" fmla="*/ 1210734 h 2905125"/>
              <a:gd name="connsiteX4-183" fmla="*/ 2840038 w 3044349"/>
              <a:gd name="connsiteY4-184" fmla="*/ 2905125 h 2905125"/>
              <a:gd name="connsiteX5-185" fmla="*/ 0 w 3044349"/>
              <a:gd name="connsiteY5-186" fmla="*/ 2905125 h 2905125"/>
              <a:gd name="connsiteX6-187" fmla="*/ 0 w 3044349"/>
              <a:gd name="connsiteY6-188" fmla="*/ 0 h 2905125"/>
              <a:gd name="connsiteX0-189" fmla="*/ 0 w 2870695"/>
              <a:gd name="connsiteY0-190" fmla="*/ 0 h 2905125"/>
              <a:gd name="connsiteX1-191" fmla="*/ 1925638 w 2870695"/>
              <a:gd name="connsiteY1-192" fmla="*/ 0 h 2905125"/>
              <a:gd name="connsiteX2-193" fmla="*/ 2817917 w 2870695"/>
              <a:gd name="connsiteY2-194" fmla="*/ 437304 h 2905125"/>
              <a:gd name="connsiteX3-195" fmla="*/ 2835275 w 2870695"/>
              <a:gd name="connsiteY3-196" fmla="*/ 1210734 h 2905125"/>
              <a:gd name="connsiteX4-197" fmla="*/ 2840038 w 2870695"/>
              <a:gd name="connsiteY4-198" fmla="*/ 2905125 h 2905125"/>
              <a:gd name="connsiteX5-199" fmla="*/ 0 w 2870695"/>
              <a:gd name="connsiteY5-200" fmla="*/ 2905125 h 2905125"/>
              <a:gd name="connsiteX6-201" fmla="*/ 0 w 2870695"/>
              <a:gd name="connsiteY6-202" fmla="*/ 0 h 2905125"/>
              <a:gd name="connsiteX0-203" fmla="*/ 0 w 2840038"/>
              <a:gd name="connsiteY0-204" fmla="*/ 0 h 2905125"/>
              <a:gd name="connsiteX1-205" fmla="*/ 1925638 w 2840038"/>
              <a:gd name="connsiteY1-206" fmla="*/ 0 h 2905125"/>
              <a:gd name="connsiteX2-207" fmla="*/ 2624877 w 2840038"/>
              <a:gd name="connsiteY2-208" fmla="*/ 508424 h 2905125"/>
              <a:gd name="connsiteX3-209" fmla="*/ 2835275 w 2840038"/>
              <a:gd name="connsiteY3-210" fmla="*/ 1210734 h 2905125"/>
              <a:gd name="connsiteX4-211" fmla="*/ 2840038 w 2840038"/>
              <a:gd name="connsiteY4-212" fmla="*/ 2905125 h 2905125"/>
              <a:gd name="connsiteX5-213" fmla="*/ 0 w 2840038"/>
              <a:gd name="connsiteY5-214" fmla="*/ 2905125 h 2905125"/>
              <a:gd name="connsiteX6-215" fmla="*/ 0 w 2840038"/>
              <a:gd name="connsiteY6-216" fmla="*/ 0 h 2905125"/>
              <a:gd name="connsiteX0-217" fmla="*/ 0 w 2840038"/>
              <a:gd name="connsiteY0-218" fmla="*/ 0 h 2905125"/>
              <a:gd name="connsiteX1-219" fmla="*/ 1925638 w 2840038"/>
              <a:gd name="connsiteY1-220" fmla="*/ 0 h 2905125"/>
              <a:gd name="connsiteX2-221" fmla="*/ 2624877 w 2840038"/>
              <a:gd name="connsiteY2-222" fmla="*/ 508424 h 2905125"/>
              <a:gd name="connsiteX3-223" fmla="*/ 2835275 w 2840038"/>
              <a:gd name="connsiteY3-224" fmla="*/ 1210734 h 2905125"/>
              <a:gd name="connsiteX4-225" fmla="*/ 2840038 w 2840038"/>
              <a:gd name="connsiteY4-226" fmla="*/ 2905125 h 2905125"/>
              <a:gd name="connsiteX5-227" fmla="*/ 0 w 2840038"/>
              <a:gd name="connsiteY5-228" fmla="*/ 2905125 h 2905125"/>
              <a:gd name="connsiteX6-229" fmla="*/ 0 w 2840038"/>
              <a:gd name="connsiteY6-230" fmla="*/ 0 h 2905125"/>
              <a:gd name="connsiteX0-231" fmla="*/ 0 w 2840038"/>
              <a:gd name="connsiteY0-232" fmla="*/ 0 h 2905125"/>
              <a:gd name="connsiteX1-233" fmla="*/ 1925638 w 2840038"/>
              <a:gd name="connsiteY1-234" fmla="*/ 0 h 2905125"/>
              <a:gd name="connsiteX2-235" fmla="*/ 2618527 w 2840038"/>
              <a:gd name="connsiteY2-236" fmla="*/ 524299 h 2905125"/>
              <a:gd name="connsiteX3-237" fmla="*/ 2835275 w 2840038"/>
              <a:gd name="connsiteY3-238" fmla="*/ 1210734 h 2905125"/>
              <a:gd name="connsiteX4-239" fmla="*/ 2840038 w 2840038"/>
              <a:gd name="connsiteY4-240" fmla="*/ 2905125 h 2905125"/>
              <a:gd name="connsiteX5-241" fmla="*/ 0 w 2840038"/>
              <a:gd name="connsiteY5-242" fmla="*/ 2905125 h 2905125"/>
              <a:gd name="connsiteX6-243" fmla="*/ 0 w 2840038"/>
              <a:gd name="connsiteY6-244" fmla="*/ 0 h 2905125"/>
              <a:gd name="connsiteX0-245" fmla="*/ 0 w 2840038"/>
              <a:gd name="connsiteY0-246" fmla="*/ 0 h 2905125"/>
              <a:gd name="connsiteX1-247" fmla="*/ 1916113 w 2840038"/>
              <a:gd name="connsiteY1-248" fmla="*/ 3175 h 2905125"/>
              <a:gd name="connsiteX2-249" fmla="*/ 2618527 w 2840038"/>
              <a:gd name="connsiteY2-250" fmla="*/ 524299 h 2905125"/>
              <a:gd name="connsiteX3-251" fmla="*/ 2835275 w 2840038"/>
              <a:gd name="connsiteY3-252" fmla="*/ 1210734 h 2905125"/>
              <a:gd name="connsiteX4-253" fmla="*/ 2840038 w 2840038"/>
              <a:gd name="connsiteY4-254" fmla="*/ 2905125 h 2905125"/>
              <a:gd name="connsiteX5-255" fmla="*/ 0 w 2840038"/>
              <a:gd name="connsiteY5-256" fmla="*/ 2905125 h 2905125"/>
              <a:gd name="connsiteX6-257" fmla="*/ 0 w 2840038"/>
              <a:gd name="connsiteY6-258" fmla="*/ 0 h 2905125"/>
              <a:gd name="connsiteX0-259" fmla="*/ 0 w 2840038"/>
              <a:gd name="connsiteY0-260" fmla="*/ 0 h 2905125"/>
              <a:gd name="connsiteX1-261" fmla="*/ 1916113 w 2840038"/>
              <a:gd name="connsiteY1-262" fmla="*/ 3175 h 2905125"/>
              <a:gd name="connsiteX2-263" fmla="*/ 2618527 w 2840038"/>
              <a:gd name="connsiteY2-264" fmla="*/ 524299 h 2905125"/>
              <a:gd name="connsiteX3-265" fmla="*/ 2835275 w 2840038"/>
              <a:gd name="connsiteY3-266" fmla="*/ 1210734 h 2905125"/>
              <a:gd name="connsiteX4-267" fmla="*/ 2840038 w 2840038"/>
              <a:gd name="connsiteY4-268" fmla="*/ 2905125 h 2905125"/>
              <a:gd name="connsiteX5-269" fmla="*/ 0 w 2840038"/>
              <a:gd name="connsiteY5-270" fmla="*/ 2905125 h 2905125"/>
              <a:gd name="connsiteX6-271" fmla="*/ 0 w 2840038"/>
              <a:gd name="connsiteY6-272" fmla="*/ 0 h 2905125"/>
              <a:gd name="connsiteX0-273" fmla="*/ 0 w 2840038"/>
              <a:gd name="connsiteY0-274" fmla="*/ 0 h 2905125"/>
              <a:gd name="connsiteX1-275" fmla="*/ 1916113 w 2840038"/>
              <a:gd name="connsiteY1-276" fmla="*/ 3175 h 2905125"/>
              <a:gd name="connsiteX2-277" fmla="*/ 2618527 w 2840038"/>
              <a:gd name="connsiteY2-278" fmla="*/ 524299 h 2905125"/>
              <a:gd name="connsiteX3-279" fmla="*/ 2835275 w 2840038"/>
              <a:gd name="connsiteY3-280" fmla="*/ 1210734 h 2905125"/>
              <a:gd name="connsiteX4-281" fmla="*/ 2840038 w 2840038"/>
              <a:gd name="connsiteY4-282" fmla="*/ 2905125 h 2905125"/>
              <a:gd name="connsiteX5-283" fmla="*/ 0 w 2840038"/>
              <a:gd name="connsiteY5-284" fmla="*/ 2905125 h 2905125"/>
              <a:gd name="connsiteX6-285" fmla="*/ 0 w 2840038"/>
              <a:gd name="connsiteY6-286" fmla="*/ 0 h 29051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40038" h="2905125">
                <a:moveTo>
                  <a:pt x="0" y="0"/>
                </a:moveTo>
                <a:lnTo>
                  <a:pt x="1916113" y="3175"/>
                </a:lnTo>
                <a:cubicBezTo>
                  <a:pt x="2368550" y="111125"/>
                  <a:pt x="2478033" y="316689"/>
                  <a:pt x="2618527" y="524299"/>
                </a:cubicBezTo>
                <a:cubicBezTo>
                  <a:pt x="2759021" y="731909"/>
                  <a:pt x="2829489" y="952924"/>
                  <a:pt x="2835275" y="1210734"/>
                </a:cubicBezTo>
                <a:cubicBezTo>
                  <a:pt x="2836863" y="1704976"/>
                  <a:pt x="2838450" y="2410883"/>
                  <a:pt x="2840038" y="2905125"/>
                </a:cubicBezTo>
                <a:lnTo>
                  <a:pt x="0" y="2905125"/>
                </a:lnTo>
                <a:lnTo>
                  <a:pt x="0" y="0"/>
                </a:lnTo>
                <a:close/>
              </a:path>
            </a:pathLst>
          </a:custGeom>
          <a:pattFill prst="wdUpDiag">
            <a:fgClr>
              <a:schemeClr val="accent1"/>
            </a:fgClr>
            <a:bgClr>
              <a:schemeClr val="bg1"/>
            </a:bgClr>
          </a:pattFill>
        </p:spPr>
        <p:txBody>
          <a:bodyPr/>
          <a:lstStyle/>
          <a:p>
            <a:endParaRPr lang="zh-CN" altLang="en-US" dirty="0"/>
          </a:p>
        </p:txBody>
      </p:sp>
      <p:sp>
        <p:nvSpPr>
          <p:cNvPr id="27" name="图片占位符 26"/>
          <p:cNvSpPr>
            <a:spLocks noGrp="1"/>
          </p:cNvSpPr>
          <p:nvPr>
            <p:ph type="pic" sz="quarter" idx="34"/>
          </p:nvPr>
        </p:nvSpPr>
        <p:spPr>
          <a:xfrm>
            <a:off x="3634899" y="1946495"/>
            <a:ext cx="2236166" cy="2542975"/>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16" name="任意多边形: 形状 15"/>
          <p:cNvSpPr/>
          <p:nvPr userDrawn="1"/>
        </p:nvSpPr>
        <p:spPr>
          <a:xfrm>
            <a:off x="3639765" y="4481800"/>
            <a:ext cx="2105221" cy="404818"/>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图片占位符 28"/>
          <p:cNvSpPr>
            <a:spLocks noGrp="1"/>
          </p:cNvSpPr>
          <p:nvPr>
            <p:ph type="pic" sz="quarter" idx="35"/>
          </p:nvPr>
        </p:nvSpPr>
        <p:spPr>
          <a:xfrm>
            <a:off x="6553061" y="1895217"/>
            <a:ext cx="2205353" cy="2560358"/>
          </a:xfrm>
          <a:custGeom>
            <a:avLst/>
            <a:gdLst>
              <a:gd name="connsiteX0" fmla="*/ 0 w 2814637"/>
              <a:gd name="connsiteY0" fmla="*/ 0 h 2436813"/>
              <a:gd name="connsiteX1" fmla="*/ 2814637 w 2814637"/>
              <a:gd name="connsiteY1" fmla="*/ 0 h 2436813"/>
              <a:gd name="connsiteX2" fmla="*/ 2814637 w 2814637"/>
              <a:gd name="connsiteY2" fmla="*/ 2436813 h 2436813"/>
              <a:gd name="connsiteX3" fmla="*/ 0 w 2814637"/>
              <a:gd name="connsiteY3" fmla="*/ 2436813 h 2436813"/>
              <a:gd name="connsiteX4" fmla="*/ 0 w 2814637"/>
              <a:gd name="connsiteY4" fmla="*/ 0 h 2436813"/>
              <a:gd name="connsiteX0-1" fmla="*/ 5821 w 2820458"/>
              <a:gd name="connsiteY0-2" fmla="*/ 0 h 2436813"/>
              <a:gd name="connsiteX1-3" fmla="*/ 2820458 w 2820458"/>
              <a:gd name="connsiteY1-4" fmla="*/ 0 h 2436813"/>
              <a:gd name="connsiteX2-5" fmla="*/ 2820458 w 2820458"/>
              <a:gd name="connsiteY2-6" fmla="*/ 2436813 h 2436813"/>
              <a:gd name="connsiteX3-7" fmla="*/ 5821 w 2820458"/>
              <a:gd name="connsiteY3-8" fmla="*/ 2436813 h 2436813"/>
              <a:gd name="connsiteX4-9" fmla="*/ 0 w 2820458"/>
              <a:gd name="connsiteY4-10" fmla="*/ 1041400 h 2436813"/>
              <a:gd name="connsiteX5" fmla="*/ 5821 w 2820458"/>
              <a:gd name="connsiteY5" fmla="*/ 0 h 2436813"/>
              <a:gd name="connsiteX0-11" fmla="*/ 1588 w 2816225"/>
              <a:gd name="connsiteY0-12" fmla="*/ 0 h 2436813"/>
              <a:gd name="connsiteX1-13" fmla="*/ 2816225 w 2816225"/>
              <a:gd name="connsiteY1-14" fmla="*/ 0 h 2436813"/>
              <a:gd name="connsiteX2-15" fmla="*/ 2816225 w 2816225"/>
              <a:gd name="connsiteY2-16" fmla="*/ 2436813 h 2436813"/>
              <a:gd name="connsiteX3-17" fmla="*/ 1588 w 2816225"/>
              <a:gd name="connsiteY3-18" fmla="*/ 2436813 h 2436813"/>
              <a:gd name="connsiteX4-19" fmla="*/ 0 w 2816225"/>
              <a:gd name="connsiteY4-20" fmla="*/ 1185334 h 2436813"/>
              <a:gd name="connsiteX5-21" fmla="*/ 1588 w 2816225"/>
              <a:gd name="connsiteY5-22" fmla="*/ 0 h 2436813"/>
              <a:gd name="connsiteX0-23" fmla="*/ 1588 w 2816225"/>
              <a:gd name="connsiteY0-24" fmla="*/ 4233 h 2441046"/>
              <a:gd name="connsiteX1-25" fmla="*/ 1274233 w 2816225"/>
              <a:gd name="connsiteY1-26" fmla="*/ 0 h 2441046"/>
              <a:gd name="connsiteX2-27" fmla="*/ 2816225 w 2816225"/>
              <a:gd name="connsiteY2-28" fmla="*/ 4233 h 2441046"/>
              <a:gd name="connsiteX3-29" fmla="*/ 2816225 w 2816225"/>
              <a:gd name="connsiteY3-30" fmla="*/ 2441046 h 2441046"/>
              <a:gd name="connsiteX4-31" fmla="*/ 1588 w 2816225"/>
              <a:gd name="connsiteY4-32" fmla="*/ 2441046 h 2441046"/>
              <a:gd name="connsiteX5-33" fmla="*/ 0 w 2816225"/>
              <a:gd name="connsiteY5-34" fmla="*/ 1189567 h 2441046"/>
              <a:gd name="connsiteX6" fmla="*/ 1588 w 2816225"/>
              <a:gd name="connsiteY6" fmla="*/ 4233 h 2441046"/>
              <a:gd name="connsiteX0-35" fmla="*/ 331788 w 2816225"/>
              <a:gd name="connsiteY0-36" fmla="*/ 376766 h 2441046"/>
              <a:gd name="connsiteX1-37" fmla="*/ 1274233 w 2816225"/>
              <a:gd name="connsiteY1-38" fmla="*/ 0 h 2441046"/>
              <a:gd name="connsiteX2-39" fmla="*/ 2816225 w 2816225"/>
              <a:gd name="connsiteY2-40" fmla="*/ 4233 h 2441046"/>
              <a:gd name="connsiteX3-41" fmla="*/ 2816225 w 2816225"/>
              <a:gd name="connsiteY3-42" fmla="*/ 2441046 h 2441046"/>
              <a:gd name="connsiteX4-43" fmla="*/ 1588 w 2816225"/>
              <a:gd name="connsiteY4-44" fmla="*/ 2441046 h 2441046"/>
              <a:gd name="connsiteX5-45" fmla="*/ 0 w 2816225"/>
              <a:gd name="connsiteY5-46" fmla="*/ 1189567 h 2441046"/>
              <a:gd name="connsiteX6-47" fmla="*/ 331788 w 2816225"/>
              <a:gd name="connsiteY6-48" fmla="*/ 376766 h 2441046"/>
              <a:gd name="connsiteX0-49" fmla="*/ 331788 w 2816225"/>
              <a:gd name="connsiteY0-50" fmla="*/ 376766 h 2441046"/>
              <a:gd name="connsiteX1-51" fmla="*/ 1274233 w 2816225"/>
              <a:gd name="connsiteY1-52" fmla="*/ 0 h 2441046"/>
              <a:gd name="connsiteX2-53" fmla="*/ 2816225 w 2816225"/>
              <a:gd name="connsiteY2-54" fmla="*/ 4233 h 2441046"/>
              <a:gd name="connsiteX3-55" fmla="*/ 2816225 w 2816225"/>
              <a:gd name="connsiteY3-56" fmla="*/ 2441046 h 2441046"/>
              <a:gd name="connsiteX4-57" fmla="*/ 1588 w 2816225"/>
              <a:gd name="connsiteY4-58" fmla="*/ 2441046 h 2441046"/>
              <a:gd name="connsiteX5-59" fmla="*/ 0 w 2816225"/>
              <a:gd name="connsiteY5-60" fmla="*/ 1189567 h 2441046"/>
              <a:gd name="connsiteX6-61" fmla="*/ 331788 w 2816225"/>
              <a:gd name="connsiteY6-62" fmla="*/ 376766 h 2441046"/>
              <a:gd name="connsiteX0-63" fmla="*/ 331788 w 2816225"/>
              <a:gd name="connsiteY0-64" fmla="*/ 376766 h 2441046"/>
              <a:gd name="connsiteX1-65" fmla="*/ 1274233 w 2816225"/>
              <a:gd name="connsiteY1-66" fmla="*/ 0 h 2441046"/>
              <a:gd name="connsiteX2-67" fmla="*/ 2816225 w 2816225"/>
              <a:gd name="connsiteY2-68" fmla="*/ 4233 h 2441046"/>
              <a:gd name="connsiteX3-69" fmla="*/ 2816225 w 2816225"/>
              <a:gd name="connsiteY3-70" fmla="*/ 2441046 h 2441046"/>
              <a:gd name="connsiteX4-71" fmla="*/ 1588 w 2816225"/>
              <a:gd name="connsiteY4-72" fmla="*/ 2441046 h 2441046"/>
              <a:gd name="connsiteX5-73" fmla="*/ 0 w 2816225"/>
              <a:gd name="connsiteY5-74" fmla="*/ 1189567 h 2441046"/>
              <a:gd name="connsiteX6-75" fmla="*/ 331788 w 2816225"/>
              <a:gd name="connsiteY6-76" fmla="*/ 376766 h 2441046"/>
              <a:gd name="connsiteX0-77" fmla="*/ 209688 w 2821125"/>
              <a:gd name="connsiteY0-78" fmla="*/ 305299 h 2441546"/>
              <a:gd name="connsiteX1-79" fmla="*/ 1279133 w 2821125"/>
              <a:gd name="connsiteY1-80" fmla="*/ 500 h 2441546"/>
              <a:gd name="connsiteX2-81" fmla="*/ 2821125 w 2821125"/>
              <a:gd name="connsiteY2-82" fmla="*/ 4733 h 2441546"/>
              <a:gd name="connsiteX3-83" fmla="*/ 2821125 w 2821125"/>
              <a:gd name="connsiteY3-84" fmla="*/ 2441546 h 2441546"/>
              <a:gd name="connsiteX4-85" fmla="*/ 6488 w 2821125"/>
              <a:gd name="connsiteY4-86" fmla="*/ 2441546 h 2441546"/>
              <a:gd name="connsiteX5-87" fmla="*/ 4900 w 2821125"/>
              <a:gd name="connsiteY5-88" fmla="*/ 1190067 h 2441546"/>
              <a:gd name="connsiteX6-89" fmla="*/ 209688 w 2821125"/>
              <a:gd name="connsiteY6-90" fmla="*/ 305299 h 2441546"/>
              <a:gd name="connsiteX0-91" fmla="*/ 209688 w 2821125"/>
              <a:gd name="connsiteY0-92" fmla="*/ 304799 h 2441046"/>
              <a:gd name="connsiteX1-93" fmla="*/ 1279133 w 2821125"/>
              <a:gd name="connsiteY1-94" fmla="*/ 0 h 2441046"/>
              <a:gd name="connsiteX2-95" fmla="*/ 2821125 w 2821125"/>
              <a:gd name="connsiteY2-96" fmla="*/ 4233 h 2441046"/>
              <a:gd name="connsiteX3-97" fmla="*/ 2821125 w 2821125"/>
              <a:gd name="connsiteY3-98" fmla="*/ 2441046 h 2441046"/>
              <a:gd name="connsiteX4-99" fmla="*/ 6488 w 2821125"/>
              <a:gd name="connsiteY4-100" fmla="*/ 2441046 h 2441046"/>
              <a:gd name="connsiteX5-101" fmla="*/ 4900 w 2821125"/>
              <a:gd name="connsiteY5-102" fmla="*/ 1189567 h 2441046"/>
              <a:gd name="connsiteX6-103" fmla="*/ 209688 w 2821125"/>
              <a:gd name="connsiteY6-104" fmla="*/ 304799 h 2441046"/>
              <a:gd name="connsiteX0-105" fmla="*/ 209688 w 2821125"/>
              <a:gd name="connsiteY0-106" fmla="*/ 304799 h 2441046"/>
              <a:gd name="connsiteX1-107" fmla="*/ 1279133 w 2821125"/>
              <a:gd name="connsiteY1-108" fmla="*/ 0 h 2441046"/>
              <a:gd name="connsiteX2-109" fmla="*/ 2821125 w 2821125"/>
              <a:gd name="connsiteY2-110" fmla="*/ 4233 h 2441046"/>
              <a:gd name="connsiteX3-111" fmla="*/ 2821125 w 2821125"/>
              <a:gd name="connsiteY3-112" fmla="*/ 2441046 h 2441046"/>
              <a:gd name="connsiteX4-113" fmla="*/ 6488 w 2821125"/>
              <a:gd name="connsiteY4-114" fmla="*/ 2441046 h 2441046"/>
              <a:gd name="connsiteX5-115" fmla="*/ 4900 w 2821125"/>
              <a:gd name="connsiteY5-116" fmla="*/ 1189567 h 2441046"/>
              <a:gd name="connsiteX6-117" fmla="*/ 209688 w 2821125"/>
              <a:gd name="connsiteY6-118" fmla="*/ 304799 h 2441046"/>
              <a:gd name="connsiteX0-119" fmla="*/ 209479 w 2820916"/>
              <a:gd name="connsiteY0-120" fmla="*/ 304799 h 2441046"/>
              <a:gd name="connsiteX1-121" fmla="*/ 1278924 w 2820916"/>
              <a:gd name="connsiteY1-122" fmla="*/ 0 h 2441046"/>
              <a:gd name="connsiteX2-123" fmla="*/ 2820916 w 2820916"/>
              <a:gd name="connsiteY2-124" fmla="*/ 4233 h 2441046"/>
              <a:gd name="connsiteX3-125" fmla="*/ 2820916 w 2820916"/>
              <a:gd name="connsiteY3-126" fmla="*/ 2441046 h 2441046"/>
              <a:gd name="connsiteX4-127" fmla="*/ 6279 w 2820916"/>
              <a:gd name="connsiteY4-128" fmla="*/ 2441046 h 2441046"/>
              <a:gd name="connsiteX5-129" fmla="*/ 4691 w 2820916"/>
              <a:gd name="connsiteY5-130" fmla="*/ 1189567 h 2441046"/>
              <a:gd name="connsiteX6-131" fmla="*/ 209479 w 2820916"/>
              <a:gd name="connsiteY6-132" fmla="*/ 304799 h 2441046"/>
              <a:gd name="connsiteX0-133" fmla="*/ 205595 w 2817032"/>
              <a:gd name="connsiteY0-134" fmla="*/ 304799 h 2441046"/>
              <a:gd name="connsiteX1-135" fmla="*/ 1275040 w 2817032"/>
              <a:gd name="connsiteY1-136" fmla="*/ 0 h 2441046"/>
              <a:gd name="connsiteX2-137" fmla="*/ 2817032 w 2817032"/>
              <a:gd name="connsiteY2-138" fmla="*/ 4233 h 2441046"/>
              <a:gd name="connsiteX3-139" fmla="*/ 2817032 w 2817032"/>
              <a:gd name="connsiteY3-140" fmla="*/ 2441046 h 2441046"/>
              <a:gd name="connsiteX4-141" fmla="*/ 2395 w 2817032"/>
              <a:gd name="connsiteY4-142" fmla="*/ 2441046 h 2441046"/>
              <a:gd name="connsiteX5-143" fmla="*/ 807 w 2817032"/>
              <a:gd name="connsiteY5-144" fmla="*/ 1189567 h 2441046"/>
              <a:gd name="connsiteX6-145" fmla="*/ 205595 w 2817032"/>
              <a:gd name="connsiteY6-146" fmla="*/ 304799 h 2441046"/>
              <a:gd name="connsiteX0-147" fmla="*/ 289455 w 2816225"/>
              <a:gd name="connsiteY0-148" fmla="*/ 368299 h 2441046"/>
              <a:gd name="connsiteX1-149" fmla="*/ 1274233 w 2816225"/>
              <a:gd name="connsiteY1-150" fmla="*/ 0 h 2441046"/>
              <a:gd name="connsiteX2-151" fmla="*/ 2816225 w 2816225"/>
              <a:gd name="connsiteY2-152" fmla="*/ 4233 h 2441046"/>
              <a:gd name="connsiteX3-153" fmla="*/ 2816225 w 2816225"/>
              <a:gd name="connsiteY3-154" fmla="*/ 2441046 h 2441046"/>
              <a:gd name="connsiteX4-155" fmla="*/ 1588 w 2816225"/>
              <a:gd name="connsiteY4-156" fmla="*/ 2441046 h 2441046"/>
              <a:gd name="connsiteX5-157" fmla="*/ 0 w 2816225"/>
              <a:gd name="connsiteY5-158" fmla="*/ 1189567 h 2441046"/>
              <a:gd name="connsiteX6-159" fmla="*/ 289455 w 2816225"/>
              <a:gd name="connsiteY6-160" fmla="*/ 368299 h 2441046"/>
              <a:gd name="connsiteX0-161" fmla="*/ 289455 w 2816225"/>
              <a:gd name="connsiteY0-162" fmla="*/ 368299 h 2441046"/>
              <a:gd name="connsiteX1-163" fmla="*/ 1274233 w 2816225"/>
              <a:gd name="connsiteY1-164" fmla="*/ 0 h 2441046"/>
              <a:gd name="connsiteX2-165" fmla="*/ 2816225 w 2816225"/>
              <a:gd name="connsiteY2-166" fmla="*/ 4233 h 2441046"/>
              <a:gd name="connsiteX3-167" fmla="*/ 2816225 w 2816225"/>
              <a:gd name="connsiteY3-168" fmla="*/ 2441046 h 2441046"/>
              <a:gd name="connsiteX4-169" fmla="*/ 1588 w 2816225"/>
              <a:gd name="connsiteY4-170" fmla="*/ 2441046 h 2441046"/>
              <a:gd name="connsiteX5-171" fmla="*/ 0 w 2816225"/>
              <a:gd name="connsiteY5-172" fmla="*/ 1189567 h 2441046"/>
              <a:gd name="connsiteX6-173" fmla="*/ 289455 w 2816225"/>
              <a:gd name="connsiteY6-174" fmla="*/ 368299 h 2441046"/>
              <a:gd name="connsiteX0-175" fmla="*/ 331789 w 2816225"/>
              <a:gd name="connsiteY0-176" fmla="*/ 389466 h 2441046"/>
              <a:gd name="connsiteX1-177" fmla="*/ 1274233 w 2816225"/>
              <a:gd name="connsiteY1-178" fmla="*/ 0 h 2441046"/>
              <a:gd name="connsiteX2-179" fmla="*/ 2816225 w 2816225"/>
              <a:gd name="connsiteY2-180" fmla="*/ 4233 h 2441046"/>
              <a:gd name="connsiteX3-181" fmla="*/ 2816225 w 2816225"/>
              <a:gd name="connsiteY3-182" fmla="*/ 2441046 h 2441046"/>
              <a:gd name="connsiteX4-183" fmla="*/ 1588 w 2816225"/>
              <a:gd name="connsiteY4-184" fmla="*/ 2441046 h 2441046"/>
              <a:gd name="connsiteX5-185" fmla="*/ 0 w 2816225"/>
              <a:gd name="connsiteY5-186" fmla="*/ 1189567 h 2441046"/>
              <a:gd name="connsiteX6-187" fmla="*/ 331789 w 2816225"/>
              <a:gd name="connsiteY6-188" fmla="*/ 389466 h 2441046"/>
              <a:gd name="connsiteX0-189" fmla="*/ 348723 w 2816225"/>
              <a:gd name="connsiteY0-190" fmla="*/ 393699 h 2441046"/>
              <a:gd name="connsiteX1-191" fmla="*/ 1274233 w 2816225"/>
              <a:gd name="connsiteY1-192" fmla="*/ 0 h 2441046"/>
              <a:gd name="connsiteX2-193" fmla="*/ 2816225 w 2816225"/>
              <a:gd name="connsiteY2-194" fmla="*/ 4233 h 2441046"/>
              <a:gd name="connsiteX3-195" fmla="*/ 2816225 w 2816225"/>
              <a:gd name="connsiteY3-196" fmla="*/ 2441046 h 2441046"/>
              <a:gd name="connsiteX4-197" fmla="*/ 1588 w 2816225"/>
              <a:gd name="connsiteY4-198" fmla="*/ 2441046 h 2441046"/>
              <a:gd name="connsiteX5-199" fmla="*/ 0 w 2816225"/>
              <a:gd name="connsiteY5-200" fmla="*/ 1189567 h 2441046"/>
              <a:gd name="connsiteX6-201" fmla="*/ 348723 w 2816225"/>
              <a:gd name="connsiteY6-202" fmla="*/ 393699 h 2441046"/>
              <a:gd name="connsiteX0-203" fmla="*/ 348723 w 2816225"/>
              <a:gd name="connsiteY0-204" fmla="*/ 393699 h 2441046"/>
              <a:gd name="connsiteX1-205" fmla="*/ 1274233 w 2816225"/>
              <a:gd name="connsiteY1-206" fmla="*/ 0 h 2441046"/>
              <a:gd name="connsiteX2-207" fmla="*/ 2816225 w 2816225"/>
              <a:gd name="connsiteY2-208" fmla="*/ 4233 h 2441046"/>
              <a:gd name="connsiteX3-209" fmla="*/ 2816225 w 2816225"/>
              <a:gd name="connsiteY3-210" fmla="*/ 2441046 h 2441046"/>
              <a:gd name="connsiteX4-211" fmla="*/ 1588 w 2816225"/>
              <a:gd name="connsiteY4-212" fmla="*/ 2441046 h 2441046"/>
              <a:gd name="connsiteX5-213" fmla="*/ 0 w 2816225"/>
              <a:gd name="connsiteY5-214" fmla="*/ 1189567 h 2441046"/>
              <a:gd name="connsiteX6-215" fmla="*/ 348723 w 2816225"/>
              <a:gd name="connsiteY6-216" fmla="*/ 393699 h 2441046"/>
              <a:gd name="connsiteX0-217" fmla="*/ 327556 w 2816225"/>
              <a:gd name="connsiteY0-218" fmla="*/ 389466 h 2441046"/>
              <a:gd name="connsiteX1-219" fmla="*/ 1274233 w 2816225"/>
              <a:gd name="connsiteY1-220" fmla="*/ 0 h 2441046"/>
              <a:gd name="connsiteX2-221" fmla="*/ 2816225 w 2816225"/>
              <a:gd name="connsiteY2-222" fmla="*/ 4233 h 2441046"/>
              <a:gd name="connsiteX3-223" fmla="*/ 2816225 w 2816225"/>
              <a:gd name="connsiteY3-224" fmla="*/ 2441046 h 2441046"/>
              <a:gd name="connsiteX4-225" fmla="*/ 1588 w 2816225"/>
              <a:gd name="connsiteY4-226" fmla="*/ 2441046 h 2441046"/>
              <a:gd name="connsiteX5-227" fmla="*/ 0 w 2816225"/>
              <a:gd name="connsiteY5-228" fmla="*/ 1189567 h 2441046"/>
              <a:gd name="connsiteX6-229" fmla="*/ 327556 w 2816225"/>
              <a:gd name="connsiteY6-230" fmla="*/ 389466 h 2441046"/>
              <a:gd name="connsiteX0-231" fmla="*/ 327556 w 2816225"/>
              <a:gd name="connsiteY0-232" fmla="*/ 389466 h 2441046"/>
              <a:gd name="connsiteX1-233" fmla="*/ 1274233 w 2816225"/>
              <a:gd name="connsiteY1-234" fmla="*/ 0 h 2441046"/>
              <a:gd name="connsiteX2-235" fmla="*/ 2816225 w 2816225"/>
              <a:gd name="connsiteY2-236" fmla="*/ 4233 h 2441046"/>
              <a:gd name="connsiteX3-237" fmla="*/ 2816225 w 2816225"/>
              <a:gd name="connsiteY3-238" fmla="*/ 2441046 h 2441046"/>
              <a:gd name="connsiteX4-239" fmla="*/ 1588 w 2816225"/>
              <a:gd name="connsiteY4-240" fmla="*/ 2441046 h 2441046"/>
              <a:gd name="connsiteX5-241" fmla="*/ 0 w 2816225"/>
              <a:gd name="connsiteY5-242" fmla="*/ 1189567 h 2441046"/>
              <a:gd name="connsiteX6-243" fmla="*/ 327556 w 2816225"/>
              <a:gd name="connsiteY6-244" fmla="*/ 389466 h 2441046"/>
              <a:gd name="connsiteX0-245" fmla="*/ 314856 w 2816225"/>
              <a:gd name="connsiteY0-246" fmla="*/ 380999 h 2441046"/>
              <a:gd name="connsiteX1-247" fmla="*/ 1274233 w 2816225"/>
              <a:gd name="connsiteY1-248" fmla="*/ 0 h 2441046"/>
              <a:gd name="connsiteX2-249" fmla="*/ 2816225 w 2816225"/>
              <a:gd name="connsiteY2-250" fmla="*/ 4233 h 2441046"/>
              <a:gd name="connsiteX3-251" fmla="*/ 2816225 w 2816225"/>
              <a:gd name="connsiteY3-252" fmla="*/ 2441046 h 2441046"/>
              <a:gd name="connsiteX4-253" fmla="*/ 1588 w 2816225"/>
              <a:gd name="connsiteY4-254" fmla="*/ 2441046 h 2441046"/>
              <a:gd name="connsiteX5-255" fmla="*/ 0 w 2816225"/>
              <a:gd name="connsiteY5-256" fmla="*/ 1189567 h 2441046"/>
              <a:gd name="connsiteX6-257" fmla="*/ 314856 w 2816225"/>
              <a:gd name="connsiteY6-258" fmla="*/ 380999 h 2441046"/>
              <a:gd name="connsiteX0-259" fmla="*/ 314856 w 2816225"/>
              <a:gd name="connsiteY0-260" fmla="*/ 380999 h 2441046"/>
              <a:gd name="connsiteX1-261" fmla="*/ 1274233 w 2816225"/>
              <a:gd name="connsiteY1-262" fmla="*/ 0 h 2441046"/>
              <a:gd name="connsiteX2-263" fmla="*/ 2816225 w 2816225"/>
              <a:gd name="connsiteY2-264" fmla="*/ 4233 h 2441046"/>
              <a:gd name="connsiteX3-265" fmla="*/ 2816225 w 2816225"/>
              <a:gd name="connsiteY3-266" fmla="*/ 2441046 h 2441046"/>
              <a:gd name="connsiteX4-267" fmla="*/ 1588 w 2816225"/>
              <a:gd name="connsiteY4-268" fmla="*/ 2441046 h 2441046"/>
              <a:gd name="connsiteX5-269" fmla="*/ 0 w 2816225"/>
              <a:gd name="connsiteY5-270" fmla="*/ 1189567 h 2441046"/>
              <a:gd name="connsiteX6-271" fmla="*/ 314856 w 2816225"/>
              <a:gd name="connsiteY6-272" fmla="*/ 380999 h 24410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47" y="connsiteY6-48"/>
              </a:cxn>
            </a:cxnLst>
            <a:rect l="l" t="t" r="r" b="b"/>
            <a:pathLst>
              <a:path w="2816225" h="2441046">
                <a:moveTo>
                  <a:pt x="314856" y="380999"/>
                </a:moveTo>
                <a:cubicBezTo>
                  <a:pt x="506238" y="174977"/>
                  <a:pt x="854252" y="15522"/>
                  <a:pt x="1274233" y="0"/>
                </a:cubicBezTo>
                <a:lnTo>
                  <a:pt x="2816225" y="4233"/>
                </a:lnTo>
                <a:lnTo>
                  <a:pt x="2816225" y="2441046"/>
                </a:lnTo>
                <a:lnTo>
                  <a:pt x="1588" y="2441046"/>
                </a:lnTo>
                <a:cubicBezTo>
                  <a:pt x="-352" y="1975908"/>
                  <a:pt x="1940" y="1654705"/>
                  <a:pt x="0" y="1189567"/>
                </a:cubicBezTo>
                <a:cubicBezTo>
                  <a:pt x="1940" y="901701"/>
                  <a:pt x="123474" y="587021"/>
                  <a:pt x="314856" y="380999"/>
                </a:cubicBezTo>
                <a:close/>
              </a:path>
            </a:pathLst>
          </a:custGeom>
          <a:pattFill prst="wdUpDiag">
            <a:fgClr>
              <a:schemeClr val="accent1"/>
            </a:fgClr>
            <a:bgClr>
              <a:schemeClr val="bg1"/>
            </a:bgClr>
          </a:pattFill>
        </p:spPr>
        <p:txBody>
          <a:bodyPr/>
          <a:lstStyle/>
          <a:p>
            <a:endParaRPr lang="zh-CN" altLang="en-US"/>
          </a:p>
        </p:txBody>
      </p:sp>
      <p:sp>
        <p:nvSpPr>
          <p:cNvPr id="9" name="文本占位符 2"/>
          <p:cNvSpPr>
            <a:spLocks noGrp="1"/>
          </p:cNvSpPr>
          <p:nvPr>
            <p:ph type="body" sz="quarter" idx="36" hasCustomPrompt="1"/>
          </p:nvPr>
        </p:nvSpPr>
        <p:spPr>
          <a:xfrm>
            <a:off x="3639766" y="4535626"/>
            <a:ext cx="2105220" cy="279626"/>
          </a:xfrm>
          <a:prstGeom prst="rect">
            <a:avLst/>
          </a:prstGeom>
        </p:spPr>
        <p:txBody>
          <a:bodyPr/>
          <a:lstStyle>
            <a:lvl1pPr marL="0" indent="0" algn="ctr">
              <a:buNone/>
              <a:defRPr sz="1800"/>
            </a:lvl1pPr>
          </a:lstStyle>
          <a:p>
            <a:pPr lvl="0"/>
            <a:r>
              <a:rPr lang="zh-CN" altLang="en-US" dirty="0"/>
              <a:t>二级标题</a:t>
            </a:r>
            <a:endParaRPr lang="zh-CN" altLang="en-US" dirty="0"/>
          </a:p>
        </p:txBody>
      </p:sp>
      <p:sp>
        <p:nvSpPr>
          <p:cNvPr id="20" name="文本占位符 2"/>
          <p:cNvSpPr>
            <a:spLocks noGrp="1"/>
          </p:cNvSpPr>
          <p:nvPr>
            <p:ph type="body" sz="quarter" idx="37" hasCustomPrompt="1"/>
          </p:nvPr>
        </p:nvSpPr>
        <p:spPr>
          <a:xfrm>
            <a:off x="6553061" y="4500200"/>
            <a:ext cx="2205352" cy="306367"/>
          </a:xfrm>
          <a:prstGeom prst="rect">
            <a:avLst/>
          </a:prstGeom>
        </p:spPr>
        <p:txBody>
          <a:bodyPr/>
          <a:lstStyle>
            <a:lvl1pPr marL="0" indent="0" algn="ctr">
              <a:buNone/>
              <a:defRPr sz="1800"/>
            </a:lvl1pPr>
          </a:lstStyle>
          <a:p>
            <a:pPr lvl="0"/>
            <a:r>
              <a:rPr lang="zh-CN" altLang="en-US" dirty="0"/>
              <a:t>二级标题</a:t>
            </a:r>
            <a:endParaRPr lang="zh-CN" altLang="en-US" dirty="0"/>
          </a:p>
        </p:txBody>
      </p:sp>
      <p:cxnSp>
        <p:nvCxnSpPr>
          <p:cNvPr id="25" name="直接连接符 24"/>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3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3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 name="文本占位符 2"/>
          <p:cNvSpPr>
            <a:spLocks noGrp="1"/>
          </p:cNvSpPr>
          <p:nvPr>
            <p:ph type="body" sz="quarter" idx="38" hasCustomPrompt="1"/>
          </p:nvPr>
        </p:nvSpPr>
        <p:spPr>
          <a:xfrm>
            <a:off x="9424135" y="5061406"/>
            <a:ext cx="2213437" cy="1248668"/>
          </a:xfrm>
          <a:prstGeom prst="rect">
            <a:avLst/>
          </a:prstGeom>
        </p:spPr>
        <p:txBody>
          <a:bodyPr/>
          <a:lstStyle>
            <a:lvl1pPr marL="0" indent="0" algn="ctr">
              <a:buNone/>
              <a:defRPr sz="1200"/>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请输入文本</a:t>
            </a:r>
            <a:endParaRPr lang="zh-CN" altLang="en-US" dirty="0"/>
          </a:p>
          <a:p>
            <a:pPr lvl="0"/>
            <a:endParaRPr lang="zh-CN" altLang="en-US" dirty="0"/>
          </a:p>
        </p:txBody>
      </p:sp>
      <p:sp>
        <p:nvSpPr>
          <p:cNvPr id="4" name="图片占位符 26"/>
          <p:cNvSpPr>
            <a:spLocks noGrp="1"/>
          </p:cNvSpPr>
          <p:nvPr>
            <p:ph type="pic" sz="quarter" idx="39"/>
          </p:nvPr>
        </p:nvSpPr>
        <p:spPr>
          <a:xfrm>
            <a:off x="9428407" y="1866444"/>
            <a:ext cx="2213437" cy="2542975"/>
          </a:xfrm>
          <a:custGeom>
            <a:avLst/>
            <a:gdLst>
              <a:gd name="connsiteX0" fmla="*/ 0 w 2705100"/>
              <a:gd name="connsiteY0" fmla="*/ 0 h 2935288"/>
              <a:gd name="connsiteX1" fmla="*/ 2705100 w 2705100"/>
              <a:gd name="connsiteY1" fmla="*/ 0 h 2935288"/>
              <a:gd name="connsiteX2" fmla="*/ 2705100 w 2705100"/>
              <a:gd name="connsiteY2" fmla="*/ 2935288 h 2935288"/>
              <a:gd name="connsiteX3" fmla="*/ 0 w 2705100"/>
              <a:gd name="connsiteY3" fmla="*/ 2935288 h 2935288"/>
              <a:gd name="connsiteX4" fmla="*/ 0 w 2705100"/>
              <a:gd name="connsiteY4" fmla="*/ 0 h 2935288"/>
              <a:gd name="connsiteX0-1" fmla="*/ 0 w 2705100"/>
              <a:gd name="connsiteY0-2" fmla="*/ 0 h 2935288"/>
              <a:gd name="connsiteX1-3" fmla="*/ 2705100 w 2705100"/>
              <a:gd name="connsiteY1-4" fmla="*/ 0 h 2935288"/>
              <a:gd name="connsiteX2-5" fmla="*/ 2701607 w 2705100"/>
              <a:gd name="connsiteY2-6" fmla="*/ 1850390 h 2935288"/>
              <a:gd name="connsiteX3-7" fmla="*/ 2705100 w 2705100"/>
              <a:gd name="connsiteY3-8" fmla="*/ 2935288 h 2935288"/>
              <a:gd name="connsiteX4-9" fmla="*/ 0 w 2705100"/>
              <a:gd name="connsiteY4-10" fmla="*/ 2935288 h 2935288"/>
              <a:gd name="connsiteX5" fmla="*/ 0 w 2705100"/>
              <a:gd name="connsiteY5" fmla="*/ 0 h 2935288"/>
              <a:gd name="connsiteX0-11" fmla="*/ 0 w 2705100"/>
              <a:gd name="connsiteY0-12" fmla="*/ 0 h 2935288"/>
              <a:gd name="connsiteX1-13" fmla="*/ 2705100 w 2705100"/>
              <a:gd name="connsiteY1-14" fmla="*/ 0 h 2935288"/>
              <a:gd name="connsiteX2-15" fmla="*/ 2701607 w 2705100"/>
              <a:gd name="connsiteY2-16" fmla="*/ 1850390 h 2935288"/>
              <a:gd name="connsiteX3-17" fmla="*/ 2705100 w 2705100"/>
              <a:gd name="connsiteY3-18" fmla="*/ 2935288 h 2935288"/>
              <a:gd name="connsiteX4-19" fmla="*/ 1685607 w 2705100"/>
              <a:gd name="connsiteY4-20" fmla="*/ 2932430 h 2935288"/>
              <a:gd name="connsiteX5-21" fmla="*/ 0 w 2705100"/>
              <a:gd name="connsiteY5-22" fmla="*/ 2935288 h 2935288"/>
              <a:gd name="connsiteX6" fmla="*/ 0 w 2705100"/>
              <a:gd name="connsiteY6" fmla="*/ 0 h 2935288"/>
              <a:gd name="connsiteX0-23" fmla="*/ 0 w 2705100"/>
              <a:gd name="connsiteY0-24" fmla="*/ 0 h 2935288"/>
              <a:gd name="connsiteX1-25" fmla="*/ 2705100 w 2705100"/>
              <a:gd name="connsiteY1-26" fmla="*/ 0 h 2935288"/>
              <a:gd name="connsiteX2-27" fmla="*/ 2701607 w 2705100"/>
              <a:gd name="connsiteY2-28" fmla="*/ 1850390 h 2935288"/>
              <a:gd name="connsiteX3-29" fmla="*/ 2410460 w 2705100"/>
              <a:gd name="connsiteY3-30" fmla="*/ 2681288 h 2935288"/>
              <a:gd name="connsiteX4-31" fmla="*/ 1685607 w 2705100"/>
              <a:gd name="connsiteY4-32" fmla="*/ 2932430 h 2935288"/>
              <a:gd name="connsiteX5-33" fmla="*/ 0 w 2705100"/>
              <a:gd name="connsiteY5-34" fmla="*/ 2935288 h 2935288"/>
              <a:gd name="connsiteX6-35" fmla="*/ 0 w 2705100"/>
              <a:gd name="connsiteY6-36" fmla="*/ 0 h 2935288"/>
              <a:gd name="connsiteX0-37" fmla="*/ 0 w 2705100"/>
              <a:gd name="connsiteY0-38" fmla="*/ 0 h 2935288"/>
              <a:gd name="connsiteX1-39" fmla="*/ 2705100 w 2705100"/>
              <a:gd name="connsiteY1-40" fmla="*/ 0 h 2935288"/>
              <a:gd name="connsiteX2-41" fmla="*/ 2701607 w 2705100"/>
              <a:gd name="connsiteY2-42" fmla="*/ 1850390 h 2935288"/>
              <a:gd name="connsiteX3-43" fmla="*/ 2410460 w 2705100"/>
              <a:gd name="connsiteY3-44" fmla="*/ 2681288 h 2935288"/>
              <a:gd name="connsiteX4-45" fmla="*/ 1685607 w 2705100"/>
              <a:gd name="connsiteY4-46" fmla="*/ 2932430 h 2935288"/>
              <a:gd name="connsiteX5-47" fmla="*/ 0 w 2705100"/>
              <a:gd name="connsiteY5-48" fmla="*/ 2935288 h 2935288"/>
              <a:gd name="connsiteX6-49" fmla="*/ 0 w 2705100"/>
              <a:gd name="connsiteY6-50" fmla="*/ 0 h 2935288"/>
              <a:gd name="connsiteX0-51" fmla="*/ 0 w 2705100"/>
              <a:gd name="connsiteY0-52" fmla="*/ 0 h 2935288"/>
              <a:gd name="connsiteX1-53" fmla="*/ 2705100 w 2705100"/>
              <a:gd name="connsiteY1-54" fmla="*/ 0 h 2935288"/>
              <a:gd name="connsiteX2-55" fmla="*/ 2701607 w 2705100"/>
              <a:gd name="connsiteY2-56" fmla="*/ 1850390 h 2935288"/>
              <a:gd name="connsiteX3-57" fmla="*/ 2410460 w 2705100"/>
              <a:gd name="connsiteY3-58" fmla="*/ 2681288 h 2935288"/>
              <a:gd name="connsiteX4-59" fmla="*/ 1685607 w 2705100"/>
              <a:gd name="connsiteY4-60" fmla="*/ 2932430 h 2935288"/>
              <a:gd name="connsiteX5-61" fmla="*/ 0 w 2705100"/>
              <a:gd name="connsiteY5-62" fmla="*/ 2935288 h 2935288"/>
              <a:gd name="connsiteX6-63" fmla="*/ 0 w 2705100"/>
              <a:gd name="connsiteY6-64" fmla="*/ 0 h 2935288"/>
              <a:gd name="connsiteX0-65" fmla="*/ 0 w 2705100"/>
              <a:gd name="connsiteY0-66" fmla="*/ 0 h 2935288"/>
              <a:gd name="connsiteX1-67" fmla="*/ 2705100 w 2705100"/>
              <a:gd name="connsiteY1-68" fmla="*/ 0 h 2935288"/>
              <a:gd name="connsiteX2-69" fmla="*/ 2701607 w 2705100"/>
              <a:gd name="connsiteY2-70" fmla="*/ 1850390 h 2935288"/>
              <a:gd name="connsiteX3-71" fmla="*/ 2410460 w 2705100"/>
              <a:gd name="connsiteY3-72" fmla="*/ 2681288 h 2935288"/>
              <a:gd name="connsiteX4-73" fmla="*/ 1685607 w 2705100"/>
              <a:gd name="connsiteY4-74" fmla="*/ 2932430 h 2935288"/>
              <a:gd name="connsiteX5-75" fmla="*/ 0 w 2705100"/>
              <a:gd name="connsiteY5-76" fmla="*/ 2935288 h 2935288"/>
              <a:gd name="connsiteX6-77" fmla="*/ 0 w 2705100"/>
              <a:gd name="connsiteY6-78" fmla="*/ 0 h 2935288"/>
              <a:gd name="connsiteX0-79" fmla="*/ 0 w 2705100"/>
              <a:gd name="connsiteY0-80" fmla="*/ 0 h 2935288"/>
              <a:gd name="connsiteX1-81" fmla="*/ 2705100 w 2705100"/>
              <a:gd name="connsiteY1-82" fmla="*/ 0 h 2935288"/>
              <a:gd name="connsiteX2-83" fmla="*/ 2701607 w 2705100"/>
              <a:gd name="connsiteY2-84" fmla="*/ 1850390 h 2935288"/>
              <a:gd name="connsiteX3-85" fmla="*/ 2410460 w 2705100"/>
              <a:gd name="connsiteY3-86" fmla="*/ 2681288 h 2935288"/>
              <a:gd name="connsiteX4-87" fmla="*/ 1685607 w 2705100"/>
              <a:gd name="connsiteY4-88" fmla="*/ 2932430 h 2935288"/>
              <a:gd name="connsiteX5-89" fmla="*/ 0 w 2705100"/>
              <a:gd name="connsiteY5-90" fmla="*/ 2935288 h 2935288"/>
              <a:gd name="connsiteX6-91" fmla="*/ 0 w 2705100"/>
              <a:gd name="connsiteY6-92" fmla="*/ 0 h 2935288"/>
              <a:gd name="connsiteX0-93" fmla="*/ 0 w 2705100"/>
              <a:gd name="connsiteY0-94" fmla="*/ 0 h 2935288"/>
              <a:gd name="connsiteX1-95" fmla="*/ 2705100 w 2705100"/>
              <a:gd name="connsiteY1-96" fmla="*/ 0 h 2935288"/>
              <a:gd name="connsiteX2-97" fmla="*/ 2701607 w 2705100"/>
              <a:gd name="connsiteY2-98" fmla="*/ 1850390 h 2935288"/>
              <a:gd name="connsiteX3-99" fmla="*/ 2410460 w 2705100"/>
              <a:gd name="connsiteY3-100" fmla="*/ 2681288 h 2935288"/>
              <a:gd name="connsiteX4-101" fmla="*/ 1685607 w 2705100"/>
              <a:gd name="connsiteY4-102" fmla="*/ 2932430 h 2935288"/>
              <a:gd name="connsiteX5-103" fmla="*/ 0 w 2705100"/>
              <a:gd name="connsiteY5-104" fmla="*/ 2935288 h 2935288"/>
              <a:gd name="connsiteX6-105" fmla="*/ 0 w 2705100"/>
              <a:gd name="connsiteY6-106" fmla="*/ 0 h 2935288"/>
              <a:gd name="connsiteX0-107" fmla="*/ 0 w 2705100"/>
              <a:gd name="connsiteY0-108" fmla="*/ 0 h 2935288"/>
              <a:gd name="connsiteX1-109" fmla="*/ 2705100 w 2705100"/>
              <a:gd name="connsiteY1-110" fmla="*/ 0 h 2935288"/>
              <a:gd name="connsiteX2-111" fmla="*/ 2701607 w 2705100"/>
              <a:gd name="connsiteY2-112" fmla="*/ 1850390 h 2935288"/>
              <a:gd name="connsiteX3-113" fmla="*/ 2410460 w 2705100"/>
              <a:gd name="connsiteY3-114" fmla="*/ 2681288 h 2935288"/>
              <a:gd name="connsiteX4-115" fmla="*/ 1685607 w 2705100"/>
              <a:gd name="connsiteY4-116" fmla="*/ 2932430 h 2935288"/>
              <a:gd name="connsiteX5-117" fmla="*/ 0 w 2705100"/>
              <a:gd name="connsiteY5-118" fmla="*/ 2935288 h 2935288"/>
              <a:gd name="connsiteX6-119" fmla="*/ 0 w 2705100"/>
              <a:gd name="connsiteY6-120" fmla="*/ 0 h 2935288"/>
              <a:gd name="connsiteX0-121" fmla="*/ 0 w 2705100"/>
              <a:gd name="connsiteY0-122" fmla="*/ 0 h 2935288"/>
              <a:gd name="connsiteX1-123" fmla="*/ 2705100 w 2705100"/>
              <a:gd name="connsiteY1-124" fmla="*/ 0 h 2935288"/>
              <a:gd name="connsiteX2-125" fmla="*/ 2701607 w 2705100"/>
              <a:gd name="connsiteY2-126" fmla="*/ 1850390 h 2935288"/>
              <a:gd name="connsiteX3-127" fmla="*/ 2410460 w 2705100"/>
              <a:gd name="connsiteY3-128" fmla="*/ 2681288 h 2935288"/>
              <a:gd name="connsiteX4-129" fmla="*/ 1685607 w 2705100"/>
              <a:gd name="connsiteY4-130" fmla="*/ 2932430 h 2935288"/>
              <a:gd name="connsiteX5-131" fmla="*/ 0 w 2705100"/>
              <a:gd name="connsiteY5-132" fmla="*/ 2935288 h 2935288"/>
              <a:gd name="connsiteX6-133" fmla="*/ 0 w 2705100"/>
              <a:gd name="connsiteY6-134" fmla="*/ 0 h 2935288"/>
              <a:gd name="connsiteX0-135" fmla="*/ 0 w 2705100"/>
              <a:gd name="connsiteY0-136" fmla="*/ 0 h 2935288"/>
              <a:gd name="connsiteX1-137" fmla="*/ 2705100 w 2705100"/>
              <a:gd name="connsiteY1-138" fmla="*/ 0 h 2935288"/>
              <a:gd name="connsiteX2-139" fmla="*/ 2701607 w 2705100"/>
              <a:gd name="connsiteY2-140" fmla="*/ 1850390 h 2935288"/>
              <a:gd name="connsiteX3-141" fmla="*/ 2486660 w 2705100"/>
              <a:gd name="connsiteY3-142" fmla="*/ 2600008 h 2935288"/>
              <a:gd name="connsiteX4-143" fmla="*/ 1685607 w 2705100"/>
              <a:gd name="connsiteY4-144" fmla="*/ 2932430 h 2935288"/>
              <a:gd name="connsiteX5-145" fmla="*/ 0 w 2705100"/>
              <a:gd name="connsiteY5-146" fmla="*/ 2935288 h 2935288"/>
              <a:gd name="connsiteX6-147" fmla="*/ 0 w 2705100"/>
              <a:gd name="connsiteY6-148" fmla="*/ 0 h 2935288"/>
              <a:gd name="connsiteX0-149" fmla="*/ 0 w 2705100"/>
              <a:gd name="connsiteY0-150" fmla="*/ 0 h 2935288"/>
              <a:gd name="connsiteX1-151" fmla="*/ 2705100 w 2705100"/>
              <a:gd name="connsiteY1-152" fmla="*/ 0 h 2935288"/>
              <a:gd name="connsiteX2-153" fmla="*/ 2701607 w 2705100"/>
              <a:gd name="connsiteY2-154" fmla="*/ 1850390 h 2935288"/>
              <a:gd name="connsiteX3-155" fmla="*/ 2486660 w 2705100"/>
              <a:gd name="connsiteY3-156" fmla="*/ 2600008 h 2935288"/>
              <a:gd name="connsiteX4-157" fmla="*/ 1685607 w 2705100"/>
              <a:gd name="connsiteY4-158" fmla="*/ 2932430 h 2935288"/>
              <a:gd name="connsiteX5-159" fmla="*/ 0 w 2705100"/>
              <a:gd name="connsiteY5-160" fmla="*/ 2935288 h 2935288"/>
              <a:gd name="connsiteX6-161" fmla="*/ 0 w 2705100"/>
              <a:gd name="connsiteY6-162" fmla="*/ 0 h 2935288"/>
              <a:gd name="connsiteX0-163" fmla="*/ 0 w 2705100"/>
              <a:gd name="connsiteY0-164" fmla="*/ 0 h 2935288"/>
              <a:gd name="connsiteX1-165" fmla="*/ 2705100 w 2705100"/>
              <a:gd name="connsiteY1-166" fmla="*/ 0 h 2935288"/>
              <a:gd name="connsiteX2-167" fmla="*/ 2701607 w 2705100"/>
              <a:gd name="connsiteY2-168" fmla="*/ 1850390 h 2935288"/>
              <a:gd name="connsiteX3-169" fmla="*/ 2486660 w 2705100"/>
              <a:gd name="connsiteY3-170" fmla="*/ 2600008 h 2935288"/>
              <a:gd name="connsiteX4-171" fmla="*/ 1685607 w 2705100"/>
              <a:gd name="connsiteY4-172" fmla="*/ 2932430 h 2935288"/>
              <a:gd name="connsiteX5-173" fmla="*/ 0 w 2705100"/>
              <a:gd name="connsiteY5-174" fmla="*/ 2935288 h 2935288"/>
              <a:gd name="connsiteX6-175" fmla="*/ 0 w 2705100"/>
              <a:gd name="connsiteY6-176" fmla="*/ 0 h 2935288"/>
              <a:gd name="connsiteX0-177" fmla="*/ 0 w 2705100"/>
              <a:gd name="connsiteY0-178" fmla="*/ 0 h 2935288"/>
              <a:gd name="connsiteX1-179" fmla="*/ 2705100 w 2705100"/>
              <a:gd name="connsiteY1-180" fmla="*/ 0 h 2935288"/>
              <a:gd name="connsiteX2-181" fmla="*/ 2701607 w 2705100"/>
              <a:gd name="connsiteY2-182" fmla="*/ 1850390 h 2935288"/>
              <a:gd name="connsiteX3-183" fmla="*/ 2466340 w 2705100"/>
              <a:gd name="connsiteY3-184" fmla="*/ 2574608 h 2935288"/>
              <a:gd name="connsiteX4-185" fmla="*/ 1685607 w 2705100"/>
              <a:gd name="connsiteY4-186" fmla="*/ 2932430 h 2935288"/>
              <a:gd name="connsiteX5-187" fmla="*/ 0 w 2705100"/>
              <a:gd name="connsiteY5-188" fmla="*/ 2935288 h 2935288"/>
              <a:gd name="connsiteX6-189" fmla="*/ 0 w 2705100"/>
              <a:gd name="connsiteY6-190" fmla="*/ 0 h 2935288"/>
              <a:gd name="connsiteX0-191" fmla="*/ 0 w 2705100"/>
              <a:gd name="connsiteY0-192" fmla="*/ 0 h 2935288"/>
              <a:gd name="connsiteX1-193" fmla="*/ 2705100 w 2705100"/>
              <a:gd name="connsiteY1-194" fmla="*/ 0 h 2935288"/>
              <a:gd name="connsiteX2-195" fmla="*/ 2701607 w 2705100"/>
              <a:gd name="connsiteY2-196" fmla="*/ 1850390 h 2935288"/>
              <a:gd name="connsiteX3-197" fmla="*/ 2451100 w 2705100"/>
              <a:gd name="connsiteY3-198" fmla="*/ 2574608 h 2935288"/>
              <a:gd name="connsiteX4-199" fmla="*/ 1685607 w 2705100"/>
              <a:gd name="connsiteY4-200" fmla="*/ 2932430 h 2935288"/>
              <a:gd name="connsiteX5-201" fmla="*/ 0 w 2705100"/>
              <a:gd name="connsiteY5-202" fmla="*/ 2935288 h 2935288"/>
              <a:gd name="connsiteX6-203" fmla="*/ 0 w 2705100"/>
              <a:gd name="connsiteY6-204" fmla="*/ 0 h 2935288"/>
              <a:gd name="connsiteX0-205" fmla="*/ 0 w 2705100"/>
              <a:gd name="connsiteY0-206" fmla="*/ 0 h 2935288"/>
              <a:gd name="connsiteX1-207" fmla="*/ 2705100 w 2705100"/>
              <a:gd name="connsiteY1-208" fmla="*/ 0 h 2935288"/>
              <a:gd name="connsiteX2-209" fmla="*/ 2701607 w 2705100"/>
              <a:gd name="connsiteY2-210" fmla="*/ 1850390 h 2935288"/>
              <a:gd name="connsiteX3-211" fmla="*/ 2451100 w 2705100"/>
              <a:gd name="connsiteY3-212" fmla="*/ 2574608 h 2935288"/>
              <a:gd name="connsiteX4-213" fmla="*/ 1685607 w 2705100"/>
              <a:gd name="connsiteY4-214" fmla="*/ 2932430 h 2935288"/>
              <a:gd name="connsiteX5-215" fmla="*/ 0 w 2705100"/>
              <a:gd name="connsiteY5-216" fmla="*/ 2935288 h 2935288"/>
              <a:gd name="connsiteX6-217" fmla="*/ 0 w 2705100"/>
              <a:gd name="connsiteY6-218" fmla="*/ 0 h 2935288"/>
              <a:gd name="connsiteX0-219" fmla="*/ 0 w 2705100"/>
              <a:gd name="connsiteY0-220" fmla="*/ 0 h 2935288"/>
              <a:gd name="connsiteX1-221" fmla="*/ 2705100 w 2705100"/>
              <a:gd name="connsiteY1-222" fmla="*/ 0 h 2935288"/>
              <a:gd name="connsiteX2-223" fmla="*/ 2701607 w 2705100"/>
              <a:gd name="connsiteY2-224" fmla="*/ 1850390 h 2935288"/>
              <a:gd name="connsiteX3-225" fmla="*/ 2451100 w 2705100"/>
              <a:gd name="connsiteY3-226" fmla="*/ 2574608 h 2935288"/>
              <a:gd name="connsiteX4-227" fmla="*/ 1685607 w 2705100"/>
              <a:gd name="connsiteY4-228" fmla="*/ 2932430 h 2935288"/>
              <a:gd name="connsiteX5-229" fmla="*/ 0 w 2705100"/>
              <a:gd name="connsiteY5-230" fmla="*/ 2935288 h 2935288"/>
              <a:gd name="connsiteX6-231" fmla="*/ 0 w 2705100"/>
              <a:gd name="connsiteY6-232" fmla="*/ 0 h 2935288"/>
              <a:gd name="connsiteX0-233" fmla="*/ 0 w 2705100"/>
              <a:gd name="connsiteY0-234" fmla="*/ 0 h 2935288"/>
              <a:gd name="connsiteX1-235" fmla="*/ 2705100 w 2705100"/>
              <a:gd name="connsiteY1-236" fmla="*/ 0 h 2935288"/>
              <a:gd name="connsiteX2-237" fmla="*/ 2701607 w 2705100"/>
              <a:gd name="connsiteY2-238" fmla="*/ 1850390 h 2935288"/>
              <a:gd name="connsiteX3-239" fmla="*/ 2451100 w 2705100"/>
              <a:gd name="connsiteY3-240" fmla="*/ 2574608 h 2935288"/>
              <a:gd name="connsiteX4-241" fmla="*/ 1685607 w 2705100"/>
              <a:gd name="connsiteY4-242" fmla="*/ 2932430 h 2935288"/>
              <a:gd name="connsiteX5-243" fmla="*/ 0 w 2705100"/>
              <a:gd name="connsiteY5-244" fmla="*/ 2935288 h 2935288"/>
              <a:gd name="connsiteX6-245" fmla="*/ 0 w 2705100"/>
              <a:gd name="connsiteY6-246" fmla="*/ 0 h 2935288"/>
              <a:gd name="connsiteX0-247" fmla="*/ 0 w 2705100"/>
              <a:gd name="connsiteY0-248" fmla="*/ 0 h 2935288"/>
              <a:gd name="connsiteX1-249" fmla="*/ 2705100 w 2705100"/>
              <a:gd name="connsiteY1-250" fmla="*/ 0 h 2935288"/>
              <a:gd name="connsiteX2-251" fmla="*/ 2701607 w 2705100"/>
              <a:gd name="connsiteY2-252" fmla="*/ 1850390 h 2935288"/>
              <a:gd name="connsiteX3-253" fmla="*/ 2628900 w 2705100"/>
              <a:gd name="connsiteY3-254" fmla="*/ 2711499 h 2935288"/>
              <a:gd name="connsiteX4-255" fmla="*/ 1685607 w 2705100"/>
              <a:gd name="connsiteY4-256" fmla="*/ 2932430 h 2935288"/>
              <a:gd name="connsiteX5-257" fmla="*/ 0 w 2705100"/>
              <a:gd name="connsiteY5-258" fmla="*/ 2935288 h 2935288"/>
              <a:gd name="connsiteX6-259" fmla="*/ 0 w 2705100"/>
              <a:gd name="connsiteY6-260" fmla="*/ 0 h 2935288"/>
              <a:gd name="connsiteX0-261" fmla="*/ 0 w 2705100"/>
              <a:gd name="connsiteY0-262" fmla="*/ 0 h 2935288"/>
              <a:gd name="connsiteX1-263" fmla="*/ 2705100 w 2705100"/>
              <a:gd name="connsiteY1-264" fmla="*/ 0 h 2935288"/>
              <a:gd name="connsiteX2-265" fmla="*/ 2701607 w 2705100"/>
              <a:gd name="connsiteY2-266" fmla="*/ 1850390 h 2935288"/>
              <a:gd name="connsiteX3-267" fmla="*/ 2628900 w 2705100"/>
              <a:gd name="connsiteY3-268" fmla="*/ 2711499 h 2935288"/>
              <a:gd name="connsiteX4-269" fmla="*/ 1685607 w 2705100"/>
              <a:gd name="connsiteY4-270" fmla="*/ 2932430 h 2935288"/>
              <a:gd name="connsiteX5-271" fmla="*/ 0 w 2705100"/>
              <a:gd name="connsiteY5-272" fmla="*/ 2935288 h 2935288"/>
              <a:gd name="connsiteX6-273" fmla="*/ 0 w 2705100"/>
              <a:gd name="connsiteY6-274" fmla="*/ 0 h 2935288"/>
              <a:gd name="connsiteX0-275" fmla="*/ 0 w 2705100"/>
              <a:gd name="connsiteY0-276" fmla="*/ 0 h 2937328"/>
              <a:gd name="connsiteX1-277" fmla="*/ 2705100 w 2705100"/>
              <a:gd name="connsiteY1-278" fmla="*/ 0 h 2937328"/>
              <a:gd name="connsiteX2-279" fmla="*/ 2701607 w 2705100"/>
              <a:gd name="connsiteY2-280" fmla="*/ 1850390 h 2937328"/>
              <a:gd name="connsiteX3-281" fmla="*/ 2628900 w 2705100"/>
              <a:gd name="connsiteY3-282" fmla="*/ 2711499 h 2937328"/>
              <a:gd name="connsiteX4-283" fmla="*/ 1685607 w 2705100"/>
              <a:gd name="connsiteY4-284" fmla="*/ 2932430 h 2937328"/>
              <a:gd name="connsiteX5-285" fmla="*/ 0 w 2705100"/>
              <a:gd name="connsiteY5-286" fmla="*/ 2935288 h 2937328"/>
              <a:gd name="connsiteX6-287" fmla="*/ 0 w 2705100"/>
              <a:gd name="connsiteY6-288" fmla="*/ 0 h 2937328"/>
              <a:gd name="connsiteX0-289" fmla="*/ 0 w 2705100"/>
              <a:gd name="connsiteY0-290" fmla="*/ 0 h 2992962"/>
              <a:gd name="connsiteX1-291" fmla="*/ 2705100 w 2705100"/>
              <a:gd name="connsiteY1-292" fmla="*/ 0 h 2992962"/>
              <a:gd name="connsiteX2-293" fmla="*/ 2701607 w 2705100"/>
              <a:gd name="connsiteY2-294" fmla="*/ 1850390 h 2992962"/>
              <a:gd name="connsiteX3-295" fmla="*/ 2599266 w 2705100"/>
              <a:gd name="connsiteY3-296" fmla="*/ 2823040 h 2992962"/>
              <a:gd name="connsiteX4-297" fmla="*/ 1685607 w 2705100"/>
              <a:gd name="connsiteY4-298" fmla="*/ 2932430 h 2992962"/>
              <a:gd name="connsiteX5-299" fmla="*/ 0 w 2705100"/>
              <a:gd name="connsiteY5-300" fmla="*/ 2935288 h 2992962"/>
              <a:gd name="connsiteX6-301" fmla="*/ 0 w 2705100"/>
              <a:gd name="connsiteY6-302" fmla="*/ 0 h 2992962"/>
              <a:gd name="connsiteX0-303" fmla="*/ 0 w 2705100"/>
              <a:gd name="connsiteY0-304" fmla="*/ 0 h 2935288"/>
              <a:gd name="connsiteX1-305" fmla="*/ 2705100 w 2705100"/>
              <a:gd name="connsiteY1-306" fmla="*/ 0 h 2935288"/>
              <a:gd name="connsiteX2-307" fmla="*/ 2701607 w 2705100"/>
              <a:gd name="connsiteY2-308" fmla="*/ 1850390 h 2935288"/>
              <a:gd name="connsiteX3-309" fmla="*/ 2599266 w 2705100"/>
              <a:gd name="connsiteY3-310" fmla="*/ 2823040 h 2935288"/>
              <a:gd name="connsiteX4-311" fmla="*/ 1685607 w 2705100"/>
              <a:gd name="connsiteY4-312" fmla="*/ 2932430 h 2935288"/>
              <a:gd name="connsiteX5-313" fmla="*/ 0 w 2705100"/>
              <a:gd name="connsiteY5-314" fmla="*/ 2935288 h 2935288"/>
              <a:gd name="connsiteX6-315" fmla="*/ 0 w 2705100"/>
              <a:gd name="connsiteY6-316" fmla="*/ 0 h 2935288"/>
              <a:gd name="connsiteX0-317" fmla="*/ 0 w 2705100"/>
              <a:gd name="connsiteY0-318" fmla="*/ 0 h 2935288"/>
              <a:gd name="connsiteX1-319" fmla="*/ 2705100 w 2705100"/>
              <a:gd name="connsiteY1-320" fmla="*/ 0 h 2935288"/>
              <a:gd name="connsiteX2-321" fmla="*/ 2701607 w 2705100"/>
              <a:gd name="connsiteY2-322" fmla="*/ 1850390 h 2935288"/>
              <a:gd name="connsiteX3-323" fmla="*/ 2599266 w 2705100"/>
              <a:gd name="connsiteY3-324" fmla="*/ 2823040 h 2935288"/>
              <a:gd name="connsiteX4-325" fmla="*/ 1685607 w 2705100"/>
              <a:gd name="connsiteY4-326" fmla="*/ 2932430 h 2935288"/>
              <a:gd name="connsiteX5-327" fmla="*/ 0 w 2705100"/>
              <a:gd name="connsiteY5-328" fmla="*/ 2935288 h 2935288"/>
              <a:gd name="connsiteX6-329" fmla="*/ 0 w 2705100"/>
              <a:gd name="connsiteY6-330" fmla="*/ 0 h 2935288"/>
              <a:gd name="connsiteX0-331" fmla="*/ 0 w 2705100"/>
              <a:gd name="connsiteY0-332" fmla="*/ 0 h 2937029"/>
              <a:gd name="connsiteX1-333" fmla="*/ 2705100 w 2705100"/>
              <a:gd name="connsiteY1-334" fmla="*/ 0 h 2937029"/>
              <a:gd name="connsiteX2-335" fmla="*/ 2701607 w 2705100"/>
              <a:gd name="connsiteY2-336" fmla="*/ 1850390 h 2937029"/>
              <a:gd name="connsiteX3-337" fmla="*/ 2556933 w 2705100"/>
              <a:gd name="connsiteY3-338" fmla="*/ 2924440 h 2937029"/>
              <a:gd name="connsiteX4-339" fmla="*/ 1685607 w 2705100"/>
              <a:gd name="connsiteY4-340" fmla="*/ 2932430 h 2937029"/>
              <a:gd name="connsiteX5-341" fmla="*/ 0 w 2705100"/>
              <a:gd name="connsiteY5-342" fmla="*/ 2935288 h 2937029"/>
              <a:gd name="connsiteX6-343" fmla="*/ 0 w 2705100"/>
              <a:gd name="connsiteY6-344" fmla="*/ 0 h 2937029"/>
              <a:gd name="connsiteX0-345" fmla="*/ 0 w 2705100"/>
              <a:gd name="connsiteY0-346" fmla="*/ 0 h 2937029"/>
              <a:gd name="connsiteX1-347" fmla="*/ 2705100 w 2705100"/>
              <a:gd name="connsiteY1-348" fmla="*/ 0 h 2937029"/>
              <a:gd name="connsiteX2-349" fmla="*/ 2701607 w 2705100"/>
              <a:gd name="connsiteY2-350" fmla="*/ 1850390 h 2937029"/>
              <a:gd name="connsiteX3-351" fmla="*/ 2556933 w 2705100"/>
              <a:gd name="connsiteY3-352" fmla="*/ 2924440 h 2937029"/>
              <a:gd name="connsiteX4-353" fmla="*/ 1685607 w 2705100"/>
              <a:gd name="connsiteY4-354" fmla="*/ 2932430 h 2937029"/>
              <a:gd name="connsiteX5-355" fmla="*/ 0 w 2705100"/>
              <a:gd name="connsiteY5-356" fmla="*/ 2935288 h 2937029"/>
              <a:gd name="connsiteX6-357" fmla="*/ 0 w 2705100"/>
              <a:gd name="connsiteY6-358" fmla="*/ 0 h 2937029"/>
              <a:gd name="connsiteX0-359" fmla="*/ 0 w 2705100"/>
              <a:gd name="connsiteY0-360" fmla="*/ 0 h 2937029"/>
              <a:gd name="connsiteX1-361" fmla="*/ 2705100 w 2705100"/>
              <a:gd name="connsiteY1-362" fmla="*/ 0 h 2937029"/>
              <a:gd name="connsiteX2-363" fmla="*/ 2701607 w 2705100"/>
              <a:gd name="connsiteY2-364" fmla="*/ 1850390 h 2937029"/>
              <a:gd name="connsiteX3-365" fmla="*/ 2556933 w 2705100"/>
              <a:gd name="connsiteY3-366" fmla="*/ 2924440 h 2937029"/>
              <a:gd name="connsiteX4-367" fmla="*/ 1685607 w 2705100"/>
              <a:gd name="connsiteY4-368" fmla="*/ 2932430 h 2937029"/>
              <a:gd name="connsiteX5-369" fmla="*/ 0 w 2705100"/>
              <a:gd name="connsiteY5-370" fmla="*/ 2935288 h 2937029"/>
              <a:gd name="connsiteX6-371" fmla="*/ 0 w 2705100"/>
              <a:gd name="connsiteY6-372" fmla="*/ 0 h 2937029"/>
              <a:gd name="connsiteX0-373" fmla="*/ 0 w 2705100"/>
              <a:gd name="connsiteY0-374" fmla="*/ 0 h 2935288"/>
              <a:gd name="connsiteX1-375" fmla="*/ 2705100 w 2705100"/>
              <a:gd name="connsiteY1-376" fmla="*/ 0 h 2935288"/>
              <a:gd name="connsiteX2-377" fmla="*/ 2701607 w 2705100"/>
              <a:gd name="connsiteY2-378" fmla="*/ 1850390 h 2935288"/>
              <a:gd name="connsiteX3-379" fmla="*/ 2578100 w 2705100"/>
              <a:gd name="connsiteY3-380" fmla="*/ 2848390 h 2935288"/>
              <a:gd name="connsiteX4-381" fmla="*/ 1685607 w 2705100"/>
              <a:gd name="connsiteY4-382" fmla="*/ 2932430 h 2935288"/>
              <a:gd name="connsiteX5-383" fmla="*/ 0 w 2705100"/>
              <a:gd name="connsiteY5-384" fmla="*/ 2935288 h 2935288"/>
              <a:gd name="connsiteX6-385" fmla="*/ 0 w 2705100"/>
              <a:gd name="connsiteY6-386" fmla="*/ 0 h 2935288"/>
              <a:gd name="connsiteX0-387" fmla="*/ 0 w 2705100"/>
              <a:gd name="connsiteY0-388" fmla="*/ 0 h 2938514"/>
              <a:gd name="connsiteX1-389" fmla="*/ 2705100 w 2705100"/>
              <a:gd name="connsiteY1-390" fmla="*/ 0 h 2938514"/>
              <a:gd name="connsiteX2-391" fmla="*/ 2701607 w 2705100"/>
              <a:gd name="connsiteY2-392" fmla="*/ 1850390 h 2938514"/>
              <a:gd name="connsiteX3-393" fmla="*/ 2578100 w 2705100"/>
              <a:gd name="connsiteY3-394" fmla="*/ 2848390 h 2938514"/>
              <a:gd name="connsiteX4-395" fmla="*/ 1761807 w 2705100"/>
              <a:gd name="connsiteY4-396" fmla="*/ 2938514 h 2938514"/>
              <a:gd name="connsiteX5-397" fmla="*/ 0 w 2705100"/>
              <a:gd name="connsiteY5-398" fmla="*/ 2935288 h 2938514"/>
              <a:gd name="connsiteX6-399" fmla="*/ 0 w 2705100"/>
              <a:gd name="connsiteY6-400" fmla="*/ 0 h 2938514"/>
              <a:gd name="connsiteX0-401" fmla="*/ 0 w 2708682"/>
              <a:gd name="connsiteY0-402" fmla="*/ 0 h 2938514"/>
              <a:gd name="connsiteX1-403" fmla="*/ 2705100 w 2708682"/>
              <a:gd name="connsiteY1-404" fmla="*/ 0 h 2938514"/>
              <a:gd name="connsiteX2-405" fmla="*/ 2701607 w 2708682"/>
              <a:gd name="connsiteY2-406" fmla="*/ 1850390 h 2938514"/>
              <a:gd name="connsiteX3-407" fmla="*/ 2649220 w 2708682"/>
              <a:gd name="connsiteY3-408" fmla="*/ 2659784 h 2938514"/>
              <a:gd name="connsiteX4-409" fmla="*/ 1761807 w 2708682"/>
              <a:gd name="connsiteY4-410" fmla="*/ 2938514 h 2938514"/>
              <a:gd name="connsiteX5-411" fmla="*/ 0 w 2708682"/>
              <a:gd name="connsiteY5-412" fmla="*/ 2935288 h 2938514"/>
              <a:gd name="connsiteX6-413" fmla="*/ 0 w 2708682"/>
              <a:gd name="connsiteY6-414" fmla="*/ 0 h 2938514"/>
              <a:gd name="connsiteX0-415" fmla="*/ 0 w 2708682"/>
              <a:gd name="connsiteY0-416" fmla="*/ 0 h 2938514"/>
              <a:gd name="connsiteX1-417" fmla="*/ 2705100 w 2708682"/>
              <a:gd name="connsiteY1-418" fmla="*/ 0 h 2938514"/>
              <a:gd name="connsiteX2-419" fmla="*/ 2701607 w 2708682"/>
              <a:gd name="connsiteY2-420" fmla="*/ 1850390 h 2938514"/>
              <a:gd name="connsiteX3-421" fmla="*/ 2649220 w 2708682"/>
              <a:gd name="connsiteY3-422" fmla="*/ 2659784 h 2938514"/>
              <a:gd name="connsiteX4-423" fmla="*/ 1761807 w 2708682"/>
              <a:gd name="connsiteY4-424" fmla="*/ 2938514 h 2938514"/>
              <a:gd name="connsiteX5-425" fmla="*/ 0 w 2708682"/>
              <a:gd name="connsiteY5-426" fmla="*/ 2935288 h 2938514"/>
              <a:gd name="connsiteX6-427" fmla="*/ 0 w 2708682"/>
              <a:gd name="connsiteY6-428" fmla="*/ 0 h 2938514"/>
              <a:gd name="connsiteX0-429" fmla="*/ 0 w 2705100"/>
              <a:gd name="connsiteY0-430" fmla="*/ 0 h 2938514"/>
              <a:gd name="connsiteX1-431" fmla="*/ 2705100 w 2705100"/>
              <a:gd name="connsiteY1-432" fmla="*/ 0 h 2938514"/>
              <a:gd name="connsiteX2-433" fmla="*/ 2701607 w 2705100"/>
              <a:gd name="connsiteY2-434" fmla="*/ 1850390 h 2938514"/>
              <a:gd name="connsiteX3-435" fmla="*/ 2649220 w 2705100"/>
              <a:gd name="connsiteY3-436" fmla="*/ 2659784 h 2938514"/>
              <a:gd name="connsiteX4-437" fmla="*/ 1761807 w 2705100"/>
              <a:gd name="connsiteY4-438" fmla="*/ 2938514 h 2938514"/>
              <a:gd name="connsiteX5-439" fmla="*/ 0 w 2705100"/>
              <a:gd name="connsiteY5-440" fmla="*/ 2935288 h 2938514"/>
              <a:gd name="connsiteX6-441" fmla="*/ 0 w 2705100"/>
              <a:gd name="connsiteY6-442" fmla="*/ 0 h 2938514"/>
              <a:gd name="connsiteX0-443" fmla="*/ 0 w 2727302"/>
              <a:gd name="connsiteY0-444" fmla="*/ 0 h 2938514"/>
              <a:gd name="connsiteX1-445" fmla="*/ 2705100 w 2727302"/>
              <a:gd name="connsiteY1-446" fmla="*/ 0 h 2938514"/>
              <a:gd name="connsiteX2-447" fmla="*/ 2701607 w 2727302"/>
              <a:gd name="connsiteY2-448" fmla="*/ 1850390 h 2938514"/>
              <a:gd name="connsiteX3-449" fmla="*/ 2649220 w 2727302"/>
              <a:gd name="connsiteY3-450" fmla="*/ 2659784 h 2938514"/>
              <a:gd name="connsiteX4-451" fmla="*/ 1761807 w 2727302"/>
              <a:gd name="connsiteY4-452" fmla="*/ 2938514 h 2938514"/>
              <a:gd name="connsiteX5-453" fmla="*/ 0 w 2727302"/>
              <a:gd name="connsiteY5-454" fmla="*/ 2935288 h 2938514"/>
              <a:gd name="connsiteX6-455" fmla="*/ 0 w 2727302"/>
              <a:gd name="connsiteY6-456" fmla="*/ 0 h 2938514"/>
              <a:gd name="connsiteX0-457" fmla="*/ 0 w 2710901"/>
              <a:gd name="connsiteY0-458" fmla="*/ 0 h 2938514"/>
              <a:gd name="connsiteX1-459" fmla="*/ 2705100 w 2710901"/>
              <a:gd name="connsiteY1-460" fmla="*/ 0 h 2938514"/>
              <a:gd name="connsiteX2-461" fmla="*/ 2701607 w 2710901"/>
              <a:gd name="connsiteY2-462" fmla="*/ 1850390 h 2938514"/>
              <a:gd name="connsiteX3-463" fmla="*/ 2649220 w 2710901"/>
              <a:gd name="connsiteY3-464" fmla="*/ 2659784 h 2938514"/>
              <a:gd name="connsiteX4-465" fmla="*/ 1761807 w 2710901"/>
              <a:gd name="connsiteY4-466" fmla="*/ 2938514 h 2938514"/>
              <a:gd name="connsiteX5-467" fmla="*/ 0 w 2710901"/>
              <a:gd name="connsiteY5-468" fmla="*/ 2935288 h 2938514"/>
              <a:gd name="connsiteX6-469" fmla="*/ 0 w 2710901"/>
              <a:gd name="connsiteY6-470" fmla="*/ 0 h 2938514"/>
              <a:gd name="connsiteX0-471" fmla="*/ 0 w 2705100"/>
              <a:gd name="connsiteY0-472" fmla="*/ 0 h 2938514"/>
              <a:gd name="connsiteX1-473" fmla="*/ 2705100 w 2705100"/>
              <a:gd name="connsiteY1-474" fmla="*/ 0 h 2938514"/>
              <a:gd name="connsiteX2-475" fmla="*/ 2701607 w 2705100"/>
              <a:gd name="connsiteY2-476" fmla="*/ 1850390 h 2938514"/>
              <a:gd name="connsiteX3-477" fmla="*/ 2649220 w 2705100"/>
              <a:gd name="connsiteY3-478" fmla="*/ 2659784 h 2938514"/>
              <a:gd name="connsiteX4-479" fmla="*/ 1761807 w 2705100"/>
              <a:gd name="connsiteY4-480" fmla="*/ 2938514 h 2938514"/>
              <a:gd name="connsiteX5-481" fmla="*/ 0 w 2705100"/>
              <a:gd name="connsiteY5-482" fmla="*/ 2935288 h 2938514"/>
              <a:gd name="connsiteX6-483" fmla="*/ 0 w 2705100"/>
              <a:gd name="connsiteY6-484" fmla="*/ 0 h 2938514"/>
              <a:gd name="connsiteX0-485" fmla="*/ 0 w 2705100"/>
              <a:gd name="connsiteY0-486" fmla="*/ 0 h 2938514"/>
              <a:gd name="connsiteX1-487" fmla="*/ 2705100 w 2705100"/>
              <a:gd name="connsiteY1-488" fmla="*/ 0 h 2938514"/>
              <a:gd name="connsiteX2-489" fmla="*/ 2701607 w 2705100"/>
              <a:gd name="connsiteY2-490" fmla="*/ 1850390 h 2938514"/>
              <a:gd name="connsiteX3-491" fmla="*/ 2619586 w 2705100"/>
              <a:gd name="connsiteY3-492" fmla="*/ 2751045 h 2938514"/>
              <a:gd name="connsiteX4-493" fmla="*/ 1761807 w 2705100"/>
              <a:gd name="connsiteY4-494" fmla="*/ 2938514 h 2938514"/>
              <a:gd name="connsiteX5-495" fmla="*/ 0 w 2705100"/>
              <a:gd name="connsiteY5-496" fmla="*/ 2935288 h 2938514"/>
              <a:gd name="connsiteX6-497" fmla="*/ 0 w 2705100"/>
              <a:gd name="connsiteY6-498" fmla="*/ 0 h 2938514"/>
              <a:gd name="connsiteX0-499" fmla="*/ 0 w 2705100"/>
              <a:gd name="connsiteY0-500" fmla="*/ 0 h 2938514"/>
              <a:gd name="connsiteX1-501" fmla="*/ 2705100 w 2705100"/>
              <a:gd name="connsiteY1-502" fmla="*/ 0 h 2938514"/>
              <a:gd name="connsiteX2-503" fmla="*/ 2701607 w 2705100"/>
              <a:gd name="connsiteY2-504" fmla="*/ 1850390 h 2938514"/>
              <a:gd name="connsiteX3-505" fmla="*/ 2619586 w 2705100"/>
              <a:gd name="connsiteY3-506" fmla="*/ 2751045 h 2938514"/>
              <a:gd name="connsiteX4-507" fmla="*/ 1761807 w 2705100"/>
              <a:gd name="connsiteY4-508" fmla="*/ 2938514 h 2938514"/>
              <a:gd name="connsiteX5-509" fmla="*/ 0 w 2705100"/>
              <a:gd name="connsiteY5-510" fmla="*/ 2935288 h 2938514"/>
              <a:gd name="connsiteX6-511" fmla="*/ 0 w 2705100"/>
              <a:gd name="connsiteY6-512" fmla="*/ 0 h 2938514"/>
              <a:gd name="connsiteX0-513" fmla="*/ 0 w 2705100"/>
              <a:gd name="connsiteY0-514" fmla="*/ 0 h 2938514"/>
              <a:gd name="connsiteX1-515" fmla="*/ 2705100 w 2705100"/>
              <a:gd name="connsiteY1-516" fmla="*/ 0 h 2938514"/>
              <a:gd name="connsiteX2-517" fmla="*/ 2701607 w 2705100"/>
              <a:gd name="connsiteY2-518" fmla="*/ 1850390 h 2938514"/>
              <a:gd name="connsiteX3-519" fmla="*/ 2619586 w 2705100"/>
              <a:gd name="connsiteY3-520" fmla="*/ 2751045 h 2938514"/>
              <a:gd name="connsiteX4-521" fmla="*/ 1761807 w 2705100"/>
              <a:gd name="connsiteY4-522" fmla="*/ 2938514 h 2938514"/>
              <a:gd name="connsiteX5-523" fmla="*/ 0 w 2705100"/>
              <a:gd name="connsiteY5-524" fmla="*/ 2935288 h 2938514"/>
              <a:gd name="connsiteX6-525" fmla="*/ 0 w 2705100"/>
              <a:gd name="connsiteY6-526" fmla="*/ 0 h 2938514"/>
              <a:gd name="connsiteX0-527" fmla="*/ 0 w 2705100"/>
              <a:gd name="connsiteY0-528" fmla="*/ 0 h 2938514"/>
              <a:gd name="connsiteX1-529" fmla="*/ 2705100 w 2705100"/>
              <a:gd name="connsiteY1-530" fmla="*/ 0 h 2938514"/>
              <a:gd name="connsiteX2-531" fmla="*/ 2701607 w 2705100"/>
              <a:gd name="connsiteY2-532" fmla="*/ 1850390 h 2938514"/>
              <a:gd name="connsiteX3-533" fmla="*/ 2619586 w 2705100"/>
              <a:gd name="connsiteY3-534" fmla="*/ 2751045 h 2938514"/>
              <a:gd name="connsiteX4-535" fmla="*/ 1761807 w 2705100"/>
              <a:gd name="connsiteY4-536" fmla="*/ 2938514 h 2938514"/>
              <a:gd name="connsiteX5-537" fmla="*/ 0 w 2705100"/>
              <a:gd name="connsiteY5-538" fmla="*/ 2935288 h 2938514"/>
              <a:gd name="connsiteX6-539" fmla="*/ 0 w 2705100"/>
              <a:gd name="connsiteY6-540" fmla="*/ 0 h 2938514"/>
              <a:gd name="connsiteX0-541" fmla="*/ 0 w 2705100"/>
              <a:gd name="connsiteY0-542" fmla="*/ 0 h 2938514"/>
              <a:gd name="connsiteX1-543" fmla="*/ 2705100 w 2705100"/>
              <a:gd name="connsiteY1-544" fmla="*/ 0 h 2938514"/>
              <a:gd name="connsiteX2-545" fmla="*/ 2701607 w 2705100"/>
              <a:gd name="connsiteY2-546" fmla="*/ 1850390 h 2938514"/>
              <a:gd name="connsiteX3-547" fmla="*/ 2619586 w 2705100"/>
              <a:gd name="connsiteY3-548" fmla="*/ 2751045 h 2938514"/>
              <a:gd name="connsiteX4-549" fmla="*/ 1761807 w 2705100"/>
              <a:gd name="connsiteY4-550" fmla="*/ 2938514 h 2938514"/>
              <a:gd name="connsiteX5-551" fmla="*/ 0 w 2705100"/>
              <a:gd name="connsiteY5-552" fmla="*/ 2935288 h 2938514"/>
              <a:gd name="connsiteX6-553" fmla="*/ 0 w 2705100"/>
              <a:gd name="connsiteY6-554" fmla="*/ 0 h 2938514"/>
              <a:gd name="connsiteX0-555" fmla="*/ 0 w 2705100"/>
              <a:gd name="connsiteY0-556" fmla="*/ 0 h 2938514"/>
              <a:gd name="connsiteX1-557" fmla="*/ 2705100 w 2705100"/>
              <a:gd name="connsiteY1-558" fmla="*/ 0 h 2938514"/>
              <a:gd name="connsiteX2-559" fmla="*/ 2701607 w 2705100"/>
              <a:gd name="connsiteY2-560" fmla="*/ 1850390 h 2938514"/>
              <a:gd name="connsiteX3-561" fmla="*/ 2619586 w 2705100"/>
              <a:gd name="connsiteY3-562" fmla="*/ 2751045 h 2938514"/>
              <a:gd name="connsiteX4-563" fmla="*/ 1761807 w 2705100"/>
              <a:gd name="connsiteY4-564" fmla="*/ 2938514 h 2938514"/>
              <a:gd name="connsiteX5-565" fmla="*/ 0 w 2705100"/>
              <a:gd name="connsiteY5-566" fmla="*/ 2935288 h 2938514"/>
              <a:gd name="connsiteX6-567" fmla="*/ 0 w 2705100"/>
              <a:gd name="connsiteY6-568" fmla="*/ 0 h 2938514"/>
              <a:gd name="connsiteX0-569" fmla="*/ 0 w 2705100"/>
              <a:gd name="connsiteY0-570" fmla="*/ 0 h 2938514"/>
              <a:gd name="connsiteX1-571" fmla="*/ 2705100 w 2705100"/>
              <a:gd name="connsiteY1-572" fmla="*/ 0 h 2938514"/>
              <a:gd name="connsiteX2-573" fmla="*/ 2701607 w 2705100"/>
              <a:gd name="connsiteY2-574" fmla="*/ 1850390 h 2938514"/>
              <a:gd name="connsiteX3-575" fmla="*/ 2619586 w 2705100"/>
              <a:gd name="connsiteY3-576" fmla="*/ 2751045 h 2938514"/>
              <a:gd name="connsiteX4-577" fmla="*/ 1761807 w 2705100"/>
              <a:gd name="connsiteY4-578" fmla="*/ 2938514 h 2938514"/>
              <a:gd name="connsiteX5-579" fmla="*/ 0 w 2705100"/>
              <a:gd name="connsiteY5-580" fmla="*/ 2935288 h 2938514"/>
              <a:gd name="connsiteX6-581" fmla="*/ 0 w 2705100"/>
              <a:gd name="connsiteY6-582" fmla="*/ 0 h 2938514"/>
              <a:gd name="connsiteX0-583" fmla="*/ 0 w 2705100"/>
              <a:gd name="connsiteY0-584" fmla="*/ 0 h 2938514"/>
              <a:gd name="connsiteX1-585" fmla="*/ 2705100 w 2705100"/>
              <a:gd name="connsiteY1-586" fmla="*/ 0 h 2938514"/>
              <a:gd name="connsiteX2-587" fmla="*/ 2701607 w 2705100"/>
              <a:gd name="connsiteY2-588" fmla="*/ 1850390 h 2938514"/>
              <a:gd name="connsiteX3-589" fmla="*/ 2563706 w 2705100"/>
              <a:gd name="connsiteY3-590" fmla="*/ 2842306 h 2938514"/>
              <a:gd name="connsiteX4-591" fmla="*/ 1761807 w 2705100"/>
              <a:gd name="connsiteY4-592" fmla="*/ 2938514 h 2938514"/>
              <a:gd name="connsiteX5-593" fmla="*/ 0 w 2705100"/>
              <a:gd name="connsiteY5-594" fmla="*/ 2935288 h 2938514"/>
              <a:gd name="connsiteX6-595" fmla="*/ 0 w 2705100"/>
              <a:gd name="connsiteY6-596" fmla="*/ 0 h 2938514"/>
              <a:gd name="connsiteX0-597" fmla="*/ 0 w 2705100"/>
              <a:gd name="connsiteY0-598" fmla="*/ 0 h 2938514"/>
              <a:gd name="connsiteX1-599" fmla="*/ 2705100 w 2705100"/>
              <a:gd name="connsiteY1-600" fmla="*/ 0 h 2938514"/>
              <a:gd name="connsiteX2-601" fmla="*/ 2701607 w 2705100"/>
              <a:gd name="connsiteY2-602" fmla="*/ 1850390 h 2938514"/>
              <a:gd name="connsiteX3-603" fmla="*/ 2622973 w 2705100"/>
              <a:gd name="connsiteY3-604" fmla="*/ 2903146 h 2938514"/>
              <a:gd name="connsiteX4-605" fmla="*/ 1761807 w 2705100"/>
              <a:gd name="connsiteY4-606" fmla="*/ 2938514 h 2938514"/>
              <a:gd name="connsiteX5-607" fmla="*/ 0 w 2705100"/>
              <a:gd name="connsiteY5-608" fmla="*/ 2935288 h 2938514"/>
              <a:gd name="connsiteX6-609" fmla="*/ 0 w 2705100"/>
              <a:gd name="connsiteY6-610" fmla="*/ 0 h 2938514"/>
              <a:gd name="connsiteX0-611" fmla="*/ 0 w 2945284"/>
              <a:gd name="connsiteY0-612" fmla="*/ 0 h 2938514"/>
              <a:gd name="connsiteX1-613" fmla="*/ 2705100 w 2945284"/>
              <a:gd name="connsiteY1-614" fmla="*/ 0 h 2938514"/>
              <a:gd name="connsiteX2-615" fmla="*/ 2701607 w 2945284"/>
              <a:gd name="connsiteY2-616" fmla="*/ 1850390 h 2938514"/>
              <a:gd name="connsiteX3-617" fmla="*/ 2936240 w 2945284"/>
              <a:gd name="connsiteY3-618" fmla="*/ 2882865 h 2938514"/>
              <a:gd name="connsiteX4-619" fmla="*/ 1761807 w 2945284"/>
              <a:gd name="connsiteY4-620" fmla="*/ 2938514 h 2938514"/>
              <a:gd name="connsiteX5-621" fmla="*/ 0 w 2945284"/>
              <a:gd name="connsiteY5-622" fmla="*/ 2935288 h 2938514"/>
              <a:gd name="connsiteX6-623" fmla="*/ 0 w 2945284"/>
              <a:gd name="connsiteY6-624" fmla="*/ 0 h 2938514"/>
              <a:gd name="connsiteX0-625" fmla="*/ 0 w 2705100"/>
              <a:gd name="connsiteY0-626" fmla="*/ 0 h 2938514"/>
              <a:gd name="connsiteX1-627" fmla="*/ 2705100 w 2705100"/>
              <a:gd name="connsiteY1-628" fmla="*/ 0 h 2938514"/>
              <a:gd name="connsiteX2-629" fmla="*/ 2701607 w 2705100"/>
              <a:gd name="connsiteY2-630" fmla="*/ 1850390 h 2938514"/>
              <a:gd name="connsiteX3-631" fmla="*/ 2559474 w 2705100"/>
              <a:gd name="connsiteY3-632" fmla="*/ 2913286 h 2938514"/>
              <a:gd name="connsiteX4-633" fmla="*/ 1761807 w 2705100"/>
              <a:gd name="connsiteY4-634" fmla="*/ 2938514 h 2938514"/>
              <a:gd name="connsiteX5-635" fmla="*/ 0 w 2705100"/>
              <a:gd name="connsiteY5-636" fmla="*/ 2935288 h 2938514"/>
              <a:gd name="connsiteX6-637" fmla="*/ 0 w 2705100"/>
              <a:gd name="connsiteY6-638" fmla="*/ 0 h 2938514"/>
              <a:gd name="connsiteX0-639" fmla="*/ 0 w 2705100"/>
              <a:gd name="connsiteY0-640" fmla="*/ 0 h 2938514"/>
              <a:gd name="connsiteX1-641" fmla="*/ 2705100 w 2705100"/>
              <a:gd name="connsiteY1-642" fmla="*/ 0 h 2938514"/>
              <a:gd name="connsiteX2-643" fmla="*/ 2701607 w 2705100"/>
              <a:gd name="connsiteY2-644" fmla="*/ 1850390 h 2938514"/>
              <a:gd name="connsiteX3-645" fmla="*/ 2559474 w 2705100"/>
              <a:gd name="connsiteY3-646" fmla="*/ 2913286 h 2938514"/>
              <a:gd name="connsiteX4-647" fmla="*/ 1761807 w 2705100"/>
              <a:gd name="connsiteY4-648" fmla="*/ 2938514 h 2938514"/>
              <a:gd name="connsiteX5-649" fmla="*/ 0 w 2705100"/>
              <a:gd name="connsiteY5-650" fmla="*/ 2935288 h 2938514"/>
              <a:gd name="connsiteX6-651" fmla="*/ 0 w 2705100"/>
              <a:gd name="connsiteY6-652" fmla="*/ 0 h 2938514"/>
              <a:gd name="connsiteX0-653" fmla="*/ 0 w 2705100"/>
              <a:gd name="connsiteY0-654" fmla="*/ 0 h 2993379"/>
              <a:gd name="connsiteX1-655" fmla="*/ 2705100 w 2705100"/>
              <a:gd name="connsiteY1-656" fmla="*/ 0 h 2993379"/>
              <a:gd name="connsiteX2-657" fmla="*/ 2701607 w 2705100"/>
              <a:gd name="connsiteY2-658" fmla="*/ 1850390 h 2993379"/>
              <a:gd name="connsiteX3-659" fmla="*/ 2559474 w 2705100"/>
              <a:gd name="connsiteY3-660" fmla="*/ 2913286 h 2993379"/>
              <a:gd name="connsiteX4-661" fmla="*/ 1761807 w 2705100"/>
              <a:gd name="connsiteY4-662" fmla="*/ 2938514 h 2993379"/>
              <a:gd name="connsiteX5-663" fmla="*/ 0 w 2705100"/>
              <a:gd name="connsiteY5-664" fmla="*/ 2935288 h 2993379"/>
              <a:gd name="connsiteX6-665" fmla="*/ 0 w 2705100"/>
              <a:gd name="connsiteY6-666" fmla="*/ 0 h 2993379"/>
              <a:gd name="connsiteX0-667" fmla="*/ 0 w 2713157"/>
              <a:gd name="connsiteY0-668" fmla="*/ 0 h 2991726"/>
              <a:gd name="connsiteX1-669" fmla="*/ 2705100 w 2713157"/>
              <a:gd name="connsiteY1-670" fmla="*/ 0 h 2991726"/>
              <a:gd name="connsiteX2-671" fmla="*/ 2701607 w 2713157"/>
              <a:gd name="connsiteY2-672" fmla="*/ 1850390 h 2991726"/>
              <a:gd name="connsiteX3-673" fmla="*/ 2559474 w 2713157"/>
              <a:gd name="connsiteY3-674" fmla="*/ 2913286 h 2991726"/>
              <a:gd name="connsiteX4-675" fmla="*/ 1363874 w 2713157"/>
              <a:gd name="connsiteY4-676" fmla="*/ 2925838 h 2991726"/>
              <a:gd name="connsiteX5-677" fmla="*/ 0 w 2713157"/>
              <a:gd name="connsiteY5-678" fmla="*/ 2935288 h 2991726"/>
              <a:gd name="connsiteX6-679" fmla="*/ 0 w 2713157"/>
              <a:gd name="connsiteY6-680" fmla="*/ 0 h 2991726"/>
              <a:gd name="connsiteX0-681" fmla="*/ 0 w 2713157"/>
              <a:gd name="connsiteY0-682" fmla="*/ 0 h 2996930"/>
              <a:gd name="connsiteX1-683" fmla="*/ 2705100 w 2713157"/>
              <a:gd name="connsiteY1-684" fmla="*/ 0 h 2996930"/>
              <a:gd name="connsiteX2-685" fmla="*/ 2701607 w 2713157"/>
              <a:gd name="connsiteY2-686" fmla="*/ 1850390 h 2996930"/>
              <a:gd name="connsiteX3-687" fmla="*/ 2559474 w 2713157"/>
              <a:gd name="connsiteY3-688" fmla="*/ 2913286 h 2996930"/>
              <a:gd name="connsiteX4-689" fmla="*/ 1363874 w 2713157"/>
              <a:gd name="connsiteY4-690" fmla="*/ 2941049 h 2996930"/>
              <a:gd name="connsiteX5-691" fmla="*/ 0 w 2713157"/>
              <a:gd name="connsiteY5-692" fmla="*/ 2935288 h 2996930"/>
              <a:gd name="connsiteX6-693" fmla="*/ 0 w 2713157"/>
              <a:gd name="connsiteY6-694" fmla="*/ 0 h 2996930"/>
              <a:gd name="connsiteX0-695" fmla="*/ 0 w 2713157"/>
              <a:gd name="connsiteY0-696" fmla="*/ 0 h 3000041"/>
              <a:gd name="connsiteX1-697" fmla="*/ 2705100 w 2713157"/>
              <a:gd name="connsiteY1-698" fmla="*/ 0 h 3000041"/>
              <a:gd name="connsiteX2-699" fmla="*/ 2701607 w 2713157"/>
              <a:gd name="connsiteY2-700" fmla="*/ 1850390 h 3000041"/>
              <a:gd name="connsiteX3-701" fmla="*/ 2559474 w 2713157"/>
              <a:gd name="connsiteY3-702" fmla="*/ 2913286 h 3000041"/>
              <a:gd name="connsiteX4-703" fmla="*/ 1363874 w 2713157"/>
              <a:gd name="connsiteY4-704" fmla="*/ 2941049 h 3000041"/>
              <a:gd name="connsiteX5-705" fmla="*/ 0 w 2713157"/>
              <a:gd name="connsiteY5-706" fmla="*/ 2935288 h 3000041"/>
              <a:gd name="connsiteX6-707" fmla="*/ 0 w 2713157"/>
              <a:gd name="connsiteY6-708" fmla="*/ 0 h 3000041"/>
              <a:gd name="connsiteX0-709" fmla="*/ 0 w 2733016"/>
              <a:gd name="connsiteY0-710" fmla="*/ 0 h 2944080"/>
              <a:gd name="connsiteX1-711" fmla="*/ 2705100 w 2733016"/>
              <a:gd name="connsiteY1-712" fmla="*/ 0 h 2944080"/>
              <a:gd name="connsiteX2-713" fmla="*/ 2701607 w 2733016"/>
              <a:gd name="connsiteY2-714" fmla="*/ 1850390 h 2944080"/>
              <a:gd name="connsiteX3-715" fmla="*/ 2559474 w 2733016"/>
              <a:gd name="connsiteY3-716" fmla="*/ 2913286 h 2944080"/>
              <a:gd name="connsiteX4-717" fmla="*/ 1363874 w 2733016"/>
              <a:gd name="connsiteY4-718" fmla="*/ 2941049 h 2944080"/>
              <a:gd name="connsiteX5-719" fmla="*/ 0 w 2733016"/>
              <a:gd name="connsiteY5-720" fmla="*/ 2935288 h 2944080"/>
              <a:gd name="connsiteX6-721" fmla="*/ 0 w 2733016"/>
              <a:gd name="connsiteY6-722" fmla="*/ 0 h 2944080"/>
              <a:gd name="connsiteX0-723" fmla="*/ 0 w 2705100"/>
              <a:gd name="connsiteY0-724" fmla="*/ 0 h 2945647"/>
              <a:gd name="connsiteX1-725" fmla="*/ 2705100 w 2705100"/>
              <a:gd name="connsiteY1-726" fmla="*/ 0 h 2945647"/>
              <a:gd name="connsiteX2-727" fmla="*/ 2701607 w 2705100"/>
              <a:gd name="connsiteY2-728" fmla="*/ 1850390 h 2945647"/>
              <a:gd name="connsiteX3-729" fmla="*/ 2559474 w 2705100"/>
              <a:gd name="connsiteY3-730" fmla="*/ 2913286 h 2945647"/>
              <a:gd name="connsiteX4-731" fmla="*/ 1363874 w 2705100"/>
              <a:gd name="connsiteY4-732" fmla="*/ 2941049 h 2945647"/>
              <a:gd name="connsiteX5-733" fmla="*/ 0 w 2705100"/>
              <a:gd name="connsiteY5-734" fmla="*/ 2935288 h 2945647"/>
              <a:gd name="connsiteX6-735" fmla="*/ 0 w 2705100"/>
              <a:gd name="connsiteY6-736" fmla="*/ 0 h 2945647"/>
              <a:gd name="connsiteX0-737" fmla="*/ 0 w 2705100"/>
              <a:gd name="connsiteY0-738" fmla="*/ 0 h 2956500"/>
              <a:gd name="connsiteX1-739" fmla="*/ 2705100 w 2705100"/>
              <a:gd name="connsiteY1-740" fmla="*/ 0 h 2956500"/>
              <a:gd name="connsiteX2-741" fmla="*/ 2701607 w 2705100"/>
              <a:gd name="connsiteY2-742" fmla="*/ 1850390 h 2956500"/>
              <a:gd name="connsiteX3-743" fmla="*/ 2559474 w 2705100"/>
              <a:gd name="connsiteY3-744" fmla="*/ 2913286 h 2956500"/>
              <a:gd name="connsiteX4-745" fmla="*/ 1363874 w 2705100"/>
              <a:gd name="connsiteY4-746" fmla="*/ 2941049 h 2956500"/>
              <a:gd name="connsiteX5-747" fmla="*/ 0 w 2705100"/>
              <a:gd name="connsiteY5-748" fmla="*/ 2935288 h 2956500"/>
              <a:gd name="connsiteX6-749" fmla="*/ 0 w 2705100"/>
              <a:gd name="connsiteY6-750" fmla="*/ 0 h 2956500"/>
              <a:gd name="connsiteX0-751" fmla="*/ 0 w 2705100"/>
              <a:gd name="connsiteY0-752" fmla="*/ 0 h 2971720"/>
              <a:gd name="connsiteX1-753" fmla="*/ 2705100 w 2705100"/>
              <a:gd name="connsiteY1-754" fmla="*/ 0 h 2971720"/>
              <a:gd name="connsiteX2-755" fmla="*/ 2701607 w 2705100"/>
              <a:gd name="connsiteY2-756" fmla="*/ 1850390 h 2971720"/>
              <a:gd name="connsiteX3-757" fmla="*/ 2559474 w 2705100"/>
              <a:gd name="connsiteY3-758" fmla="*/ 2913286 h 2971720"/>
              <a:gd name="connsiteX4-759" fmla="*/ 1363874 w 2705100"/>
              <a:gd name="connsiteY4-760" fmla="*/ 2941049 h 2971720"/>
              <a:gd name="connsiteX5-761" fmla="*/ 0 w 2705100"/>
              <a:gd name="connsiteY5-762" fmla="*/ 2935288 h 2971720"/>
              <a:gd name="connsiteX6-763" fmla="*/ 0 w 2705100"/>
              <a:gd name="connsiteY6-764" fmla="*/ 0 h 2971720"/>
              <a:gd name="connsiteX0-765" fmla="*/ 0 w 2705100"/>
              <a:gd name="connsiteY0-766" fmla="*/ 0 h 2958904"/>
              <a:gd name="connsiteX1-767" fmla="*/ 2705100 w 2705100"/>
              <a:gd name="connsiteY1-768" fmla="*/ 0 h 2958904"/>
              <a:gd name="connsiteX2-769" fmla="*/ 2701607 w 2705100"/>
              <a:gd name="connsiteY2-770" fmla="*/ 1850390 h 2958904"/>
              <a:gd name="connsiteX3-771" fmla="*/ 2559474 w 2705100"/>
              <a:gd name="connsiteY3-772" fmla="*/ 2893005 h 2958904"/>
              <a:gd name="connsiteX4-773" fmla="*/ 1363874 w 2705100"/>
              <a:gd name="connsiteY4-774" fmla="*/ 2941049 h 2958904"/>
              <a:gd name="connsiteX5-775" fmla="*/ 0 w 2705100"/>
              <a:gd name="connsiteY5-776" fmla="*/ 2935288 h 2958904"/>
              <a:gd name="connsiteX6-777" fmla="*/ 0 w 2705100"/>
              <a:gd name="connsiteY6-778" fmla="*/ 0 h 2958904"/>
              <a:gd name="connsiteX0-779" fmla="*/ 0 w 2705100"/>
              <a:gd name="connsiteY0-780" fmla="*/ 0 h 2945006"/>
              <a:gd name="connsiteX1-781" fmla="*/ 2705100 w 2705100"/>
              <a:gd name="connsiteY1-782" fmla="*/ 0 h 2945006"/>
              <a:gd name="connsiteX2-783" fmla="*/ 2701607 w 2705100"/>
              <a:gd name="connsiteY2-784" fmla="*/ 1850390 h 2945006"/>
              <a:gd name="connsiteX3-785" fmla="*/ 2559474 w 2705100"/>
              <a:gd name="connsiteY3-786" fmla="*/ 2893005 h 2945006"/>
              <a:gd name="connsiteX4-787" fmla="*/ 1363874 w 2705100"/>
              <a:gd name="connsiteY4-788" fmla="*/ 2941049 h 2945006"/>
              <a:gd name="connsiteX5-789" fmla="*/ 0 w 2705100"/>
              <a:gd name="connsiteY5-790" fmla="*/ 2935288 h 2945006"/>
              <a:gd name="connsiteX6-791" fmla="*/ 0 w 2705100"/>
              <a:gd name="connsiteY6-792" fmla="*/ 0 h 2945006"/>
              <a:gd name="connsiteX0-793" fmla="*/ 0 w 2705100"/>
              <a:gd name="connsiteY0-794" fmla="*/ 0 h 2959565"/>
              <a:gd name="connsiteX1-795" fmla="*/ 2705100 w 2705100"/>
              <a:gd name="connsiteY1-796" fmla="*/ 0 h 2959565"/>
              <a:gd name="connsiteX2-797" fmla="*/ 2701607 w 2705100"/>
              <a:gd name="connsiteY2-798" fmla="*/ 1850390 h 2959565"/>
              <a:gd name="connsiteX3-799" fmla="*/ 2559474 w 2705100"/>
              <a:gd name="connsiteY3-800" fmla="*/ 2893005 h 2959565"/>
              <a:gd name="connsiteX4-801" fmla="*/ 1363874 w 2705100"/>
              <a:gd name="connsiteY4-802" fmla="*/ 2941049 h 2959565"/>
              <a:gd name="connsiteX5-803" fmla="*/ 0 w 2705100"/>
              <a:gd name="connsiteY5-804" fmla="*/ 2935288 h 2959565"/>
              <a:gd name="connsiteX6-805" fmla="*/ 0 w 2705100"/>
              <a:gd name="connsiteY6-806" fmla="*/ 0 h 2959565"/>
              <a:gd name="connsiteX0-807" fmla="*/ 0 w 2705100"/>
              <a:gd name="connsiteY0-808" fmla="*/ 0 h 2947656"/>
              <a:gd name="connsiteX1-809" fmla="*/ 2705100 w 2705100"/>
              <a:gd name="connsiteY1-810" fmla="*/ 0 h 2947656"/>
              <a:gd name="connsiteX2-811" fmla="*/ 2701607 w 2705100"/>
              <a:gd name="connsiteY2-812" fmla="*/ 1850390 h 2947656"/>
              <a:gd name="connsiteX3-813" fmla="*/ 2562649 w 2705100"/>
              <a:gd name="connsiteY3-814" fmla="*/ 2870191 h 2947656"/>
              <a:gd name="connsiteX4-815" fmla="*/ 1363874 w 2705100"/>
              <a:gd name="connsiteY4-816" fmla="*/ 2941049 h 2947656"/>
              <a:gd name="connsiteX5-817" fmla="*/ 0 w 2705100"/>
              <a:gd name="connsiteY5-818" fmla="*/ 2935288 h 2947656"/>
              <a:gd name="connsiteX6-819" fmla="*/ 0 w 2705100"/>
              <a:gd name="connsiteY6-820" fmla="*/ 0 h 2947656"/>
              <a:gd name="connsiteX0-821" fmla="*/ 0 w 2705100"/>
              <a:gd name="connsiteY0-822" fmla="*/ 0 h 2964180"/>
              <a:gd name="connsiteX1-823" fmla="*/ 2705100 w 2705100"/>
              <a:gd name="connsiteY1-824" fmla="*/ 0 h 2964180"/>
              <a:gd name="connsiteX2-825" fmla="*/ 2701607 w 2705100"/>
              <a:gd name="connsiteY2-826" fmla="*/ 1850390 h 2964180"/>
              <a:gd name="connsiteX3-827" fmla="*/ 2562649 w 2705100"/>
              <a:gd name="connsiteY3-828" fmla="*/ 2900611 h 2964180"/>
              <a:gd name="connsiteX4-829" fmla="*/ 1363874 w 2705100"/>
              <a:gd name="connsiteY4-830" fmla="*/ 2941049 h 2964180"/>
              <a:gd name="connsiteX5-831" fmla="*/ 0 w 2705100"/>
              <a:gd name="connsiteY5-832" fmla="*/ 2935288 h 2964180"/>
              <a:gd name="connsiteX6-833" fmla="*/ 0 w 2705100"/>
              <a:gd name="connsiteY6-834" fmla="*/ 0 h 2964180"/>
              <a:gd name="connsiteX0-835" fmla="*/ 0 w 2705100"/>
              <a:gd name="connsiteY0-836" fmla="*/ 0 h 2951504"/>
              <a:gd name="connsiteX1-837" fmla="*/ 2705100 w 2705100"/>
              <a:gd name="connsiteY1-838" fmla="*/ 0 h 2951504"/>
              <a:gd name="connsiteX2-839" fmla="*/ 2701607 w 2705100"/>
              <a:gd name="connsiteY2-840" fmla="*/ 1850390 h 2951504"/>
              <a:gd name="connsiteX3-841" fmla="*/ 2562649 w 2705100"/>
              <a:gd name="connsiteY3-842" fmla="*/ 2900611 h 2951504"/>
              <a:gd name="connsiteX4-843" fmla="*/ 1363874 w 2705100"/>
              <a:gd name="connsiteY4-844" fmla="*/ 2941049 h 2951504"/>
              <a:gd name="connsiteX5-845" fmla="*/ 0 w 2705100"/>
              <a:gd name="connsiteY5-846" fmla="*/ 2935288 h 2951504"/>
              <a:gd name="connsiteX6-847" fmla="*/ 0 w 2705100"/>
              <a:gd name="connsiteY6-848" fmla="*/ 0 h 2951504"/>
              <a:gd name="connsiteX0-849" fmla="*/ 0 w 2705100"/>
              <a:gd name="connsiteY0-850" fmla="*/ 0 h 2948449"/>
              <a:gd name="connsiteX1-851" fmla="*/ 2705100 w 2705100"/>
              <a:gd name="connsiteY1-852" fmla="*/ 0 h 2948449"/>
              <a:gd name="connsiteX2-853" fmla="*/ 2701607 w 2705100"/>
              <a:gd name="connsiteY2-854" fmla="*/ 1850390 h 2948449"/>
              <a:gd name="connsiteX3-855" fmla="*/ 2562649 w 2705100"/>
              <a:gd name="connsiteY3-856" fmla="*/ 2900611 h 2948449"/>
              <a:gd name="connsiteX4-857" fmla="*/ 1363874 w 2705100"/>
              <a:gd name="connsiteY4-858" fmla="*/ 2941049 h 2948449"/>
              <a:gd name="connsiteX5-859" fmla="*/ 0 w 2705100"/>
              <a:gd name="connsiteY5-860" fmla="*/ 2935288 h 2948449"/>
              <a:gd name="connsiteX6-861" fmla="*/ 0 w 2705100"/>
              <a:gd name="connsiteY6-862" fmla="*/ 0 h 2948449"/>
              <a:gd name="connsiteX0-863" fmla="*/ 0 w 2705100"/>
              <a:gd name="connsiteY0-864" fmla="*/ 0 h 2950552"/>
              <a:gd name="connsiteX1-865" fmla="*/ 2705100 w 2705100"/>
              <a:gd name="connsiteY1-866" fmla="*/ 0 h 2950552"/>
              <a:gd name="connsiteX2-867" fmla="*/ 2701607 w 2705100"/>
              <a:gd name="connsiteY2-868" fmla="*/ 1850390 h 2950552"/>
              <a:gd name="connsiteX3-869" fmla="*/ 2562649 w 2705100"/>
              <a:gd name="connsiteY3-870" fmla="*/ 2904414 h 2950552"/>
              <a:gd name="connsiteX4-871" fmla="*/ 1363874 w 2705100"/>
              <a:gd name="connsiteY4-872" fmla="*/ 2941049 h 2950552"/>
              <a:gd name="connsiteX5-873" fmla="*/ 0 w 2705100"/>
              <a:gd name="connsiteY5-874" fmla="*/ 2935288 h 2950552"/>
              <a:gd name="connsiteX6-875" fmla="*/ 0 w 2705100"/>
              <a:gd name="connsiteY6-876" fmla="*/ 0 h 2950552"/>
              <a:gd name="connsiteX0-877" fmla="*/ 0 w 2705100"/>
              <a:gd name="connsiteY0-878" fmla="*/ 0 h 2941049"/>
              <a:gd name="connsiteX1-879" fmla="*/ 2705100 w 2705100"/>
              <a:gd name="connsiteY1-880" fmla="*/ 0 h 2941049"/>
              <a:gd name="connsiteX2-881" fmla="*/ 2701607 w 2705100"/>
              <a:gd name="connsiteY2-882" fmla="*/ 1850390 h 2941049"/>
              <a:gd name="connsiteX3-883" fmla="*/ 2534074 w 2705100"/>
              <a:gd name="connsiteY3-884" fmla="*/ 2873994 h 2941049"/>
              <a:gd name="connsiteX4-885" fmla="*/ 1363874 w 2705100"/>
              <a:gd name="connsiteY4-886" fmla="*/ 2941049 h 2941049"/>
              <a:gd name="connsiteX5-887" fmla="*/ 0 w 2705100"/>
              <a:gd name="connsiteY5-888" fmla="*/ 2935288 h 2941049"/>
              <a:gd name="connsiteX6-889" fmla="*/ 0 w 2705100"/>
              <a:gd name="connsiteY6-890" fmla="*/ 0 h 2941049"/>
              <a:gd name="connsiteX0-891" fmla="*/ 0 w 2705100"/>
              <a:gd name="connsiteY0-892" fmla="*/ 0 h 2948449"/>
              <a:gd name="connsiteX1-893" fmla="*/ 2705100 w 2705100"/>
              <a:gd name="connsiteY1-894" fmla="*/ 0 h 2948449"/>
              <a:gd name="connsiteX2-895" fmla="*/ 2701607 w 2705100"/>
              <a:gd name="connsiteY2-896" fmla="*/ 1850390 h 2948449"/>
              <a:gd name="connsiteX3-897" fmla="*/ 2549949 w 2705100"/>
              <a:gd name="connsiteY3-898" fmla="*/ 2900612 h 2948449"/>
              <a:gd name="connsiteX4-899" fmla="*/ 1363874 w 2705100"/>
              <a:gd name="connsiteY4-900" fmla="*/ 2941049 h 2948449"/>
              <a:gd name="connsiteX5-901" fmla="*/ 0 w 2705100"/>
              <a:gd name="connsiteY5-902" fmla="*/ 2935288 h 2948449"/>
              <a:gd name="connsiteX6-903" fmla="*/ 0 w 2705100"/>
              <a:gd name="connsiteY6-904" fmla="*/ 0 h 2948449"/>
              <a:gd name="connsiteX0-905" fmla="*/ 0 w 2705100"/>
              <a:gd name="connsiteY0-906" fmla="*/ 0 h 2941049"/>
              <a:gd name="connsiteX1-907" fmla="*/ 2705100 w 2705100"/>
              <a:gd name="connsiteY1-908" fmla="*/ 0 h 2941049"/>
              <a:gd name="connsiteX2-909" fmla="*/ 2701607 w 2705100"/>
              <a:gd name="connsiteY2-910" fmla="*/ 1850390 h 2941049"/>
              <a:gd name="connsiteX3-911" fmla="*/ 2549949 w 2705100"/>
              <a:gd name="connsiteY3-912" fmla="*/ 2900612 h 2941049"/>
              <a:gd name="connsiteX4-913" fmla="*/ 1363874 w 2705100"/>
              <a:gd name="connsiteY4-914" fmla="*/ 2941049 h 2941049"/>
              <a:gd name="connsiteX5-915" fmla="*/ 0 w 2705100"/>
              <a:gd name="connsiteY5-916" fmla="*/ 2935288 h 2941049"/>
              <a:gd name="connsiteX6-917" fmla="*/ 0 w 2705100"/>
              <a:gd name="connsiteY6-918" fmla="*/ 0 h 2941049"/>
              <a:gd name="connsiteX0-919" fmla="*/ 0 w 2705100"/>
              <a:gd name="connsiteY0-920" fmla="*/ 0 h 2947809"/>
              <a:gd name="connsiteX1-921" fmla="*/ 2705100 w 2705100"/>
              <a:gd name="connsiteY1-922" fmla="*/ 0 h 2947809"/>
              <a:gd name="connsiteX2-923" fmla="*/ 2701607 w 2705100"/>
              <a:gd name="connsiteY2-924" fmla="*/ 1850390 h 2947809"/>
              <a:gd name="connsiteX3-925" fmla="*/ 2543599 w 2705100"/>
              <a:gd name="connsiteY3-926" fmla="*/ 2915822 h 2947809"/>
              <a:gd name="connsiteX4-927" fmla="*/ 1363874 w 2705100"/>
              <a:gd name="connsiteY4-928" fmla="*/ 2941049 h 2947809"/>
              <a:gd name="connsiteX5-929" fmla="*/ 0 w 2705100"/>
              <a:gd name="connsiteY5-930" fmla="*/ 2935288 h 2947809"/>
              <a:gd name="connsiteX6-931" fmla="*/ 0 w 2705100"/>
              <a:gd name="connsiteY6-932" fmla="*/ 0 h 2947809"/>
              <a:gd name="connsiteX0-933" fmla="*/ 0 w 2705100"/>
              <a:gd name="connsiteY0-934" fmla="*/ 0 h 2955787"/>
              <a:gd name="connsiteX1-935" fmla="*/ 2705100 w 2705100"/>
              <a:gd name="connsiteY1-936" fmla="*/ 0 h 2955787"/>
              <a:gd name="connsiteX2-937" fmla="*/ 2701607 w 2705100"/>
              <a:gd name="connsiteY2-938" fmla="*/ 1850390 h 2955787"/>
              <a:gd name="connsiteX3-939" fmla="*/ 2543599 w 2705100"/>
              <a:gd name="connsiteY3-940" fmla="*/ 2915822 h 2955787"/>
              <a:gd name="connsiteX4-941" fmla="*/ 1363874 w 2705100"/>
              <a:gd name="connsiteY4-942" fmla="*/ 2941049 h 2955787"/>
              <a:gd name="connsiteX5-943" fmla="*/ 0 w 2705100"/>
              <a:gd name="connsiteY5-944" fmla="*/ 2935288 h 2955787"/>
              <a:gd name="connsiteX6-945" fmla="*/ 0 w 2705100"/>
              <a:gd name="connsiteY6-946" fmla="*/ 0 h 295578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2705100" h="2955787">
                <a:moveTo>
                  <a:pt x="0" y="0"/>
                </a:moveTo>
                <a:lnTo>
                  <a:pt x="2705100" y="0"/>
                </a:lnTo>
                <a:cubicBezTo>
                  <a:pt x="2703936" y="616797"/>
                  <a:pt x="2702771" y="1233593"/>
                  <a:pt x="2701607" y="1850390"/>
                </a:cubicBezTo>
                <a:cubicBezTo>
                  <a:pt x="2695151" y="2496125"/>
                  <a:pt x="2625975" y="2791031"/>
                  <a:pt x="2543599" y="2915822"/>
                </a:cubicBezTo>
                <a:cubicBezTo>
                  <a:pt x="2492805" y="2992769"/>
                  <a:pt x="1984798" y="2933555"/>
                  <a:pt x="1363874" y="2941049"/>
                </a:cubicBezTo>
                <a:lnTo>
                  <a:pt x="0" y="2935288"/>
                </a:lnTo>
                <a:lnTo>
                  <a:pt x="0" y="0"/>
                </a:lnTo>
                <a:close/>
              </a:path>
            </a:pathLst>
          </a:custGeom>
          <a:pattFill prst="dkVert">
            <a:fgClr>
              <a:schemeClr val="accent1"/>
            </a:fgClr>
            <a:bgClr>
              <a:schemeClr val="bg1"/>
            </a:bgClr>
          </a:pattFill>
        </p:spPr>
        <p:txBody>
          <a:bodyPr/>
          <a:lstStyle/>
          <a:p>
            <a:endParaRPr lang="zh-CN" altLang="en-US" dirty="0"/>
          </a:p>
        </p:txBody>
      </p:sp>
      <p:sp>
        <p:nvSpPr>
          <p:cNvPr id="6" name="任意多边形: 形状 5"/>
          <p:cNvSpPr/>
          <p:nvPr userDrawn="1"/>
        </p:nvSpPr>
        <p:spPr>
          <a:xfrm>
            <a:off x="9410545" y="4401749"/>
            <a:ext cx="2105221" cy="404818"/>
          </a:xfrm>
          <a:custGeom>
            <a:avLst/>
            <a:gdLst>
              <a:gd name="connsiteX0" fmla="*/ 0 w 2712720"/>
              <a:gd name="connsiteY0" fmla="*/ 0 h 471639"/>
              <a:gd name="connsiteX1" fmla="*/ 2712720 w 2712720"/>
              <a:gd name="connsiteY1" fmla="*/ 0 h 471639"/>
              <a:gd name="connsiteX2" fmla="*/ 2707548 w 2712720"/>
              <a:gd name="connsiteY2" fmla="*/ 9528 h 471639"/>
              <a:gd name="connsiteX3" fmla="*/ 1838421 w 2712720"/>
              <a:gd name="connsiteY3" fmla="*/ 471639 h 471639"/>
              <a:gd name="connsiteX4" fmla="*/ 0 w 2712720"/>
              <a:gd name="connsiteY4" fmla="*/ 471639 h 471639"/>
              <a:gd name="connsiteX5" fmla="*/ 0 w 2712720"/>
              <a:gd name="connsiteY5" fmla="*/ 0 h 47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2720" h="471639">
                <a:moveTo>
                  <a:pt x="0" y="0"/>
                </a:moveTo>
                <a:lnTo>
                  <a:pt x="2712720" y="0"/>
                </a:lnTo>
                <a:lnTo>
                  <a:pt x="2707548" y="9528"/>
                </a:lnTo>
                <a:cubicBezTo>
                  <a:pt x="2519191" y="288333"/>
                  <a:pt x="2200213" y="471639"/>
                  <a:pt x="1838421" y="471639"/>
                </a:cubicBezTo>
                <a:lnTo>
                  <a:pt x="0" y="471639"/>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文本占位符 2"/>
          <p:cNvSpPr>
            <a:spLocks noGrp="1"/>
          </p:cNvSpPr>
          <p:nvPr>
            <p:ph type="body" sz="quarter" idx="40" hasCustomPrompt="1"/>
          </p:nvPr>
        </p:nvSpPr>
        <p:spPr>
          <a:xfrm>
            <a:off x="9424135" y="4455575"/>
            <a:ext cx="2060897" cy="279626"/>
          </a:xfrm>
          <a:prstGeom prst="rect">
            <a:avLst/>
          </a:prstGeom>
        </p:spPr>
        <p:txBody>
          <a:bodyPr/>
          <a:lstStyle>
            <a:lvl1pPr marL="0" indent="0" algn="ctr">
              <a:buNone/>
              <a:defRPr sz="2000"/>
            </a:lvl1pPr>
          </a:lstStyle>
          <a:p>
            <a:pPr lvl="0"/>
            <a:r>
              <a:rPr lang="zh-CN" altLang="en-US" dirty="0"/>
              <a:t>二级标题</a:t>
            </a:r>
            <a:endParaRPr lang="zh-CN" altLang="en-US" dirty="0"/>
          </a:p>
        </p:txBody>
      </p:sp>
      <p:sp>
        <p:nvSpPr>
          <p:cNvPr id="10"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架构图-8">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grpSp>
        <p:nvGrpSpPr>
          <p:cNvPr id="2" name="组合 1"/>
          <p:cNvGrpSpPr/>
          <p:nvPr userDrawn="1"/>
        </p:nvGrpSpPr>
        <p:grpSpPr>
          <a:xfrm>
            <a:off x="778619" y="2555927"/>
            <a:ext cx="2243982" cy="2264870"/>
            <a:chOff x="1005" y="3413"/>
            <a:chExt cx="5437" cy="6094"/>
          </a:xfrm>
        </p:grpSpPr>
        <p:grpSp>
          <p:nvGrpSpPr>
            <p:cNvPr id="3" name="组合 2"/>
            <p:cNvGrpSpPr/>
            <p:nvPr/>
          </p:nvGrpSpPr>
          <p:grpSpPr>
            <a:xfrm>
              <a:off x="1005" y="4112"/>
              <a:ext cx="1888" cy="5381"/>
              <a:chOff x="1188668" y="2871969"/>
              <a:chExt cx="1200042" cy="3416869"/>
            </a:xfrm>
            <a:solidFill>
              <a:schemeClr val="accent1"/>
            </a:solidFill>
          </p:grpSpPr>
          <p:sp>
            <p:nvSpPr>
              <p:cNvPr id="18" name="Freeform 1218"/>
              <p:cNvSpPr/>
              <p:nvPr/>
            </p:nvSpPr>
            <p:spPr bwMode="auto">
              <a:xfrm>
                <a:off x="1791079" y="3485253"/>
                <a:ext cx="129090" cy="925404"/>
              </a:xfrm>
              <a:custGeom>
                <a:avLst/>
                <a:gdLst/>
                <a:ahLst/>
                <a:cxnLst>
                  <a:cxn ang="0">
                    <a:pos x="13" y="0"/>
                  </a:cxn>
                  <a:cxn ang="0">
                    <a:pos x="13" y="0"/>
                  </a:cxn>
                  <a:cxn ang="0">
                    <a:pos x="9" y="7"/>
                  </a:cxn>
                  <a:cxn ang="0">
                    <a:pos x="13" y="16"/>
                  </a:cxn>
                  <a:cxn ang="0">
                    <a:pos x="0" y="148"/>
                  </a:cxn>
                  <a:cxn ang="0">
                    <a:pos x="13" y="161"/>
                  </a:cxn>
                  <a:cxn ang="0">
                    <a:pos x="26" y="149"/>
                  </a:cxn>
                  <a:cxn ang="0">
                    <a:pos x="13" y="16"/>
                  </a:cxn>
                  <a:cxn ang="0">
                    <a:pos x="17" y="6"/>
                  </a:cxn>
                  <a:cxn ang="0">
                    <a:pos x="13" y="0"/>
                  </a:cxn>
                </a:cxnLst>
                <a:rect l="0" t="0" r="r" b="b"/>
                <a:pathLst>
                  <a:path w="26" h="161">
                    <a:moveTo>
                      <a:pt x="13" y="0"/>
                    </a:moveTo>
                    <a:cubicBezTo>
                      <a:pt x="13" y="0"/>
                      <a:pt x="13" y="0"/>
                      <a:pt x="13" y="0"/>
                    </a:cubicBezTo>
                    <a:cubicBezTo>
                      <a:pt x="12" y="0"/>
                      <a:pt x="9" y="4"/>
                      <a:pt x="9" y="7"/>
                    </a:cubicBezTo>
                    <a:cubicBezTo>
                      <a:pt x="9" y="8"/>
                      <a:pt x="12" y="14"/>
                      <a:pt x="13" y="16"/>
                    </a:cubicBezTo>
                    <a:cubicBezTo>
                      <a:pt x="0" y="148"/>
                      <a:pt x="0" y="148"/>
                      <a:pt x="0" y="148"/>
                    </a:cubicBezTo>
                    <a:cubicBezTo>
                      <a:pt x="13" y="161"/>
                      <a:pt x="13" y="161"/>
                      <a:pt x="13" y="161"/>
                    </a:cubicBezTo>
                    <a:cubicBezTo>
                      <a:pt x="26" y="149"/>
                      <a:pt x="26" y="149"/>
                      <a:pt x="26" y="149"/>
                    </a:cubicBezTo>
                    <a:cubicBezTo>
                      <a:pt x="13" y="16"/>
                      <a:pt x="13" y="16"/>
                      <a:pt x="13" y="16"/>
                    </a:cubicBezTo>
                    <a:cubicBezTo>
                      <a:pt x="15" y="14"/>
                      <a:pt x="17" y="8"/>
                      <a:pt x="17" y="6"/>
                    </a:cubicBezTo>
                    <a:cubicBezTo>
                      <a:pt x="17" y="4"/>
                      <a:pt x="15" y="0"/>
                      <a:pt x="13" y="0"/>
                    </a:cubicBezTo>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Oval 1219"/>
              <p:cNvSpPr>
                <a:spLocks noChangeArrowheads="1"/>
              </p:cNvSpPr>
              <p:nvPr/>
            </p:nvSpPr>
            <p:spPr bwMode="auto">
              <a:xfrm>
                <a:off x="1652427" y="2871969"/>
                <a:ext cx="401607" cy="454489"/>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220"/>
              <p:cNvSpPr>
                <a:spLocks noEditPoints="1"/>
              </p:cNvSpPr>
              <p:nvPr/>
            </p:nvSpPr>
            <p:spPr bwMode="auto">
              <a:xfrm>
                <a:off x="1188668" y="3468824"/>
                <a:ext cx="1200042" cy="2820014"/>
              </a:xfrm>
              <a:custGeom>
                <a:avLst/>
                <a:gdLst/>
                <a:ahLst/>
                <a:cxnLst>
                  <a:cxn ang="0">
                    <a:pos x="58" y="134"/>
                  </a:cxn>
                  <a:cxn ang="0">
                    <a:pos x="41" y="81"/>
                  </a:cxn>
                  <a:cxn ang="0">
                    <a:pos x="47" y="58"/>
                  </a:cxn>
                  <a:cxn ang="0">
                    <a:pos x="58" y="134"/>
                  </a:cxn>
                  <a:cxn ang="0">
                    <a:pos x="94" y="0"/>
                  </a:cxn>
                  <a:cxn ang="0">
                    <a:pos x="41" y="19"/>
                  </a:cxn>
                  <a:cxn ang="0">
                    <a:pos x="1" y="81"/>
                  </a:cxn>
                  <a:cxn ang="0">
                    <a:pos x="65" y="183"/>
                  </a:cxn>
                  <a:cxn ang="0">
                    <a:pos x="67" y="200"/>
                  </a:cxn>
                  <a:cxn ang="0">
                    <a:pos x="80" y="491"/>
                  </a:cxn>
                  <a:cxn ang="0">
                    <a:pos x="107" y="491"/>
                  </a:cxn>
                  <a:cxn ang="0">
                    <a:pos x="120" y="285"/>
                  </a:cxn>
                  <a:cxn ang="0">
                    <a:pos x="134" y="253"/>
                  </a:cxn>
                  <a:cxn ang="0">
                    <a:pos x="150" y="284"/>
                  </a:cxn>
                  <a:cxn ang="0">
                    <a:pos x="173" y="491"/>
                  </a:cxn>
                  <a:cxn ang="0">
                    <a:pos x="194" y="491"/>
                  </a:cxn>
                  <a:cxn ang="0">
                    <a:pos x="194" y="199"/>
                  </a:cxn>
                  <a:cxn ang="0">
                    <a:pos x="201" y="169"/>
                  </a:cxn>
                  <a:cxn ang="0">
                    <a:pos x="240" y="133"/>
                  </a:cxn>
                  <a:cxn ang="0">
                    <a:pos x="225" y="109"/>
                  </a:cxn>
                  <a:cxn ang="0">
                    <a:pos x="209" y="129"/>
                  </a:cxn>
                  <a:cxn ang="0">
                    <a:pos x="214" y="93"/>
                  </a:cxn>
                  <a:cxn ang="0">
                    <a:pos x="179" y="30"/>
                  </a:cxn>
                  <a:cxn ang="0">
                    <a:pos x="187" y="4"/>
                  </a:cxn>
                  <a:cxn ang="0">
                    <a:pos x="170" y="1"/>
                  </a:cxn>
                  <a:cxn ang="0">
                    <a:pos x="164" y="3"/>
                  </a:cxn>
                  <a:cxn ang="0">
                    <a:pos x="149" y="178"/>
                  </a:cxn>
                  <a:cxn ang="0">
                    <a:pos x="121" y="179"/>
                  </a:cxn>
                  <a:cxn ang="0">
                    <a:pos x="102" y="3"/>
                  </a:cxn>
                  <a:cxn ang="0">
                    <a:pos x="94" y="0"/>
                  </a:cxn>
                </a:cxnLst>
                <a:rect l="0" t="0" r="r" b="b"/>
                <a:pathLst>
                  <a:path w="240" h="491">
                    <a:moveTo>
                      <a:pt x="58" y="134"/>
                    </a:moveTo>
                    <a:cubicBezTo>
                      <a:pt x="50" y="113"/>
                      <a:pt x="41" y="86"/>
                      <a:pt x="41" y="81"/>
                    </a:cubicBezTo>
                    <a:cubicBezTo>
                      <a:pt x="41" y="76"/>
                      <a:pt x="44" y="67"/>
                      <a:pt x="47" y="58"/>
                    </a:cubicBezTo>
                    <a:cubicBezTo>
                      <a:pt x="58" y="134"/>
                      <a:pt x="58" y="134"/>
                      <a:pt x="58" y="134"/>
                    </a:cubicBezTo>
                    <a:moveTo>
                      <a:pt x="94" y="0"/>
                    </a:moveTo>
                    <a:cubicBezTo>
                      <a:pt x="80" y="0"/>
                      <a:pt x="52" y="12"/>
                      <a:pt x="41" y="19"/>
                    </a:cubicBezTo>
                    <a:cubicBezTo>
                      <a:pt x="28" y="29"/>
                      <a:pt x="0" y="71"/>
                      <a:pt x="1" y="81"/>
                    </a:cubicBezTo>
                    <a:cubicBezTo>
                      <a:pt x="2" y="90"/>
                      <a:pt x="53" y="165"/>
                      <a:pt x="65" y="183"/>
                    </a:cubicBezTo>
                    <a:cubicBezTo>
                      <a:pt x="67" y="200"/>
                      <a:pt x="67" y="200"/>
                      <a:pt x="67" y="200"/>
                    </a:cubicBezTo>
                    <a:cubicBezTo>
                      <a:pt x="80" y="491"/>
                      <a:pt x="80" y="491"/>
                      <a:pt x="80" y="491"/>
                    </a:cubicBezTo>
                    <a:cubicBezTo>
                      <a:pt x="107" y="491"/>
                      <a:pt x="107" y="491"/>
                      <a:pt x="107" y="491"/>
                    </a:cubicBezTo>
                    <a:cubicBezTo>
                      <a:pt x="107" y="491"/>
                      <a:pt x="117" y="329"/>
                      <a:pt x="120" y="285"/>
                    </a:cubicBezTo>
                    <a:cubicBezTo>
                      <a:pt x="121" y="263"/>
                      <a:pt x="127" y="253"/>
                      <a:pt x="134" y="253"/>
                    </a:cubicBezTo>
                    <a:cubicBezTo>
                      <a:pt x="140" y="253"/>
                      <a:pt x="148" y="264"/>
                      <a:pt x="150" y="284"/>
                    </a:cubicBezTo>
                    <a:cubicBezTo>
                      <a:pt x="154" y="324"/>
                      <a:pt x="173" y="491"/>
                      <a:pt x="173" y="491"/>
                    </a:cubicBezTo>
                    <a:cubicBezTo>
                      <a:pt x="194" y="491"/>
                      <a:pt x="194" y="491"/>
                      <a:pt x="194" y="491"/>
                    </a:cubicBezTo>
                    <a:cubicBezTo>
                      <a:pt x="194" y="199"/>
                      <a:pt x="194" y="199"/>
                      <a:pt x="194" y="199"/>
                    </a:cubicBezTo>
                    <a:cubicBezTo>
                      <a:pt x="201" y="169"/>
                      <a:pt x="201" y="169"/>
                      <a:pt x="201" y="169"/>
                    </a:cubicBezTo>
                    <a:cubicBezTo>
                      <a:pt x="201" y="169"/>
                      <a:pt x="222" y="150"/>
                      <a:pt x="240" y="133"/>
                    </a:cubicBezTo>
                    <a:cubicBezTo>
                      <a:pt x="234" y="125"/>
                      <a:pt x="229" y="117"/>
                      <a:pt x="225" y="109"/>
                    </a:cubicBezTo>
                    <a:cubicBezTo>
                      <a:pt x="221" y="117"/>
                      <a:pt x="209" y="129"/>
                      <a:pt x="209" y="129"/>
                    </a:cubicBezTo>
                    <a:cubicBezTo>
                      <a:pt x="214" y="93"/>
                      <a:pt x="214" y="93"/>
                      <a:pt x="214" y="93"/>
                    </a:cubicBezTo>
                    <a:cubicBezTo>
                      <a:pt x="181" y="41"/>
                      <a:pt x="180" y="35"/>
                      <a:pt x="179" y="30"/>
                    </a:cubicBezTo>
                    <a:cubicBezTo>
                      <a:pt x="179" y="23"/>
                      <a:pt x="182" y="14"/>
                      <a:pt x="187" y="4"/>
                    </a:cubicBezTo>
                    <a:cubicBezTo>
                      <a:pt x="180" y="2"/>
                      <a:pt x="175" y="1"/>
                      <a:pt x="170" y="1"/>
                    </a:cubicBezTo>
                    <a:cubicBezTo>
                      <a:pt x="167" y="1"/>
                      <a:pt x="165" y="1"/>
                      <a:pt x="164" y="3"/>
                    </a:cubicBezTo>
                    <a:cubicBezTo>
                      <a:pt x="160" y="12"/>
                      <a:pt x="158" y="178"/>
                      <a:pt x="149" y="178"/>
                    </a:cubicBezTo>
                    <a:cubicBezTo>
                      <a:pt x="139" y="178"/>
                      <a:pt x="136" y="179"/>
                      <a:pt x="121" y="179"/>
                    </a:cubicBezTo>
                    <a:cubicBezTo>
                      <a:pt x="106" y="179"/>
                      <a:pt x="106" y="13"/>
                      <a:pt x="102" y="3"/>
                    </a:cubicBezTo>
                    <a:cubicBezTo>
                      <a:pt x="101" y="1"/>
                      <a:pt x="98" y="0"/>
                      <a:pt x="94" y="0"/>
                    </a:cubicBezTo>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组合 3"/>
            <p:cNvGrpSpPr/>
            <p:nvPr/>
          </p:nvGrpSpPr>
          <p:grpSpPr>
            <a:xfrm>
              <a:off x="4573" y="4112"/>
              <a:ext cx="1869" cy="5381"/>
              <a:chOff x="3450098" y="2871969"/>
              <a:chExt cx="1185697" cy="3416870"/>
            </a:xfrm>
            <a:solidFill>
              <a:schemeClr val="accent1"/>
            </a:solidFill>
          </p:grpSpPr>
          <p:sp>
            <p:nvSpPr>
              <p:cNvPr id="10" name="Freeform 1221"/>
              <p:cNvSpPr/>
              <p:nvPr/>
            </p:nvSpPr>
            <p:spPr bwMode="auto">
              <a:xfrm>
                <a:off x="3894736" y="3479776"/>
                <a:ext cx="133869" cy="930878"/>
              </a:xfrm>
              <a:custGeom>
                <a:avLst/>
                <a:gdLst/>
                <a:ahLst/>
                <a:cxnLst>
                  <a:cxn ang="0">
                    <a:pos x="13" y="162"/>
                  </a:cxn>
                  <a:cxn ang="0">
                    <a:pos x="27" y="150"/>
                  </a:cxn>
                  <a:cxn ang="0">
                    <a:pos x="14" y="17"/>
                  </a:cxn>
                  <a:cxn ang="0">
                    <a:pos x="18" y="7"/>
                  </a:cxn>
                  <a:cxn ang="0">
                    <a:pos x="14" y="1"/>
                  </a:cxn>
                  <a:cxn ang="0">
                    <a:pos x="9" y="8"/>
                  </a:cxn>
                  <a:cxn ang="0">
                    <a:pos x="13" y="17"/>
                  </a:cxn>
                  <a:cxn ang="0">
                    <a:pos x="0" y="149"/>
                  </a:cxn>
                  <a:cxn ang="0">
                    <a:pos x="13" y="162"/>
                  </a:cxn>
                </a:cxnLst>
                <a:rect l="0" t="0" r="r" b="b"/>
                <a:pathLst>
                  <a:path w="27" h="162">
                    <a:moveTo>
                      <a:pt x="13" y="162"/>
                    </a:moveTo>
                    <a:cubicBezTo>
                      <a:pt x="27" y="150"/>
                      <a:pt x="27" y="150"/>
                      <a:pt x="27" y="150"/>
                    </a:cubicBezTo>
                    <a:cubicBezTo>
                      <a:pt x="14" y="17"/>
                      <a:pt x="14" y="17"/>
                      <a:pt x="14" y="17"/>
                    </a:cubicBezTo>
                    <a:cubicBezTo>
                      <a:pt x="15" y="15"/>
                      <a:pt x="18" y="9"/>
                      <a:pt x="18" y="7"/>
                    </a:cubicBezTo>
                    <a:cubicBezTo>
                      <a:pt x="18" y="5"/>
                      <a:pt x="15" y="0"/>
                      <a:pt x="14" y="1"/>
                    </a:cubicBezTo>
                    <a:cubicBezTo>
                      <a:pt x="12" y="1"/>
                      <a:pt x="9" y="5"/>
                      <a:pt x="9" y="8"/>
                    </a:cubicBezTo>
                    <a:cubicBezTo>
                      <a:pt x="9" y="9"/>
                      <a:pt x="12" y="15"/>
                      <a:pt x="13" y="17"/>
                    </a:cubicBezTo>
                    <a:cubicBezTo>
                      <a:pt x="0" y="149"/>
                      <a:pt x="0" y="149"/>
                      <a:pt x="0" y="149"/>
                    </a:cubicBezTo>
                    <a:lnTo>
                      <a:pt x="13" y="162"/>
                    </a:ln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Oval 1222"/>
              <p:cNvSpPr>
                <a:spLocks noChangeArrowheads="1"/>
              </p:cNvSpPr>
              <p:nvPr/>
            </p:nvSpPr>
            <p:spPr bwMode="auto">
              <a:xfrm>
                <a:off x="3765646" y="2871969"/>
                <a:ext cx="392045" cy="454489"/>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223"/>
              <p:cNvSpPr>
                <a:spLocks noEditPoints="1"/>
              </p:cNvSpPr>
              <p:nvPr/>
            </p:nvSpPr>
            <p:spPr bwMode="auto">
              <a:xfrm>
                <a:off x="3450098" y="3435970"/>
                <a:ext cx="1185697" cy="2852869"/>
              </a:xfrm>
              <a:custGeom>
                <a:avLst/>
                <a:gdLst/>
                <a:ahLst/>
                <a:cxnLst>
                  <a:cxn ang="0">
                    <a:pos x="194" y="26"/>
                  </a:cxn>
                  <a:cxn ang="0">
                    <a:pos x="134" y="9"/>
                  </a:cxn>
                  <a:cxn ang="0">
                    <a:pos x="118" y="184"/>
                  </a:cxn>
                  <a:cxn ang="0">
                    <a:pos x="90" y="185"/>
                  </a:cxn>
                  <a:cxn ang="0">
                    <a:pos x="71" y="9"/>
                  </a:cxn>
                  <a:cxn ang="0">
                    <a:pos x="50" y="9"/>
                  </a:cxn>
                  <a:cxn ang="0">
                    <a:pos x="64" y="70"/>
                  </a:cxn>
                  <a:cxn ang="0">
                    <a:pos x="24" y="116"/>
                  </a:cxn>
                  <a:cxn ang="0">
                    <a:pos x="27" y="140"/>
                  </a:cxn>
                  <a:cxn ang="0">
                    <a:pos x="20" y="120"/>
                  </a:cxn>
                  <a:cxn ang="0">
                    <a:pos x="0" y="138"/>
                  </a:cxn>
                  <a:cxn ang="0">
                    <a:pos x="34" y="189"/>
                  </a:cxn>
                  <a:cxn ang="0">
                    <a:pos x="37" y="206"/>
                  </a:cxn>
                  <a:cxn ang="0">
                    <a:pos x="50" y="497"/>
                  </a:cxn>
                  <a:cxn ang="0">
                    <a:pos x="76" y="497"/>
                  </a:cxn>
                  <a:cxn ang="0">
                    <a:pos x="89" y="291"/>
                  </a:cxn>
                  <a:cxn ang="0">
                    <a:pos x="119" y="290"/>
                  </a:cxn>
                  <a:cxn ang="0">
                    <a:pos x="142" y="497"/>
                  </a:cxn>
                  <a:cxn ang="0">
                    <a:pos x="163" y="497"/>
                  </a:cxn>
                  <a:cxn ang="0">
                    <a:pos x="163" y="205"/>
                  </a:cxn>
                  <a:cxn ang="0">
                    <a:pos x="170" y="175"/>
                  </a:cxn>
                  <a:cxn ang="0">
                    <a:pos x="233" y="113"/>
                  </a:cxn>
                  <a:cxn ang="0">
                    <a:pos x="194" y="26"/>
                  </a:cxn>
                  <a:cxn ang="0">
                    <a:pos x="195" y="113"/>
                  </a:cxn>
                  <a:cxn ang="0">
                    <a:pos x="178" y="135"/>
                  </a:cxn>
                  <a:cxn ang="0">
                    <a:pos x="185" y="85"/>
                  </a:cxn>
                  <a:cxn ang="0">
                    <a:pos x="195" y="113"/>
                  </a:cxn>
                </a:cxnLst>
                <a:rect l="0" t="0" r="r" b="b"/>
                <a:pathLst>
                  <a:path w="237" h="497">
                    <a:moveTo>
                      <a:pt x="194" y="26"/>
                    </a:moveTo>
                    <a:cubicBezTo>
                      <a:pt x="183" y="18"/>
                      <a:pt x="138" y="0"/>
                      <a:pt x="134" y="9"/>
                    </a:cubicBezTo>
                    <a:cubicBezTo>
                      <a:pt x="130" y="18"/>
                      <a:pt x="128" y="184"/>
                      <a:pt x="118" y="184"/>
                    </a:cubicBezTo>
                    <a:cubicBezTo>
                      <a:pt x="109" y="184"/>
                      <a:pt x="105" y="185"/>
                      <a:pt x="90" y="185"/>
                    </a:cubicBezTo>
                    <a:cubicBezTo>
                      <a:pt x="75" y="185"/>
                      <a:pt x="75" y="19"/>
                      <a:pt x="71" y="9"/>
                    </a:cubicBezTo>
                    <a:cubicBezTo>
                      <a:pt x="69" y="5"/>
                      <a:pt x="60" y="6"/>
                      <a:pt x="50" y="9"/>
                    </a:cubicBezTo>
                    <a:cubicBezTo>
                      <a:pt x="69" y="54"/>
                      <a:pt x="66" y="65"/>
                      <a:pt x="64" y="70"/>
                    </a:cubicBezTo>
                    <a:cubicBezTo>
                      <a:pt x="61" y="80"/>
                      <a:pt x="43" y="99"/>
                      <a:pt x="24" y="116"/>
                    </a:cubicBezTo>
                    <a:cubicBezTo>
                      <a:pt x="27" y="140"/>
                      <a:pt x="27" y="140"/>
                      <a:pt x="27" y="140"/>
                    </a:cubicBezTo>
                    <a:cubicBezTo>
                      <a:pt x="25" y="134"/>
                      <a:pt x="22" y="127"/>
                      <a:pt x="20" y="120"/>
                    </a:cubicBezTo>
                    <a:cubicBezTo>
                      <a:pt x="13" y="126"/>
                      <a:pt x="6" y="132"/>
                      <a:pt x="0" y="138"/>
                    </a:cubicBezTo>
                    <a:cubicBezTo>
                      <a:pt x="14" y="159"/>
                      <a:pt x="29" y="180"/>
                      <a:pt x="34" y="189"/>
                    </a:cubicBezTo>
                    <a:cubicBezTo>
                      <a:pt x="37" y="206"/>
                      <a:pt x="37" y="206"/>
                      <a:pt x="37" y="206"/>
                    </a:cubicBezTo>
                    <a:cubicBezTo>
                      <a:pt x="50" y="497"/>
                      <a:pt x="50" y="497"/>
                      <a:pt x="50" y="497"/>
                    </a:cubicBezTo>
                    <a:cubicBezTo>
                      <a:pt x="76" y="497"/>
                      <a:pt x="76" y="497"/>
                      <a:pt x="76" y="497"/>
                    </a:cubicBezTo>
                    <a:cubicBezTo>
                      <a:pt x="76" y="497"/>
                      <a:pt x="86" y="335"/>
                      <a:pt x="89" y="291"/>
                    </a:cubicBezTo>
                    <a:cubicBezTo>
                      <a:pt x="92" y="247"/>
                      <a:pt x="115" y="251"/>
                      <a:pt x="119" y="290"/>
                    </a:cubicBezTo>
                    <a:cubicBezTo>
                      <a:pt x="123" y="330"/>
                      <a:pt x="142" y="497"/>
                      <a:pt x="142" y="497"/>
                    </a:cubicBezTo>
                    <a:cubicBezTo>
                      <a:pt x="163" y="497"/>
                      <a:pt x="163" y="497"/>
                      <a:pt x="163" y="497"/>
                    </a:cubicBezTo>
                    <a:cubicBezTo>
                      <a:pt x="163" y="205"/>
                      <a:pt x="163" y="205"/>
                      <a:pt x="163" y="205"/>
                    </a:cubicBezTo>
                    <a:cubicBezTo>
                      <a:pt x="170" y="175"/>
                      <a:pt x="170" y="175"/>
                      <a:pt x="170" y="175"/>
                    </a:cubicBezTo>
                    <a:cubicBezTo>
                      <a:pt x="170" y="175"/>
                      <a:pt x="229" y="124"/>
                      <a:pt x="233" y="113"/>
                    </a:cubicBezTo>
                    <a:cubicBezTo>
                      <a:pt x="237" y="102"/>
                      <a:pt x="206" y="33"/>
                      <a:pt x="194" y="26"/>
                    </a:cubicBezTo>
                    <a:close/>
                    <a:moveTo>
                      <a:pt x="195" y="113"/>
                    </a:moveTo>
                    <a:cubicBezTo>
                      <a:pt x="193" y="121"/>
                      <a:pt x="178" y="135"/>
                      <a:pt x="178" y="135"/>
                    </a:cubicBezTo>
                    <a:cubicBezTo>
                      <a:pt x="185" y="85"/>
                      <a:pt x="185" y="85"/>
                      <a:pt x="185" y="85"/>
                    </a:cubicBezTo>
                    <a:cubicBezTo>
                      <a:pt x="185" y="85"/>
                      <a:pt x="196" y="106"/>
                      <a:pt x="195" y="113"/>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组合 4"/>
            <p:cNvGrpSpPr/>
            <p:nvPr/>
          </p:nvGrpSpPr>
          <p:grpSpPr>
            <a:xfrm>
              <a:off x="2560" y="3413"/>
              <a:ext cx="2383" cy="6094"/>
              <a:chOff x="2178341" y="2428431"/>
              <a:chExt cx="1515591" cy="3871359"/>
            </a:xfrm>
            <a:solidFill>
              <a:schemeClr val="accent2"/>
            </a:solidFill>
          </p:grpSpPr>
          <p:sp>
            <p:nvSpPr>
              <p:cNvPr id="6" name="Freeform 1224"/>
              <p:cNvSpPr/>
              <p:nvPr/>
            </p:nvSpPr>
            <p:spPr bwMode="auto">
              <a:xfrm>
                <a:off x="2857249" y="3200514"/>
                <a:ext cx="148214" cy="969210"/>
              </a:xfrm>
              <a:custGeom>
                <a:avLst/>
                <a:gdLst/>
                <a:ahLst/>
                <a:cxnLst>
                  <a:cxn ang="0">
                    <a:pos x="0" y="161"/>
                  </a:cxn>
                  <a:cxn ang="0">
                    <a:pos x="16" y="177"/>
                  </a:cxn>
                  <a:cxn ang="0">
                    <a:pos x="31" y="162"/>
                  </a:cxn>
                  <a:cxn ang="0">
                    <a:pos x="16" y="0"/>
                  </a:cxn>
                  <a:cxn ang="0">
                    <a:pos x="0" y="161"/>
                  </a:cxn>
                </a:cxnLst>
                <a:rect l="0" t="0" r="r" b="b"/>
                <a:pathLst>
                  <a:path w="31" h="177">
                    <a:moveTo>
                      <a:pt x="0" y="161"/>
                    </a:moveTo>
                    <a:lnTo>
                      <a:pt x="16" y="177"/>
                    </a:lnTo>
                    <a:lnTo>
                      <a:pt x="31" y="162"/>
                    </a:lnTo>
                    <a:lnTo>
                      <a:pt x="16" y="0"/>
                    </a:lnTo>
                    <a:lnTo>
                      <a:pt x="0" y="161"/>
                    </a:ln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 name="Freeform 1225"/>
              <p:cNvSpPr/>
              <p:nvPr/>
            </p:nvSpPr>
            <p:spPr bwMode="auto">
              <a:xfrm>
                <a:off x="2909842" y="3118376"/>
                <a:ext cx="47810" cy="114993"/>
              </a:xfrm>
              <a:custGeom>
                <a:avLst/>
                <a:gdLst/>
                <a:ahLst/>
                <a:cxnLst>
                  <a:cxn ang="0">
                    <a:pos x="0" y="8"/>
                  </a:cxn>
                  <a:cxn ang="0">
                    <a:pos x="4" y="20"/>
                  </a:cxn>
                  <a:cxn ang="0">
                    <a:pos x="9" y="8"/>
                  </a:cxn>
                  <a:cxn ang="0">
                    <a:pos x="5" y="1"/>
                  </a:cxn>
                  <a:cxn ang="0">
                    <a:pos x="0" y="8"/>
                  </a:cxn>
                </a:cxnLst>
                <a:rect l="0" t="0" r="r" b="b"/>
                <a:pathLst>
                  <a:path w="9" h="20">
                    <a:moveTo>
                      <a:pt x="0" y="8"/>
                    </a:moveTo>
                    <a:cubicBezTo>
                      <a:pt x="0" y="11"/>
                      <a:pt x="4" y="20"/>
                      <a:pt x="4" y="20"/>
                    </a:cubicBezTo>
                    <a:cubicBezTo>
                      <a:pt x="4" y="20"/>
                      <a:pt x="9" y="11"/>
                      <a:pt x="9" y="8"/>
                    </a:cubicBezTo>
                    <a:cubicBezTo>
                      <a:pt x="9" y="5"/>
                      <a:pt x="6" y="0"/>
                      <a:pt x="5" y="1"/>
                    </a:cubicBezTo>
                    <a:cubicBezTo>
                      <a:pt x="3" y="1"/>
                      <a:pt x="0" y="6"/>
                      <a:pt x="0" y="8"/>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1226"/>
              <p:cNvSpPr>
                <a:spLocks noEditPoints="1"/>
              </p:cNvSpPr>
              <p:nvPr/>
            </p:nvSpPr>
            <p:spPr bwMode="auto">
              <a:xfrm>
                <a:off x="2178341" y="3063618"/>
                <a:ext cx="1515591" cy="3236172"/>
              </a:xfrm>
              <a:custGeom>
                <a:avLst/>
                <a:gdLst/>
                <a:ahLst/>
                <a:cxnLst>
                  <a:cxn ang="0">
                    <a:pos x="254" y="30"/>
                  </a:cxn>
                  <a:cxn ang="0">
                    <a:pos x="186" y="11"/>
                  </a:cxn>
                  <a:cxn ang="0">
                    <a:pos x="168" y="209"/>
                  </a:cxn>
                  <a:cxn ang="0">
                    <a:pos x="136" y="210"/>
                  </a:cxn>
                  <a:cxn ang="0">
                    <a:pos x="115" y="12"/>
                  </a:cxn>
                  <a:cxn ang="0">
                    <a:pos x="47" y="30"/>
                  </a:cxn>
                  <a:cxn ang="0">
                    <a:pos x="1" y="99"/>
                  </a:cxn>
                  <a:cxn ang="0">
                    <a:pos x="73" y="214"/>
                  </a:cxn>
                  <a:cxn ang="0">
                    <a:pos x="76" y="235"/>
                  </a:cxn>
                  <a:cxn ang="0">
                    <a:pos x="91" y="564"/>
                  </a:cxn>
                  <a:cxn ang="0">
                    <a:pos x="121" y="564"/>
                  </a:cxn>
                  <a:cxn ang="0">
                    <a:pos x="135" y="330"/>
                  </a:cxn>
                  <a:cxn ang="0">
                    <a:pos x="169" y="330"/>
                  </a:cxn>
                  <a:cxn ang="0">
                    <a:pos x="195" y="564"/>
                  </a:cxn>
                  <a:cxn ang="0">
                    <a:pos x="220" y="564"/>
                  </a:cxn>
                  <a:cxn ang="0">
                    <a:pos x="220" y="233"/>
                  </a:cxn>
                  <a:cxn ang="0">
                    <a:pos x="227" y="198"/>
                  </a:cxn>
                  <a:cxn ang="0">
                    <a:pos x="298" y="129"/>
                  </a:cxn>
                  <a:cxn ang="0">
                    <a:pos x="254" y="30"/>
                  </a:cxn>
                  <a:cxn ang="0">
                    <a:pos x="46" y="99"/>
                  </a:cxn>
                  <a:cxn ang="0">
                    <a:pos x="53" y="73"/>
                  </a:cxn>
                  <a:cxn ang="0">
                    <a:pos x="65" y="159"/>
                  </a:cxn>
                  <a:cxn ang="0">
                    <a:pos x="46" y="99"/>
                  </a:cxn>
                  <a:cxn ang="0">
                    <a:pos x="255" y="129"/>
                  </a:cxn>
                  <a:cxn ang="0">
                    <a:pos x="236" y="153"/>
                  </a:cxn>
                  <a:cxn ang="0">
                    <a:pos x="244" y="97"/>
                  </a:cxn>
                  <a:cxn ang="0">
                    <a:pos x="255" y="129"/>
                  </a:cxn>
                </a:cxnLst>
                <a:rect l="0" t="0" r="r" b="b"/>
                <a:pathLst>
                  <a:path w="302" h="564">
                    <a:moveTo>
                      <a:pt x="254" y="30"/>
                    </a:moveTo>
                    <a:cubicBezTo>
                      <a:pt x="241" y="22"/>
                      <a:pt x="190" y="1"/>
                      <a:pt x="186" y="11"/>
                    </a:cubicBezTo>
                    <a:cubicBezTo>
                      <a:pt x="181" y="21"/>
                      <a:pt x="179" y="209"/>
                      <a:pt x="168" y="209"/>
                    </a:cubicBezTo>
                    <a:cubicBezTo>
                      <a:pt x="157" y="209"/>
                      <a:pt x="153" y="210"/>
                      <a:pt x="136" y="210"/>
                    </a:cubicBezTo>
                    <a:cubicBezTo>
                      <a:pt x="120" y="210"/>
                      <a:pt x="119" y="23"/>
                      <a:pt x="115" y="12"/>
                    </a:cubicBezTo>
                    <a:cubicBezTo>
                      <a:pt x="111" y="0"/>
                      <a:pt x="62" y="19"/>
                      <a:pt x="47" y="30"/>
                    </a:cubicBezTo>
                    <a:cubicBezTo>
                      <a:pt x="32" y="40"/>
                      <a:pt x="0" y="88"/>
                      <a:pt x="1" y="99"/>
                    </a:cubicBezTo>
                    <a:cubicBezTo>
                      <a:pt x="2" y="109"/>
                      <a:pt x="60" y="194"/>
                      <a:pt x="73" y="214"/>
                    </a:cubicBezTo>
                    <a:cubicBezTo>
                      <a:pt x="76" y="235"/>
                      <a:pt x="76" y="235"/>
                      <a:pt x="76" y="235"/>
                    </a:cubicBezTo>
                    <a:cubicBezTo>
                      <a:pt x="91" y="564"/>
                      <a:pt x="91" y="564"/>
                      <a:pt x="91" y="564"/>
                    </a:cubicBezTo>
                    <a:cubicBezTo>
                      <a:pt x="121" y="564"/>
                      <a:pt x="121" y="564"/>
                      <a:pt x="121" y="564"/>
                    </a:cubicBezTo>
                    <a:cubicBezTo>
                      <a:pt x="121" y="564"/>
                      <a:pt x="132" y="380"/>
                      <a:pt x="135" y="330"/>
                    </a:cubicBezTo>
                    <a:cubicBezTo>
                      <a:pt x="138" y="280"/>
                      <a:pt x="164" y="285"/>
                      <a:pt x="169" y="330"/>
                    </a:cubicBezTo>
                    <a:cubicBezTo>
                      <a:pt x="174" y="375"/>
                      <a:pt x="195" y="564"/>
                      <a:pt x="195" y="564"/>
                    </a:cubicBezTo>
                    <a:cubicBezTo>
                      <a:pt x="220" y="564"/>
                      <a:pt x="220" y="564"/>
                      <a:pt x="220" y="564"/>
                    </a:cubicBezTo>
                    <a:cubicBezTo>
                      <a:pt x="220" y="233"/>
                      <a:pt x="220" y="233"/>
                      <a:pt x="220" y="233"/>
                    </a:cubicBezTo>
                    <a:cubicBezTo>
                      <a:pt x="227" y="198"/>
                      <a:pt x="227" y="198"/>
                      <a:pt x="227" y="198"/>
                    </a:cubicBezTo>
                    <a:cubicBezTo>
                      <a:pt x="227" y="198"/>
                      <a:pt x="294" y="141"/>
                      <a:pt x="298" y="129"/>
                    </a:cubicBezTo>
                    <a:cubicBezTo>
                      <a:pt x="302" y="116"/>
                      <a:pt x="267" y="39"/>
                      <a:pt x="254" y="30"/>
                    </a:cubicBezTo>
                    <a:close/>
                    <a:moveTo>
                      <a:pt x="46" y="99"/>
                    </a:moveTo>
                    <a:cubicBezTo>
                      <a:pt x="46" y="94"/>
                      <a:pt x="49" y="83"/>
                      <a:pt x="53" y="73"/>
                    </a:cubicBezTo>
                    <a:cubicBezTo>
                      <a:pt x="65" y="159"/>
                      <a:pt x="65" y="159"/>
                      <a:pt x="65" y="159"/>
                    </a:cubicBezTo>
                    <a:cubicBezTo>
                      <a:pt x="57" y="136"/>
                      <a:pt x="46" y="105"/>
                      <a:pt x="46" y="99"/>
                    </a:cubicBezTo>
                    <a:close/>
                    <a:moveTo>
                      <a:pt x="255" y="129"/>
                    </a:moveTo>
                    <a:cubicBezTo>
                      <a:pt x="253" y="137"/>
                      <a:pt x="236" y="153"/>
                      <a:pt x="236" y="153"/>
                    </a:cubicBezTo>
                    <a:cubicBezTo>
                      <a:pt x="244" y="97"/>
                      <a:pt x="244" y="97"/>
                      <a:pt x="244" y="97"/>
                    </a:cubicBezTo>
                    <a:cubicBezTo>
                      <a:pt x="244" y="97"/>
                      <a:pt x="256" y="120"/>
                      <a:pt x="255" y="129"/>
                    </a:cubicBezTo>
                    <a:close/>
                  </a:path>
                </a:pathLst>
              </a:cu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Oval 1227"/>
              <p:cNvSpPr>
                <a:spLocks noChangeArrowheads="1"/>
              </p:cNvSpPr>
              <p:nvPr/>
            </p:nvSpPr>
            <p:spPr bwMode="auto">
              <a:xfrm>
                <a:off x="2713818" y="2428431"/>
                <a:ext cx="444638" cy="520198"/>
              </a:xfrm>
              <a:prstGeom prst="ellipse">
                <a:avLst/>
              </a:prstGeom>
              <a:grpFill/>
              <a:ln w="9525">
                <a:noFill/>
                <a:round/>
              </a:ln>
            </p:spPr>
            <p:txBody>
              <a:bodyPr vert="horz" wrap="square" lIns="121920" tIns="60960" rIns="121920" bIns="6096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latin typeface="Arial" panose="020B0604020202020204" pitchFamily="34" charset="0"/>
                  <a:ea typeface="微软雅黑" panose="020B0503020204020204" pitchFamily="34" charset="-122"/>
                  <a:cs typeface="+mn-ea"/>
                  <a:sym typeface="Arial" panose="020B0604020202020204" pitchFamily="34" charset="0"/>
                </a:endParaRPr>
              </a:p>
            </p:txBody>
          </p:sp>
        </p:grpSp>
      </p:grpSp>
      <p:sp>
        <p:nvSpPr>
          <p:cNvPr id="22" name="图片占位符 21"/>
          <p:cNvSpPr>
            <a:spLocks noGrp="1"/>
          </p:cNvSpPr>
          <p:nvPr>
            <p:ph type="pic" sz="quarter" idx="13"/>
          </p:nvPr>
        </p:nvSpPr>
        <p:spPr>
          <a:xfrm>
            <a:off x="4656086" y="1317490"/>
            <a:ext cx="1473192" cy="1821220"/>
          </a:xfrm>
          <a:prstGeom prst="rect">
            <a:avLst/>
          </a:prstGeom>
          <a:pattFill prst="wdUpDiag">
            <a:fgClr>
              <a:schemeClr val="accent1"/>
            </a:fgClr>
            <a:bgClr>
              <a:schemeClr val="bg1"/>
            </a:bgClr>
          </a:pattFill>
        </p:spPr>
        <p:txBody>
          <a:bodyPr/>
          <a:lstStyle/>
          <a:p>
            <a:endParaRPr lang="zh-CN" altLang="en-US"/>
          </a:p>
        </p:txBody>
      </p:sp>
      <p:sp>
        <p:nvSpPr>
          <p:cNvPr id="23" name="图片占位符 21"/>
          <p:cNvSpPr>
            <a:spLocks noGrp="1"/>
          </p:cNvSpPr>
          <p:nvPr>
            <p:ph type="pic" sz="quarter" idx="14"/>
          </p:nvPr>
        </p:nvSpPr>
        <p:spPr>
          <a:xfrm>
            <a:off x="6810742" y="1330190"/>
            <a:ext cx="1473192" cy="1821220"/>
          </a:xfrm>
          <a:prstGeom prst="rect">
            <a:avLst/>
          </a:prstGeom>
          <a:pattFill prst="wdUpDiag">
            <a:fgClr>
              <a:schemeClr val="accent1"/>
            </a:fgClr>
            <a:bgClr>
              <a:schemeClr val="bg1"/>
            </a:bgClr>
          </a:pattFill>
        </p:spPr>
        <p:txBody>
          <a:bodyPr/>
          <a:lstStyle/>
          <a:p>
            <a:endParaRPr lang="zh-CN" altLang="en-US"/>
          </a:p>
        </p:txBody>
      </p:sp>
      <p:sp>
        <p:nvSpPr>
          <p:cNvPr id="24" name="图片占位符 21"/>
          <p:cNvSpPr>
            <a:spLocks noGrp="1"/>
          </p:cNvSpPr>
          <p:nvPr>
            <p:ph type="pic" sz="quarter" idx="15"/>
          </p:nvPr>
        </p:nvSpPr>
        <p:spPr>
          <a:xfrm>
            <a:off x="8965398" y="1342890"/>
            <a:ext cx="1473192" cy="1821220"/>
          </a:xfrm>
          <a:prstGeom prst="rect">
            <a:avLst/>
          </a:prstGeom>
          <a:pattFill prst="wdUpDiag">
            <a:fgClr>
              <a:schemeClr val="accent1"/>
            </a:fgClr>
            <a:bgClr>
              <a:schemeClr val="bg1"/>
            </a:bgClr>
          </a:pattFill>
        </p:spPr>
        <p:txBody>
          <a:bodyPr/>
          <a:lstStyle/>
          <a:p>
            <a:endParaRPr lang="zh-CN" altLang="en-US"/>
          </a:p>
        </p:txBody>
      </p:sp>
      <p:sp>
        <p:nvSpPr>
          <p:cNvPr id="25" name="图片占位符 21"/>
          <p:cNvSpPr>
            <a:spLocks noGrp="1"/>
          </p:cNvSpPr>
          <p:nvPr>
            <p:ph type="pic" sz="quarter" idx="16"/>
          </p:nvPr>
        </p:nvSpPr>
        <p:spPr>
          <a:xfrm>
            <a:off x="3558676" y="3691744"/>
            <a:ext cx="1473192" cy="1821220"/>
          </a:xfrm>
          <a:prstGeom prst="rect">
            <a:avLst/>
          </a:prstGeom>
          <a:pattFill prst="wdUpDiag">
            <a:fgClr>
              <a:schemeClr val="accent1"/>
            </a:fgClr>
            <a:bgClr>
              <a:schemeClr val="bg1"/>
            </a:bgClr>
          </a:pattFill>
        </p:spPr>
        <p:txBody>
          <a:bodyPr/>
          <a:lstStyle/>
          <a:p>
            <a:endParaRPr lang="zh-CN" altLang="en-US"/>
          </a:p>
        </p:txBody>
      </p:sp>
      <p:sp>
        <p:nvSpPr>
          <p:cNvPr id="26" name="图片占位符 21"/>
          <p:cNvSpPr>
            <a:spLocks noGrp="1"/>
          </p:cNvSpPr>
          <p:nvPr>
            <p:ph type="pic" sz="quarter" idx="17"/>
          </p:nvPr>
        </p:nvSpPr>
        <p:spPr>
          <a:xfrm>
            <a:off x="5713332" y="3704444"/>
            <a:ext cx="1473192" cy="1821220"/>
          </a:xfrm>
          <a:prstGeom prst="rect">
            <a:avLst/>
          </a:prstGeom>
          <a:pattFill prst="wdUpDiag">
            <a:fgClr>
              <a:schemeClr val="accent1"/>
            </a:fgClr>
            <a:bgClr>
              <a:schemeClr val="bg1"/>
            </a:bgClr>
          </a:pattFill>
        </p:spPr>
        <p:txBody>
          <a:bodyPr/>
          <a:lstStyle/>
          <a:p>
            <a:endParaRPr lang="zh-CN" altLang="en-US"/>
          </a:p>
        </p:txBody>
      </p:sp>
      <p:sp>
        <p:nvSpPr>
          <p:cNvPr id="27" name="图片占位符 21"/>
          <p:cNvSpPr>
            <a:spLocks noGrp="1"/>
          </p:cNvSpPr>
          <p:nvPr>
            <p:ph type="pic" sz="quarter" idx="18"/>
          </p:nvPr>
        </p:nvSpPr>
        <p:spPr>
          <a:xfrm>
            <a:off x="7867988" y="3717144"/>
            <a:ext cx="1473192" cy="1821220"/>
          </a:xfrm>
          <a:prstGeom prst="rect">
            <a:avLst/>
          </a:prstGeom>
          <a:pattFill prst="wdUpDiag">
            <a:fgClr>
              <a:schemeClr val="accent1"/>
            </a:fgClr>
            <a:bgClr>
              <a:schemeClr val="bg1"/>
            </a:bgClr>
          </a:pattFill>
        </p:spPr>
        <p:txBody>
          <a:bodyPr/>
          <a:lstStyle/>
          <a:p>
            <a:endParaRPr lang="zh-CN" altLang="en-US"/>
          </a:p>
        </p:txBody>
      </p:sp>
      <p:sp>
        <p:nvSpPr>
          <p:cNvPr id="31" name="图片占位符 21"/>
          <p:cNvSpPr>
            <a:spLocks noGrp="1"/>
          </p:cNvSpPr>
          <p:nvPr>
            <p:ph type="pic" sz="quarter" idx="19"/>
          </p:nvPr>
        </p:nvSpPr>
        <p:spPr>
          <a:xfrm>
            <a:off x="9990004" y="3717144"/>
            <a:ext cx="1473192" cy="1821220"/>
          </a:xfrm>
          <a:prstGeom prst="rect">
            <a:avLst/>
          </a:prstGeom>
          <a:pattFill prst="wdUpDiag">
            <a:fgClr>
              <a:schemeClr val="accent1"/>
            </a:fgClr>
            <a:bgClr>
              <a:schemeClr val="bg1"/>
            </a:bgClr>
          </a:pattFill>
        </p:spPr>
        <p:txBody>
          <a:bodyPr/>
          <a:lstStyle/>
          <a:p>
            <a:endParaRPr lang="zh-CN" altLang="en-US"/>
          </a:p>
        </p:txBody>
      </p:sp>
      <p:sp>
        <p:nvSpPr>
          <p:cNvPr id="32" name="文本占位符 374"/>
          <p:cNvSpPr>
            <a:spLocks noGrp="1"/>
          </p:cNvSpPr>
          <p:nvPr>
            <p:ph type="body" sz="quarter" idx="34" hasCustomPrompt="1"/>
          </p:nvPr>
        </p:nvSpPr>
        <p:spPr>
          <a:xfrm>
            <a:off x="4907943" y="3248440"/>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3" name="文本占位符 374"/>
          <p:cNvSpPr>
            <a:spLocks noGrp="1"/>
          </p:cNvSpPr>
          <p:nvPr>
            <p:ph type="body" sz="quarter" idx="35" hasCustomPrompt="1"/>
          </p:nvPr>
        </p:nvSpPr>
        <p:spPr>
          <a:xfrm>
            <a:off x="7060792" y="3247367"/>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4" name="文本占位符 374"/>
          <p:cNvSpPr>
            <a:spLocks noGrp="1"/>
          </p:cNvSpPr>
          <p:nvPr>
            <p:ph type="body" sz="quarter" idx="36" hasCustomPrompt="1"/>
          </p:nvPr>
        </p:nvSpPr>
        <p:spPr>
          <a:xfrm>
            <a:off x="9213641" y="3246294"/>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5" name="文本占位符 374"/>
          <p:cNvSpPr>
            <a:spLocks noGrp="1"/>
          </p:cNvSpPr>
          <p:nvPr>
            <p:ph type="body" sz="quarter" idx="37" hasCustomPrompt="1"/>
          </p:nvPr>
        </p:nvSpPr>
        <p:spPr>
          <a:xfrm>
            <a:off x="3808726"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6" name="文本占位符 374"/>
          <p:cNvSpPr>
            <a:spLocks noGrp="1"/>
          </p:cNvSpPr>
          <p:nvPr>
            <p:ph type="body" sz="quarter" idx="38" hasCustomPrompt="1"/>
          </p:nvPr>
        </p:nvSpPr>
        <p:spPr>
          <a:xfrm>
            <a:off x="5963382"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7" name="文本占位符 374"/>
          <p:cNvSpPr>
            <a:spLocks noGrp="1"/>
          </p:cNvSpPr>
          <p:nvPr>
            <p:ph type="body" sz="quarter" idx="39" hasCustomPrompt="1"/>
          </p:nvPr>
        </p:nvSpPr>
        <p:spPr>
          <a:xfrm>
            <a:off x="8118038"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sp>
        <p:nvSpPr>
          <p:cNvPr id="38" name="文本占位符 374"/>
          <p:cNvSpPr>
            <a:spLocks noGrp="1"/>
          </p:cNvSpPr>
          <p:nvPr>
            <p:ph type="body" sz="quarter" idx="40" hasCustomPrompt="1"/>
          </p:nvPr>
        </p:nvSpPr>
        <p:spPr>
          <a:xfrm>
            <a:off x="10272694" y="5685428"/>
            <a:ext cx="973092" cy="180560"/>
          </a:xfrm>
          <a:prstGeom prst="rect">
            <a:avLst/>
          </a:prstGeom>
          <a:noFill/>
        </p:spPr>
        <p:txBody>
          <a:bodyPr/>
          <a:lstStyle>
            <a:lvl1pPr marL="0" indent="0">
              <a:buNone/>
              <a:defRPr sz="1200" b="1">
                <a:solidFill>
                  <a:schemeClr val="accent4"/>
                </a:solidFill>
                <a:latin typeface="+mn-ea"/>
                <a:ea typeface="+mn-ea"/>
              </a:defRPr>
            </a:lvl1pPr>
          </a:lstStyle>
          <a:p>
            <a:pPr lvl="0"/>
            <a:r>
              <a:rPr lang="zh-CN" altLang="en-US" dirty="0"/>
              <a:t>请输入文本</a:t>
            </a:r>
            <a:endParaRPr lang="zh-CN" altLang="en-US" dirty="0"/>
          </a:p>
        </p:txBody>
      </p:sp>
      <p:cxnSp>
        <p:nvCxnSpPr>
          <p:cNvPr id="39" name="直接连接符 3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2" name="灯片编号占位符 1"/>
          <p:cNvSpPr>
            <a:spLocks noGrp="1"/>
          </p:cNvSpPr>
          <p:nvPr>
            <p:ph type="sldNum" sz="quarter" idx="4"/>
          </p:nvPr>
        </p:nvSpPr>
        <p:spPr>
          <a:xfrm>
            <a:off x="10875264" y="6195060"/>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pic>
        <p:nvPicPr>
          <p:cNvPr id="13" name="图片 1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架构图-8">
    <p:spTree>
      <p:nvGrpSpPr>
        <p:cNvPr id="1" name=""/>
        <p:cNvGrpSpPr/>
        <p:nvPr/>
      </p:nvGrpSpPr>
      <p:grpSpPr>
        <a:xfrm>
          <a:off x="0" y="0"/>
          <a:ext cx="0" cy="0"/>
          <a:chOff x="0" y="0"/>
          <a:chExt cx="0" cy="0"/>
        </a:xfrm>
      </p:grpSpPr>
      <p:sp>
        <p:nvSpPr>
          <p:cNvPr id="2" name="矩形 1"/>
          <p:cNvSpPr/>
          <p:nvPr userDrawn="1"/>
        </p:nvSpPr>
        <p:spPr>
          <a:xfrm>
            <a:off x="95319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3" name="矩形 2"/>
          <p:cNvSpPr/>
          <p:nvPr userDrawn="1"/>
        </p:nvSpPr>
        <p:spPr>
          <a:xfrm>
            <a:off x="307443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5" name="矩形 4"/>
          <p:cNvSpPr/>
          <p:nvPr userDrawn="1"/>
        </p:nvSpPr>
        <p:spPr>
          <a:xfrm>
            <a:off x="5242869"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6" name="矩形 5"/>
          <p:cNvSpPr/>
          <p:nvPr userDrawn="1"/>
        </p:nvSpPr>
        <p:spPr>
          <a:xfrm>
            <a:off x="7397525"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7" name="矩形 6"/>
          <p:cNvSpPr/>
          <p:nvPr userDrawn="1"/>
        </p:nvSpPr>
        <p:spPr>
          <a:xfrm>
            <a:off x="9560568" y="4241501"/>
            <a:ext cx="1473192" cy="330541"/>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22" name="图片占位符 21"/>
          <p:cNvSpPr>
            <a:spLocks noGrp="1"/>
          </p:cNvSpPr>
          <p:nvPr>
            <p:ph type="pic" sz="quarter" idx="13"/>
          </p:nvPr>
        </p:nvSpPr>
        <p:spPr>
          <a:xfrm>
            <a:off x="5242869"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23" name="图片占位符 21"/>
          <p:cNvSpPr>
            <a:spLocks noGrp="1"/>
          </p:cNvSpPr>
          <p:nvPr>
            <p:ph type="pic" sz="quarter" idx="14"/>
          </p:nvPr>
        </p:nvSpPr>
        <p:spPr>
          <a:xfrm>
            <a:off x="7397525" y="2364309"/>
            <a:ext cx="1473192" cy="1821220"/>
          </a:xfrm>
          <a:prstGeom prst="rect">
            <a:avLst/>
          </a:prstGeom>
          <a:pattFill prst="wdUpDiag">
            <a:fgClr>
              <a:schemeClr val="accent1"/>
            </a:fgClr>
            <a:bgClr>
              <a:schemeClr val="bg1"/>
            </a:bgClr>
          </a:pattFill>
        </p:spPr>
        <p:txBody>
          <a:bodyPr/>
          <a:lstStyle/>
          <a:p>
            <a:endParaRPr lang="zh-CN" altLang="en-US"/>
          </a:p>
        </p:txBody>
      </p:sp>
      <p:sp>
        <p:nvSpPr>
          <p:cNvPr id="24" name="图片占位符 21"/>
          <p:cNvSpPr>
            <a:spLocks noGrp="1"/>
          </p:cNvSpPr>
          <p:nvPr>
            <p:ph type="pic" sz="quarter" idx="15"/>
          </p:nvPr>
        </p:nvSpPr>
        <p:spPr>
          <a:xfrm>
            <a:off x="9552181" y="2377009"/>
            <a:ext cx="1473192" cy="1821220"/>
          </a:xfrm>
          <a:prstGeom prst="rect">
            <a:avLst/>
          </a:prstGeom>
          <a:pattFill prst="wdUpDiag">
            <a:fgClr>
              <a:schemeClr val="accent1"/>
            </a:fgClr>
            <a:bgClr>
              <a:schemeClr val="bg1"/>
            </a:bgClr>
          </a:pattFill>
        </p:spPr>
        <p:txBody>
          <a:bodyPr/>
          <a:lstStyle/>
          <a:p>
            <a:endParaRPr lang="zh-CN" altLang="en-US"/>
          </a:p>
        </p:txBody>
      </p:sp>
      <p:sp>
        <p:nvSpPr>
          <p:cNvPr id="27" name="图片占位符 21"/>
          <p:cNvSpPr>
            <a:spLocks noGrp="1"/>
          </p:cNvSpPr>
          <p:nvPr>
            <p:ph type="pic" sz="quarter" idx="18"/>
          </p:nvPr>
        </p:nvSpPr>
        <p:spPr>
          <a:xfrm>
            <a:off x="953195"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31" name="图片占位符 21"/>
          <p:cNvSpPr>
            <a:spLocks noGrp="1"/>
          </p:cNvSpPr>
          <p:nvPr>
            <p:ph type="pic" sz="quarter" idx="19"/>
          </p:nvPr>
        </p:nvSpPr>
        <p:spPr>
          <a:xfrm>
            <a:off x="3075211" y="2351609"/>
            <a:ext cx="1473192" cy="1821220"/>
          </a:xfrm>
          <a:prstGeom prst="rect">
            <a:avLst/>
          </a:prstGeom>
          <a:pattFill prst="wdUpDiag">
            <a:fgClr>
              <a:schemeClr val="accent1"/>
            </a:fgClr>
            <a:bgClr>
              <a:schemeClr val="bg1"/>
            </a:bgClr>
          </a:pattFill>
        </p:spPr>
        <p:txBody>
          <a:bodyPr/>
          <a:lstStyle/>
          <a:p>
            <a:endParaRPr lang="zh-CN" altLang="en-US"/>
          </a:p>
        </p:txBody>
      </p:sp>
      <p:sp>
        <p:nvSpPr>
          <p:cNvPr id="37" name="文本占位符 374"/>
          <p:cNvSpPr>
            <a:spLocks noGrp="1"/>
          </p:cNvSpPr>
          <p:nvPr>
            <p:ph type="body" sz="quarter" idx="39" hasCustomPrompt="1"/>
          </p:nvPr>
        </p:nvSpPr>
        <p:spPr>
          <a:xfrm>
            <a:off x="1119219" y="4287353"/>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38" name="文本占位符 374"/>
          <p:cNvSpPr>
            <a:spLocks noGrp="1"/>
          </p:cNvSpPr>
          <p:nvPr>
            <p:ph type="body" sz="quarter" idx="40" hasCustomPrompt="1"/>
          </p:nvPr>
        </p:nvSpPr>
        <p:spPr>
          <a:xfrm>
            <a:off x="961163" y="4715396"/>
            <a:ext cx="1473192" cy="1235736"/>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cxnSp>
        <p:nvCxnSpPr>
          <p:cNvPr id="39" name="直接连接符 38"/>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41"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42"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14" name="文本占位符 374"/>
          <p:cNvSpPr>
            <a:spLocks noGrp="1"/>
          </p:cNvSpPr>
          <p:nvPr>
            <p:ph type="body" sz="quarter" idx="41" hasCustomPrompt="1"/>
          </p:nvPr>
        </p:nvSpPr>
        <p:spPr>
          <a:xfrm>
            <a:off x="3232491" y="4291275"/>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21" name="文本占位符 374"/>
          <p:cNvSpPr>
            <a:spLocks noGrp="1"/>
          </p:cNvSpPr>
          <p:nvPr>
            <p:ph type="body" sz="quarter" idx="42" hasCustomPrompt="1"/>
          </p:nvPr>
        </p:nvSpPr>
        <p:spPr>
          <a:xfrm>
            <a:off x="3074435" y="4737183"/>
            <a:ext cx="1473192" cy="1169139"/>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28" name="文本占位符 374"/>
          <p:cNvSpPr>
            <a:spLocks noGrp="1"/>
          </p:cNvSpPr>
          <p:nvPr>
            <p:ph type="body" sz="quarter" idx="43" hasCustomPrompt="1"/>
          </p:nvPr>
        </p:nvSpPr>
        <p:spPr>
          <a:xfrm>
            <a:off x="5429537" y="4283052"/>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29" name="文本占位符 374"/>
          <p:cNvSpPr>
            <a:spLocks noGrp="1"/>
          </p:cNvSpPr>
          <p:nvPr>
            <p:ph type="body" sz="quarter" idx="44" hasCustomPrompt="1"/>
          </p:nvPr>
        </p:nvSpPr>
        <p:spPr>
          <a:xfrm>
            <a:off x="5271481" y="4735313"/>
            <a:ext cx="1473192" cy="1235736"/>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30" name="文本占位符 374"/>
          <p:cNvSpPr>
            <a:spLocks noGrp="1"/>
          </p:cNvSpPr>
          <p:nvPr>
            <p:ph type="body" sz="quarter" idx="45" hasCustomPrompt="1"/>
          </p:nvPr>
        </p:nvSpPr>
        <p:spPr>
          <a:xfrm>
            <a:off x="7569887" y="4291135"/>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43" name="文本占位符 374"/>
          <p:cNvSpPr>
            <a:spLocks noGrp="1"/>
          </p:cNvSpPr>
          <p:nvPr>
            <p:ph type="body" sz="quarter" idx="46" hasCustomPrompt="1"/>
          </p:nvPr>
        </p:nvSpPr>
        <p:spPr>
          <a:xfrm>
            <a:off x="7411831" y="4740962"/>
            <a:ext cx="1473192" cy="1230087"/>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44" name="文本占位符 374"/>
          <p:cNvSpPr>
            <a:spLocks noGrp="1"/>
          </p:cNvSpPr>
          <p:nvPr>
            <p:ph type="body" sz="quarter" idx="47" hasCustomPrompt="1"/>
          </p:nvPr>
        </p:nvSpPr>
        <p:spPr>
          <a:xfrm>
            <a:off x="9747719" y="4291134"/>
            <a:ext cx="1157079" cy="230991"/>
          </a:xfrm>
          <a:prstGeom prst="rect">
            <a:avLst/>
          </a:prstGeom>
          <a:noFill/>
        </p:spPr>
        <p:txBody>
          <a:bodyPr/>
          <a:lstStyle>
            <a:lvl1pPr marL="0" indent="0" algn="ctr">
              <a:buNone/>
              <a:defRPr sz="1400" b="1">
                <a:solidFill>
                  <a:schemeClr val="accent4"/>
                </a:solidFill>
                <a:latin typeface="+mn-ea"/>
                <a:ea typeface="+mn-ea"/>
              </a:defRPr>
            </a:lvl1pPr>
          </a:lstStyle>
          <a:p>
            <a:pPr lvl="0"/>
            <a:r>
              <a:rPr lang="zh-CN" altLang="en-US" dirty="0"/>
              <a:t>请输入文本</a:t>
            </a:r>
            <a:endParaRPr lang="zh-CN" altLang="en-US" dirty="0"/>
          </a:p>
        </p:txBody>
      </p:sp>
      <p:sp>
        <p:nvSpPr>
          <p:cNvPr id="45" name="文本占位符 374"/>
          <p:cNvSpPr>
            <a:spLocks noGrp="1"/>
          </p:cNvSpPr>
          <p:nvPr>
            <p:ph type="body" sz="quarter" idx="48" hasCustomPrompt="1"/>
          </p:nvPr>
        </p:nvSpPr>
        <p:spPr>
          <a:xfrm>
            <a:off x="9552181" y="4778141"/>
            <a:ext cx="1473192" cy="1192908"/>
          </a:xfrm>
          <a:prstGeom prst="rect">
            <a:avLst/>
          </a:prstGeom>
          <a:noFill/>
        </p:spPr>
        <p:txBody>
          <a:bodyPr/>
          <a:lstStyle>
            <a:lvl1pPr marL="0" indent="0" algn="ctr">
              <a:buNone/>
              <a:defRPr sz="1200" b="0">
                <a:solidFill>
                  <a:schemeClr val="accent4"/>
                </a:solidFill>
                <a:latin typeface="+mn-ea"/>
                <a:ea typeface="+mn-ea"/>
              </a:defRPr>
            </a:lvl1pPr>
          </a:lstStyle>
          <a:p>
            <a:pPr lvl="0"/>
            <a:r>
              <a:rPr lang="zh-CN" altLang="en-US" dirty="0"/>
              <a:t>请输入文本</a:t>
            </a:r>
            <a:endParaRPr lang="zh-CN" altLang="en-US" dirty="0"/>
          </a:p>
        </p:txBody>
      </p:sp>
      <p:sp>
        <p:nvSpPr>
          <p:cNvPr id="46" name="矩形 45"/>
          <p:cNvSpPr/>
          <p:nvPr userDrawn="1"/>
        </p:nvSpPr>
        <p:spPr>
          <a:xfrm>
            <a:off x="0" y="6457527"/>
            <a:ext cx="3678611" cy="400473"/>
          </a:xfrm>
          <a:prstGeom prst="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sp>
        <p:nvSpPr>
          <p:cNvPr id="47" name="矩形 46"/>
          <p:cNvSpPr/>
          <p:nvPr userDrawn="1"/>
        </p:nvSpPr>
        <p:spPr>
          <a:xfrm>
            <a:off x="9552181" y="1572617"/>
            <a:ext cx="2639900" cy="490493"/>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架构图-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6" name="椭圆 5"/>
          <p:cNvSpPr/>
          <p:nvPr userDrawn="1"/>
        </p:nvSpPr>
        <p:spPr>
          <a:xfrm>
            <a:off x="10694908" y="1624853"/>
            <a:ext cx="825804" cy="825804"/>
          </a:xfrm>
          <a:prstGeom prst="ellipse">
            <a:avLst/>
          </a:prstGeom>
          <a:gradFill flip="none" rotWithShape="1">
            <a:gsLst>
              <a:gs pos="0">
                <a:schemeClr val="accent3">
                  <a:lumMod val="100000"/>
                </a:schemeClr>
              </a:gs>
              <a:gs pos="50000">
                <a:schemeClr val="accent3">
                  <a:lumMod val="100000"/>
                </a:schemeClr>
              </a:gs>
            </a:gsLst>
            <a:lin ang="5400000" scaled="1"/>
            <a:tileRect/>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7" name="椭圆 6"/>
          <p:cNvSpPr/>
          <p:nvPr userDrawn="1"/>
        </p:nvSpPr>
        <p:spPr>
          <a:xfrm>
            <a:off x="-1369342" y="4078387"/>
            <a:ext cx="3627403" cy="3627403"/>
          </a:xfrm>
          <a:prstGeom prst="ellipse">
            <a:avLst/>
          </a:prstGeom>
          <a:gradFill>
            <a:gsLst>
              <a:gs pos="0">
                <a:schemeClr val="accent2"/>
              </a:gs>
              <a:gs pos="100000">
                <a:schemeClr val="accent2">
                  <a:alpha val="2000"/>
                </a:schemeClr>
              </a:gs>
            </a:gsLst>
            <a:lin ang="5400000" scaled="1"/>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8" name="矩形: 圆顶角 7"/>
          <p:cNvSpPr/>
          <p:nvPr userDrawn="1"/>
        </p:nvSpPr>
        <p:spPr>
          <a:xfrm>
            <a:off x="730391" y="1856243"/>
            <a:ext cx="10520963" cy="4604511"/>
          </a:xfrm>
          <a:prstGeom prst="round2SameRect">
            <a:avLst>
              <a:gd name="adj1" fmla="val 4793"/>
              <a:gd name="adj2" fmla="val 0"/>
            </a:avLst>
          </a:prstGeom>
          <a:solidFill>
            <a:schemeClr val="bg1"/>
          </a:solidFill>
          <a:ln w="9525">
            <a:solidFill>
              <a:schemeClr val="accent4">
                <a:alpha val="14000"/>
              </a:schemeClr>
            </a:solidFill>
            <a:round/>
          </a:ln>
          <a:effectLst>
            <a:outerShdw blurRad="558800" dir="2700000" algn="tl" rotWithShape="0">
              <a:schemeClr val="accent4">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9" name="矩形 8"/>
          <p:cNvSpPr/>
          <p:nvPr userDrawn="1"/>
        </p:nvSpPr>
        <p:spPr>
          <a:xfrm>
            <a:off x="726982" y="6373883"/>
            <a:ext cx="10520962" cy="139606"/>
          </a:xfrm>
          <a:prstGeom prst="rect">
            <a:avLst/>
          </a:prstGeom>
          <a:solidFill>
            <a:schemeClr val="accent3">
              <a:lumMod val="100000"/>
            </a:scheme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6" name="图片占位符 15"/>
          <p:cNvSpPr>
            <a:spLocks noGrp="1"/>
          </p:cNvSpPr>
          <p:nvPr>
            <p:ph type="pic" sz="quarter" idx="13"/>
          </p:nvPr>
        </p:nvSpPr>
        <p:spPr>
          <a:xfrm>
            <a:off x="1683529" y="2124022"/>
            <a:ext cx="1820797" cy="2502747"/>
          </a:xfrm>
          <a:prstGeom prst="rect">
            <a:avLst/>
          </a:prstGeom>
          <a:pattFill prst="wdUpDiag">
            <a:fgClr>
              <a:schemeClr val="accent1"/>
            </a:fgClr>
            <a:bgClr>
              <a:schemeClr val="bg1"/>
            </a:bgClr>
          </a:pattFill>
        </p:spPr>
        <p:txBody>
          <a:bodyPr/>
          <a:lstStyle/>
          <a:p>
            <a:endParaRPr lang="zh-CN" altLang="en-US" dirty="0"/>
          </a:p>
        </p:txBody>
      </p:sp>
      <p:sp>
        <p:nvSpPr>
          <p:cNvPr id="17" name="文本占位符 6"/>
          <p:cNvSpPr>
            <a:spLocks noGrp="1"/>
          </p:cNvSpPr>
          <p:nvPr>
            <p:ph type="body" sz="quarter" idx="17" hasCustomPrompt="1"/>
          </p:nvPr>
        </p:nvSpPr>
        <p:spPr>
          <a:xfrm>
            <a:off x="4457463" y="2374781"/>
            <a:ext cx="6417800" cy="3817052"/>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18" hasCustomPrompt="1"/>
          </p:nvPr>
        </p:nvSpPr>
        <p:spPr>
          <a:xfrm>
            <a:off x="1076515" y="4848592"/>
            <a:ext cx="2975721" cy="1346468"/>
          </a:xfrm>
          <a:prstGeom prst="rect">
            <a:avLst/>
          </a:prstGeom>
        </p:spPr>
        <p:txBody>
          <a:bodyPr/>
          <a:lstStyle>
            <a:lvl1pPr marL="0" indent="0">
              <a:buNone/>
              <a:defRPr sz="1600" b="0">
                <a:solidFill>
                  <a:schemeClr val="accent4"/>
                </a:solidFill>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3" name="图片 2"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架构图-9">
    <p:spTree>
      <p:nvGrpSpPr>
        <p:cNvPr id="1" name=""/>
        <p:cNvGrpSpPr/>
        <p:nvPr/>
      </p:nvGrpSpPr>
      <p:grpSpPr>
        <a:xfrm>
          <a:off x="0" y="0"/>
          <a:ext cx="0" cy="0"/>
          <a:chOff x="0" y="0"/>
          <a:chExt cx="0" cy="0"/>
        </a:xfrm>
      </p:grpSpPr>
      <p:pic>
        <p:nvPicPr>
          <p:cNvPr id="15" name="图片 14"/>
          <p:cNvPicPr>
            <a:picLocks noGrp="1" noRot="1" noChangeAspect="1" noMove="1" noResize="1" noEditPoints="1" noAdjustHandles="1" noChangeArrowheads="1" noChangeShapeType="1" noCrop="1"/>
          </p:cNvPicPr>
          <p:nvPr userDrawn="1"/>
        </p:nvPicPr>
        <p:blipFill>
          <a:blip r:embed="rId2"/>
          <a:stretch>
            <a:fillRect/>
          </a:stretch>
        </p:blipFill>
        <p:spPr>
          <a:xfrm>
            <a:off x="0" y="-41294"/>
            <a:ext cx="12172950" cy="6858000"/>
          </a:xfrm>
          <a:prstGeom prst="rect">
            <a:avLst/>
          </a:prstGeom>
        </p:spPr>
      </p:pic>
      <p:sp>
        <p:nvSpPr>
          <p:cNvPr id="79" name="灯片编号占位符 1"/>
          <p:cNvSpPr>
            <a:spLocks noGrp="1"/>
          </p:cNvSpPr>
          <p:nvPr>
            <p:ph type="sldNum" sz="quarter" idx="4"/>
          </p:nvPr>
        </p:nvSpPr>
        <p:spPr>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7" name="椭圆 6"/>
          <p:cNvSpPr/>
          <p:nvPr userDrawn="1"/>
        </p:nvSpPr>
        <p:spPr>
          <a:xfrm>
            <a:off x="-1310103" y="4431233"/>
            <a:ext cx="3627403" cy="3627403"/>
          </a:xfrm>
          <a:prstGeom prst="ellipse">
            <a:avLst/>
          </a:prstGeom>
          <a:gradFill>
            <a:gsLst>
              <a:gs pos="0">
                <a:schemeClr val="accent1"/>
              </a:gs>
              <a:gs pos="100000">
                <a:schemeClr val="accent2">
                  <a:alpha val="2000"/>
                </a:schemeClr>
              </a:gs>
            </a:gsLst>
            <a:lin ang="5400000" scaled="1"/>
          </a:gra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8" name="矩形: 圆顶角 7"/>
          <p:cNvSpPr/>
          <p:nvPr userDrawn="1"/>
        </p:nvSpPr>
        <p:spPr>
          <a:xfrm>
            <a:off x="999744" y="1867321"/>
            <a:ext cx="10192497" cy="4063420"/>
          </a:xfrm>
          <a:prstGeom prst="round2SameRect">
            <a:avLst>
              <a:gd name="adj1" fmla="val 4793"/>
              <a:gd name="adj2" fmla="val 0"/>
            </a:avLst>
          </a:prstGeom>
          <a:solidFill>
            <a:schemeClr val="bg1"/>
          </a:solidFill>
          <a:ln w="9525">
            <a:noFill/>
            <a:round/>
          </a:ln>
          <a:effectLst>
            <a:outerShdw blurRad="558800" dir="2700000" algn="tl" rotWithShape="0">
              <a:schemeClr val="accent4">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9" name="矩形 8"/>
          <p:cNvSpPr/>
          <p:nvPr userDrawn="1"/>
        </p:nvSpPr>
        <p:spPr>
          <a:xfrm>
            <a:off x="999752" y="5747651"/>
            <a:ext cx="10192496" cy="425000"/>
          </a:xfrm>
          <a:prstGeom prst="rect">
            <a:avLst/>
          </a:prstGeom>
          <a:solidFill>
            <a:schemeClr val="accent3">
              <a:lumMod val="100000"/>
            </a:schemeClr>
          </a:solidFill>
          <a:ln w="38100">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noAutofit/>
          </a:bodyPr>
          <a:lstStyle/>
          <a:p>
            <a:pPr algn="ctr"/>
            <a:endParaRPr lang="zh-CN" altLang="en-US" dirty="0"/>
          </a:p>
        </p:txBody>
      </p:sp>
      <p:sp>
        <p:nvSpPr>
          <p:cNvPr id="16" name="图片占位符 15"/>
          <p:cNvSpPr>
            <a:spLocks noGrp="1"/>
          </p:cNvSpPr>
          <p:nvPr>
            <p:ph type="pic" sz="quarter" idx="13"/>
          </p:nvPr>
        </p:nvSpPr>
        <p:spPr>
          <a:xfrm>
            <a:off x="8111910" y="2123394"/>
            <a:ext cx="2632529" cy="3618499"/>
          </a:xfrm>
          <a:prstGeom prst="rect">
            <a:avLst/>
          </a:prstGeom>
          <a:pattFill prst="wdUpDiag">
            <a:fgClr>
              <a:schemeClr val="accent1"/>
            </a:fgClr>
            <a:bgClr>
              <a:schemeClr val="bg1"/>
            </a:bgClr>
          </a:pattFill>
        </p:spPr>
        <p:txBody>
          <a:bodyPr/>
          <a:lstStyle/>
          <a:p>
            <a:endParaRPr lang="zh-CN" altLang="en-US"/>
          </a:p>
        </p:txBody>
      </p:sp>
      <p:sp>
        <p:nvSpPr>
          <p:cNvPr id="17" name="文本占位符 6"/>
          <p:cNvSpPr>
            <a:spLocks noGrp="1"/>
          </p:cNvSpPr>
          <p:nvPr>
            <p:ph type="body" sz="quarter" idx="17" hasCustomPrompt="1"/>
          </p:nvPr>
        </p:nvSpPr>
        <p:spPr>
          <a:xfrm>
            <a:off x="1679019" y="2967903"/>
            <a:ext cx="5738768" cy="2400009"/>
          </a:xfrm>
          <a:prstGeom prst="rect">
            <a:avLst/>
          </a:prstGeom>
        </p:spPr>
        <p:txBody>
          <a:bodyPr/>
          <a:lstStyle>
            <a:lvl1pPr marL="0" indent="0" algn="ctr">
              <a:lnSpc>
                <a:spcPct val="150000"/>
              </a:lnSpc>
              <a:buNone/>
              <a:defRPr sz="1200" b="0">
                <a:solidFill>
                  <a:schemeClr val="accent4"/>
                </a:solidFill>
                <a:latin typeface="+mn-ea"/>
                <a:ea typeface="+mn-ea"/>
              </a:defRPr>
            </a:lvl1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r>
              <a:rPr lang="zh-CN" altLang="en-US" dirty="0"/>
              <a:t>请输入文本内容请输入文本内容请输入文本内容请输入文本内容请输入文本内容请输入文本内容请输入文本内容请输入文本内容</a:t>
            </a:r>
            <a:endParaRPr lang="zh-CN" altLang="en-US" dirty="0"/>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8" name="文本占位符 374"/>
          <p:cNvSpPr>
            <a:spLocks noGrp="1"/>
          </p:cNvSpPr>
          <p:nvPr>
            <p:ph type="body" sz="quarter" idx="18" hasCustomPrompt="1"/>
          </p:nvPr>
        </p:nvSpPr>
        <p:spPr>
          <a:xfrm>
            <a:off x="1679019" y="2370137"/>
            <a:ext cx="2433696" cy="274501"/>
          </a:xfrm>
          <a:prstGeom prst="rect">
            <a:avLst/>
          </a:prstGeom>
        </p:spPr>
        <p:txBody>
          <a:bodyPr/>
          <a:lstStyle>
            <a:lvl1pPr marL="0" indent="0">
              <a:buNone/>
              <a:defRPr sz="2000" b="1">
                <a:solidFill>
                  <a:schemeClr val="accent4"/>
                </a:solidFill>
                <a:latin typeface="+mj-ea"/>
                <a:ea typeface="+mj-ea"/>
              </a:defRPr>
            </a:lvl1pPr>
          </a:lstStyle>
          <a:p>
            <a:pPr lvl="0"/>
            <a:r>
              <a:rPr lang="zh-CN" altLang="en-US" dirty="0"/>
              <a:t>二级标题</a:t>
            </a:r>
            <a:endParaRPr lang="zh-CN" altLang="en-US" dirty="0"/>
          </a:p>
        </p:txBody>
      </p:sp>
      <p:cxnSp>
        <p:nvCxnSpPr>
          <p:cNvPr id="10" name="直接连接符 9"/>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20"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21"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sp>
        <p:nvSpPr>
          <p:cNvPr id="22" name="流程图: 离页连接符 21"/>
          <p:cNvSpPr/>
          <p:nvPr userDrawn="1"/>
        </p:nvSpPr>
        <p:spPr>
          <a:xfrm>
            <a:off x="10914678" y="1771750"/>
            <a:ext cx="362070" cy="485138"/>
          </a:xfrm>
          <a:prstGeom prst="flowChartOffpageConnector">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endParaRPr lang="zh-CN" altLang="en-US" sz="2135" dirty="0">
              <a:solidFill>
                <a:srgbClr val="CCECFF"/>
              </a:solidFill>
              <a:latin typeface="+mj-ea"/>
              <a:ea typeface="+mj-ea"/>
              <a:sym typeface="Arial" panose="020B0604020202020204" pitchFamily="34" charset="0"/>
            </a:endParaRPr>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纯图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19050" y="15228"/>
            <a:ext cx="12172950" cy="6858000"/>
          </a:xfrm>
          <a:prstGeom prst="rect">
            <a:avLst/>
          </a:prstGeom>
        </p:spPr>
      </p:pic>
      <p:sp>
        <p:nvSpPr>
          <p:cNvPr id="50" name="灯片编号占位符 1"/>
          <p:cNvSpPr txBox="1"/>
          <p:nvPr userDrawn="1"/>
        </p:nvSpPr>
        <p:spPr>
          <a:xfrm>
            <a:off x="10865739" y="6370578"/>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
        <p:nvSpPr>
          <p:cNvPr id="55" name="图片占位符 38"/>
          <p:cNvSpPr>
            <a:spLocks noGrp="1"/>
          </p:cNvSpPr>
          <p:nvPr>
            <p:ph type="pic" sz="quarter" idx="24"/>
          </p:nvPr>
        </p:nvSpPr>
        <p:spPr>
          <a:xfrm>
            <a:off x="3381784" y="2217057"/>
            <a:ext cx="1549400" cy="2106613"/>
          </a:xfrm>
          <a:prstGeom prst="rect">
            <a:avLst/>
          </a:prstGeom>
          <a:pattFill prst="wdUpDiag">
            <a:fgClr>
              <a:schemeClr val="accent1"/>
            </a:fgClr>
            <a:bgClr>
              <a:schemeClr val="bg1"/>
            </a:bgClr>
          </a:pattFill>
        </p:spPr>
        <p:txBody>
          <a:bodyPr/>
          <a:lstStyle/>
          <a:p>
            <a:endParaRPr lang="zh-CN" altLang="en-US"/>
          </a:p>
        </p:txBody>
      </p:sp>
      <p:sp>
        <p:nvSpPr>
          <p:cNvPr id="56" name="图片占位符 38"/>
          <p:cNvSpPr>
            <a:spLocks noGrp="1"/>
          </p:cNvSpPr>
          <p:nvPr>
            <p:ph type="pic" sz="quarter" idx="25"/>
          </p:nvPr>
        </p:nvSpPr>
        <p:spPr>
          <a:xfrm>
            <a:off x="7262019" y="2220856"/>
            <a:ext cx="1549400" cy="2106613"/>
          </a:xfrm>
          <a:prstGeom prst="rect">
            <a:avLst/>
          </a:prstGeom>
          <a:pattFill prst="wdUpDiag">
            <a:fgClr>
              <a:schemeClr val="accent1"/>
            </a:fgClr>
            <a:bgClr>
              <a:schemeClr val="bg1"/>
            </a:bgClr>
          </a:pattFill>
        </p:spPr>
        <p:txBody>
          <a:bodyPr/>
          <a:lstStyle/>
          <a:p>
            <a:endParaRPr lang="zh-CN" altLang="en-US"/>
          </a:p>
        </p:txBody>
      </p:sp>
      <p:sp>
        <p:nvSpPr>
          <p:cNvPr id="57" name="图片占位符 38"/>
          <p:cNvSpPr>
            <a:spLocks noGrp="1"/>
          </p:cNvSpPr>
          <p:nvPr>
            <p:ph type="pic" sz="quarter" idx="26"/>
          </p:nvPr>
        </p:nvSpPr>
        <p:spPr>
          <a:xfrm>
            <a:off x="5035582" y="2214047"/>
            <a:ext cx="2106556" cy="1542319"/>
          </a:xfrm>
          <a:prstGeom prst="rect">
            <a:avLst/>
          </a:prstGeom>
          <a:pattFill prst="wdUpDiag">
            <a:fgClr>
              <a:schemeClr val="accent1"/>
            </a:fgClr>
            <a:bgClr>
              <a:schemeClr val="bg1"/>
            </a:bgClr>
          </a:pattFill>
        </p:spPr>
        <p:txBody>
          <a:bodyPr/>
          <a:lstStyle/>
          <a:p>
            <a:endParaRPr lang="zh-CN" altLang="en-US"/>
          </a:p>
        </p:txBody>
      </p:sp>
      <p:sp>
        <p:nvSpPr>
          <p:cNvPr id="58" name="图片占位符 38"/>
          <p:cNvSpPr>
            <a:spLocks noGrp="1"/>
          </p:cNvSpPr>
          <p:nvPr>
            <p:ph type="pic" sz="quarter" idx="27"/>
          </p:nvPr>
        </p:nvSpPr>
        <p:spPr>
          <a:xfrm>
            <a:off x="1577295" y="3633756"/>
            <a:ext cx="1643223" cy="1296635"/>
          </a:xfrm>
          <a:prstGeom prst="rect">
            <a:avLst/>
          </a:prstGeom>
          <a:pattFill prst="wdUpDiag">
            <a:fgClr>
              <a:schemeClr val="accent1"/>
            </a:fgClr>
            <a:bgClr>
              <a:schemeClr val="bg1"/>
            </a:bgClr>
          </a:pattFill>
        </p:spPr>
        <p:txBody>
          <a:bodyPr/>
          <a:lstStyle/>
          <a:p>
            <a:endParaRPr lang="zh-CN" altLang="en-US"/>
          </a:p>
        </p:txBody>
      </p:sp>
      <p:sp>
        <p:nvSpPr>
          <p:cNvPr id="59" name="图片占位符 38"/>
          <p:cNvSpPr>
            <a:spLocks noGrp="1"/>
          </p:cNvSpPr>
          <p:nvPr>
            <p:ph type="pic" sz="quarter" idx="28"/>
          </p:nvPr>
        </p:nvSpPr>
        <p:spPr>
          <a:xfrm>
            <a:off x="9040025" y="2796582"/>
            <a:ext cx="1282583" cy="1649880"/>
          </a:xfrm>
          <a:prstGeom prst="rect">
            <a:avLst/>
          </a:prstGeom>
          <a:pattFill prst="wdUpDiag">
            <a:fgClr>
              <a:schemeClr val="accent1"/>
            </a:fgClr>
            <a:bgClr>
              <a:schemeClr val="bg1"/>
            </a:bgClr>
          </a:pattFill>
        </p:spPr>
        <p:txBody>
          <a:bodyPr/>
          <a:lstStyle/>
          <a:p>
            <a:endParaRPr lang="zh-CN" altLang="en-US"/>
          </a:p>
        </p:txBody>
      </p:sp>
      <p:sp>
        <p:nvSpPr>
          <p:cNvPr id="60" name="图片占位符 38"/>
          <p:cNvSpPr>
            <a:spLocks noGrp="1"/>
          </p:cNvSpPr>
          <p:nvPr>
            <p:ph type="pic" sz="quarter" idx="29"/>
          </p:nvPr>
        </p:nvSpPr>
        <p:spPr>
          <a:xfrm>
            <a:off x="2523297" y="2730722"/>
            <a:ext cx="757793" cy="714177"/>
          </a:xfrm>
          <a:prstGeom prst="rect">
            <a:avLst/>
          </a:prstGeom>
          <a:pattFill prst="wdUpDiag">
            <a:fgClr>
              <a:schemeClr val="accent1"/>
            </a:fgClr>
            <a:bgClr>
              <a:schemeClr val="bg1"/>
            </a:bgClr>
          </a:pattFill>
        </p:spPr>
        <p:txBody>
          <a:bodyPr/>
          <a:lstStyle/>
          <a:p>
            <a:endParaRPr lang="zh-CN" altLang="en-US" dirty="0"/>
          </a:p>
        </p:txBody>
      </p:sp>
      <p:sp>
        <p:nvSpPr>
          <p:cNvPr id="61" name="图片占位符 38"/>
          <p:cNvSpPr>
            <a:spLocks noGrp="1"/>
          </p:cNvSpPr>
          <p:nvPr>
            <p:ph type="pic" sz="quarter" idx="30"/>
          </p:nvPr>
        </p:nvSpPr>
        <p:spPr>
          <a:xfrm>
            <a:off x="4177423" y="4464953"/>
            <a:ext cx="757793" cy="714177"/>
          </a:xfrm>
          <a:prstGeom prst="rect">
            <a:avLst/>
          </a:prstGeom>
          <a:pattFill prst="wdUpDiag">
            <a:fgClr>
              <a:schemeClr val="accent1"/>
            </a:fgClr>
            <a:bgClr>
              <a:schemeClr val="bg1"/>
            </a:bgClr>
          </a:pattFill>
        </p:spPr>
        <p:txBody>
          <a:bodyPr/>
          <a:lstStyle/>
          <a:p>
            <a:pPr lvl="1"/>
            <a:endParaRPr lang="zh-CN" altLang="en-US" dirty="0"/>
          </a:p>
        </p:txBody>
      </p:sp>
      <p:sp>
        <p:nvSpPr>
          <p:cNvPr id="62" name="图片占位符 38"/>
          <p:cNvSpPr>
            <a:spLocks noGrp="1"/>
          </p:cNvSpPr>
          <p:nvPr>
            <p:ph type="pic" sz="quarter" idx="31"/>
          </p:nvPr>
        </p:nvSpPr>
        <p:spPr>
          <a:xfrm>
            <a:off x="5059597" y="3988742"/>
            <a:ext cx="721664" cy="1649161"/>
          </a:xfrm>
          <a:prstGeom prst="rect">
            <a:avLst/>
          </a:prstGeom>
          <a:pattFill prst="wdUpDiag">
            <a:fgClr>
              <a:schemeClr val="accent1"/>
            </a:fgClr>
            <a:bgClr>
              <a:schemeClr val="bg1"/>
            </a:bgClr>
          </a:pattFill>
        </p:spPr>
        <p:txBody>
          <a:bodyPr/>
          <a:lstStyle/>
          <a:p>
            <a:pPr lvl="1"/>
            <a:endParaRPr lang="zh-CN" altLang="en-US" dirty="0"/>
          </a:p>
        </p:txBody>
      </p:sp>
      <p:sp>
        <p:nvSpPr>
          <p:cNvPr id="63" name="图片占位符 38"/>
          <p:cNvSpPr>
            <a:spLocks noGrp="1"/>
          </p:cNvSpPr>
          <p:nvPr>
            <p:ph type="pic" sz="quarter" idx="32"/>
          </p:nvPr>
        </p:nvSpPr>
        <p:spPr>
          <a:xfrm>
            <a:off x="5881276" y="3997460"/>
            <a:ext cx="1260862" cy="1649161"/>
          </a:xfrm>
          <a:prstGeom prst="rect">
            <a:avLst/>
          </a:prstGeom>
          <a:pattFill prst="wdUpDiag">
            <a:fgClr>
              <a:schemeClr val="accent1"/>
            </a:fgClr>
            <a:bgClr>
              <a:schemeClr val="bg1"/>
            </a:bgClr>
          </a:pattFill>
        </p:spPr>
        <p:txBody>
          <a:bodyPr/>
          <a:lstStyle/>
          <a:p>
            <a:pPr lvl="1"/>
            <a:endParaRPr lang="zh-CN" altLang="en-US" dirty="0"/>
          </a:p>
        </p:txBody>
      </p:sp>
      <p:sp>
        <p:nvSpPr>
          <p:cNvPr id="64" name="图片占位符 38"/>
          <p:cNvSpPr>
            <a:spLocks noGrp="1"/>
          </p:cNvSpPr>
          <p:nvPr>
            <p:ph type="pic" sz="quarter" idx="33"/>
          </p:nvPr>
        </p:nvSpPr>
        <p:spPr>
          <a:xfrm>
            <a:off x="7226294" y="4468304"/>
            <a:ext cx="757793" cy="714177"/>
          </a:xfrm>
          <a:prstGeom prst="rect">
            <a:avLst/>
          </a:prstGeom>
          <a:pattFill prst="wdUpDiag">
            <a:fgClr>
              <a:schemeClr val="accent1"/>
            </a:fgClr>
            <a:bgClr>
              <a:schemeClr val="bg1"/>
            </a:bgClr>
          </a:pattFill>
        </p:spPr>
        <p:txBody>
          <a:bodyPr/>
          <a:lstStyle/>
          <a:p>
            <a:pPr lvl="1"/>
            <a:endParaRPr lang="zh-CN" altLang="en-US" dirty="0"/>
          </a:p>
        </p:txBody>
      </p:sp>
      <p:sp>
        <p:nvSpPr>
          <p:cNvPr id="65" name="图片占位符 38"/>
          <p:cNvSpPr>
            <a:spLocks noGrp="1"/>
          </p:cNvSpPr>
          <p:nvPr>
            <p:ph type="pic" sz="quarter" idx="34"/>
          </p:nvPr>
        </p:nvSpPr>
        <p:spPr>
          <a:xfrm>
            <a:off x="8056378" y="4468304"/>
            <a:ext cx="757793" cy="714177"/>
          </a:xfrm>
          <a:prstGeom prst="rect">
            <a:avLst/>
          </a:prstGeom>
          <a:pattFill prst="wdUpDiag">
            <a:fgClr>
              <a:schemeClr val="accent1"/>
            </a:fgClr>
            <a:bgClr>
              <a:schemeClr val="bg1"/>
            </a:bgClr>
          </a:pattFill>
        </p:spPr>
        <p:txBody>
          <a:bodyPr/>
          <a:lstStyle/>
          <a:p>
            <a:pPr lvl="1"/>
            <a:endParaRPr lang="zh-CN" altLang="en-US" dirty="0"/>
          </a:p>
        </p:txBody>
      </p:sp>
      <p:cxnSp>
        <p:nvCxnSpPr>
          <p:cNvPr id="7" name="直接连接符 6"/>
          <p:cNvCxnSpPr/>
          <p:nvPr userDrawn="1"/>
        </p:nvCxnSpPr>
        <p:spPr>
          <a:xfrm>
            <a:off x="671288" y="898047"/>
            <a:ext cx="0" cy="1158913"/>
          </a:xfrm>
          <a:prstGeom prst="line">
            <a:avLst/>
          </a:prstGeom>
          <a:ln w="22225" cap="rnd">
            <a:gradFill>
              <a:gsLst>
                <a:gs pos="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800193" y="691288"/>
            <a:ext cx="0" cy="881329"/>
          </a:xfrm>
          <a:prstGeom prst="line">
            <a:avLst/>
          </a:prstGeom>
          <a:ln w="50800" cap="rnd">
            <a:gradFill>
              <a:gsLst>
                <a:gs pos="20000">
                  <a:srgbClr val="C00000"/>
                </a:gs>
                <a:gs pos="78000">
                  <a:schemeClr val="bg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9" name="文本占位符 2"/>
          <p:cNvSpPr>
            <a:spLocks noGrp="1"/>
          </p:cNvSpPr>
          <p:nvPr>
            <p:ph type="body" sz="quarter" idx="11" hasCustomPrompt="1"/>
          </p:nvPr>
        </p:nvSpPr>
        <p:spPr>
          <a:xfrm>
            <a:off x="1007010" y="684254"/>
            <a:ext cx="3541393" cy="497936"/>
          </a:xfrm>
          <a:prstGeom prst="rect">
            <a:avLst/>
          </a:prstGeom>
        </p:spPr>
        <p:txBody>
          <a:bodyPr/>
          <a:lstStyle>
            <a:lvl1pPr marL="0" indent="0">
              <a:buNone/>
              <a:defRPr sz="2800">
                <a:solidFill>
                  <a:schemeClr val="accent6"/>
                </a:solidFill>
              </a:defRPr>
            </a:lvl1pPr>
          </a:lstStyle>
          <a:p>
            <a:pPr lvl="0"/>
            <a:r>
              <a:rPr lang="zh-CN" altLang="en-US" dirty="0"/>
              <a:t>一级标题</a:t>
            </a:r>
            <a:endParaRPr lang="zh-CN" altLang="en-US" dirty="0"/>
          </a:p>
        </p:txBody>
      </p:sp>
      <p:sp>
        <p:nvSpPr>
          <p:cNvPr id="10" name="文本占位符 6"/>
          <p:cNvSpPr>
            <a:spLocks noGrp="1"/>
          </p:cNvSpPr>
          <p:nvPr>
            <p:ph type="body" sz="quarter" idx="12" hasCustomPrompt="1"/>
          </p:nvPr>
        </p:nvSpPr>
        <p:spPr>
          <a:xfrm>
            <a:off x="1007010" y="1128125"/>
            <a:ext cx="3541395" cy="243007"/>
          </a:xfrm>
          <a:prstGeom prst="rect">
            <a:avLst/>
          </a:prstGeom>
        </p:spPr>
        <p:txBody>
          <a:bodyPr/>
          <a:lstStyle>
            <a:lvl1pPr marL="0" indent="0">
              <a:buNone/>
              <a:defRPr sz="1200">
                <a:solidFill>
                  <a:schemeClr val="accent2"/>
                </a:solidFill>
                <a:latin typeface="+mn-lt"/>
              </a:defRPr>
            </a:lvl1pPr>
          </a:lstStyle>
          <a:p>
            <a:pPr lvl="0"/>
            <a:r>
              <a:rPr lang="en-US" altLang="zh-CN" dirty="0"/>
              <a:t>TITEL CONTENT</a:t>
            </a:r>
            <a:endParaRPr lang="zh-CN" altLang="en-US" dirty="0"/>
          </a:p>
        </p:txBody>
      </p:sp>
      <p:pic>
        <p:nvPicPr>
          <p:cNvPr id="12" name="图片 11" descr="资源 1@3x"/>
          <p:cNvPicPr>
            <a:picLocks noChangeAspect="1"/>
          </p:cNvPicPr>
          <p:nvPr userDrawn="1"/>
        </p:nvPicPr>
        <p:blipFill>
          <a:blip r:embed="rId3"/>
          <a:stretch>
            <a:fillRect/>
          </a:stretch>
        </p:blipFill>
        <p:spPr>
          <a:xfrm>
            <a:off x="10414000" y="386715"/>
            <a:ext cx="1228090" cy="318135"/>
          </a:xfrm>
          <a:prstGeom prst="rect">
            <a:avLst/>
          </a:prstGeom>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主题-封底页">
    <p:spTree>
      <p:nvGrpSpPr>
        <p:cNvPr id="1" name=""/>
        <p:cNvGrpSpPr/>
        <p:nvPr/>
      </p:nvGrpSpPr>
      <p:grpSpPr>
        <a:xfrm>
          <a:off x="0" y="0"/>
          <a:ext cx="0" cy="0"/>
          <a:chOff x="0" y="0"/>
          <a:chExt cx="0" cy="0"/>
        </a:xfrm>
      </p:grpSpPr>
      <p:sp>
        <p:nvSpPr>
          <p:cNvPr id="2" name="Slide Number Placeholder 5"/>
          <p:cNvSpPr txBox="1"/>
          <p:nvPr userDrawn="1"/>
        </p:nvSpPr>
        <p:spPr>
          <a:xfrm>
            <a:off x="10875264" y="6195060"/>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AA277DB-22BF-421D-A9E4-4650984A941D}" type="slidenum">
              <a:rPr lang="en-US" smtClean="0"/>
            </a:fld>
            <a:endParaRPr lang="en-US" dirty="0"/>
          </a:p>
        </p:txBody>
      </p:sp>
      <p:pic>
        <p:nvPicPr>
          <p:cNvPr id="3" name="图片 2"/>
          <p:cNvPicPr>
            <a:picLocks noChangeAspect="1"/>
          </p:cNvPicPr>
          <p:nvPr userDrawn="1"/>
        </p:nvPicPr>
        <p:blipFill>
          <a:blip r:embed="rId2">
            <a:extLst>
              <a:ext uri="{BEBA8EAE-BF5A-486C-A8C5-ECC9F3942E4B}">
                <a14:imgProps xmlns:a14="http://schemas.microsoft.com/office/drawing/2010/main">
                  <a14:imgLayer r:embed="rId3">
                    <a14:imgEffect>
                      <a14:colorTemperature colorTemp="9775"/>
                    </a14:imgEffect>
                  </a14:imgLayer>
                </a14:imgProps>
              </a:ext>
              <a:ext uri="{28A0092B-C50C-407E-A947-70E740481C1C}">
                <a14:useLocalDpi xmlns:a14="http://schemas.microsoft.com/office/drawing/2010/main" val="0"/>
              </a:ext>
            </a:extLst>
          </a:blip>
          <a:srcRect t="7786" b="7786"/>
          <a:stretch>
            <a:fillRect/>
          </a:stretch>
        </p:blipFill>
        <p:spPr>
          <a:xfrm>
            <a:off x="0" y="0"/>
            <a:ext cx="12192000" cy="6858000"/>
          </a:xfrm>
          <a:prstGeom prst="rect">
            <a:avLst/>
          </a:prstGeom>
        </p:spPr>
      </p:pic>
      <p:sp>
        <p:nvSpPr>
          <p:cNvPr id="4" name="矩形 3"/>
          <p:cNvSpPr/>
          <p:nvPr userDrawn="1"/>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p:cNvSpPr/>
          <p:nvPr userDrawn="1"/>
        </p:nvSpPr>
        <p:spPr>
          <a:xfrm>
            <a:off x="0" y="3585136"/>
            <a:ext cx="12192000" cy="2672390"/>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396142">
                <a:moveTo>
                  <a:pt x="12192000" y="0"/>
                </a:moveTo>
                <a:lnTo>
                  <a:pt x="12192000" y="3396142"/>
                </a:lnTo>
                <a:lnTo>
                  <a:pt x="2026591" y="3396142"/>
                </a:lnTo>
                <a:lnTo>
                  <a:pt x="1684712" y="3181120"/>
                </a:lnTo>
                <a:cubicBezTo>
                  <a:pt x="1110521" y="2800697"/>
                  <a:pt x="574473" y="2367317"/>
                  <a:pt x="83533" y="1887945"/>
                </a:cubicBezTo>
                <a:lnTo>
                  <a:pt x="0" y="1803411"/>
                </a:lnTo>
                <a:lnTo>
                  <a:pt x="0" y="208004"/>
                </a:lnTo>
                <a:lnTo>
                  <a:pt x="180509" y="327593"/>
                </a:lnTo>
                <a:cubicBezTo>
                  <a:pt x="1851785" y="1370880"/>
                  <a:pt x="3826310" y="1973744"/>
                  <a:pt x="5941644" y="1973744"/>
                </a:cubicBezTo>
                <a:cubicBezTo>
                  <a:pt x="8197996" y="1973744"/>
                  <a:pt x="10294143" y="1287818"/>
                  <a:pt x="12032939" y="1131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 name="TextBox 14"/>
          <p:cNvSpPr txBox="1"/>
          <p:nvPr userDrawn="1"/>
        </p:nvSpPr>
        <p:spPr>
          <a:xfrm>
            <a:off x="3148040" y="3363308"/>
            <a:ext cx="5505813" cy="414020"/>
          </a:xfrm>
          <a:prstGeom prst="rect">
            <a:avLst/>
          </a:prstGeom>
          <a:noFill/>
        </p:spPr>
        <p:txBody>
          <a:bodyPr wrap="square" rtlCol="0">
            <a:spAutoFit/>
          </a:bodyPr>
          <a:lstStyle/>
          <a:p>
            <a:pPr lvl="1" algn="dist">
              <a:lnSpc>
                <a:spcPct val="150000"/>
              </a:lnSpc>
            </a:pPr>
            <a:r>
              <a:rPr lang="zh-CN" altLang="en-US" sz="1400" spc="300" dirty="0">
                <a:solidFill>
                  <a:schemeClr val="accent4"/>
                </a:solidFill>
                <a:cs typeface="+mn-ea"/>
                <a:sym typeface="+mn-lt"/>
              </a:rPr>
              <a:t>诚信铸就品牌 专业</a:t>
            </a:r>
            <a:r>
              <a:rPr lang="zh-CN" altLang="en-US" sz="1400" spc="300" dirty="0">
                <a:solidFill>
                  <a:schemeClr val="accent4"/>
                </a:solidFill>
                <a:cs typeface="+mn-ea"/>
                <a:sym typeface="+mn-lt"/>
              </a:rPr>
              <a:t>创造价值</a:t>
            </a:r>
            <a:endParaRPr lang="en-US" sz="1400" spc="300" dirty="0">
              <a:solidFill>
                <a:schemeClr val="accent4"/>
              </a:solidFill>
              <a:cs typeface="+mn-ea"/>
              <a:sym typeface="+mn-lt"/>
            </a:endParaRPr>
          </a:p>
        </p:txBody>
      </p:sp>
      <p:sp>
        <p:nvSpPr>
          <p:cNvPr id="8" name="矩形 7"/>
          <p:cNvSpPr/>
          <p:nvPr userDrawn="1"/>
        </p:nvSpPr>
        <p:spPr>
          <a:xfrm>
            <a:off x="442964" y="-2354"/>
            <a:ext cx="317924" cy="762000"/>
          </a:xfrm>
          <a:prstGeom prst="rect">
            <a:avLst/>
          </a:prstGeom>
          <a:solidFill>
            <a:schemeClr val="accent3">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userDrawn="1"/>
        </p:nvSpPr>
        <p:spPr>
          <a:xfrm>
            <a:off x="-18172" y="3773714"/>
            <a:ext cx="12225376" cy="3111582"/>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 name="connsiteX0-1" fmla="*/ 12192000 w 12192000"/>
              <a:gd name="connsiteY0-2" fmla="*/ 0 h 3396142"/>
              <a:gd name="connsiteX1-3" fmla="*/ 12192000 w 12192000"/>
              <a:gd name="connsiteY1-4" fmla="*/ 3396142 h 3396142"/>
              <a:gd name="connsiteX2-5" fmla="*/ 2026591 w 12192000"/>
              <a:gd name="connsiteY2-6" fmla="*/ 3396142 h 3396142"/>
              <a:gd name="connsiteX3-7" fmla="*/ 1684712 w 12192000"/>
              <a:gd name="connsiteY3-8" fmla="*/ 3181120 h 3396142"/>
              <a:gd name="connsiteX4-9" fmla="*/ 83533 w 12192000"/>
              <a:gd name="connsiteY4-10" fmla="*/ 1887945 h 3396142"/>
              <a:gd name="connsiteX5-11" fmla="*/ 0 w 12192000"/>
              <a:gd name="connsiteY5-12" fmla="*/ 208004 h 3396142"/>
              <a:gd name="connsiteX6-13" fmla="*/ 180509 w 12192000"/>
              <a:gd name="connsiteY6-14" fmla="*/ 327593 h 3396142"/>
              <a:gd name="connsiteX7-15" fmla="*/ 5941644 w 12192000"/>
              <a:gd name="connsiteY7-16" fmla="*/ 1973744 h 3396142"/>
              <a:gd name="connsiteX8-17" fmla="*/ 12032939 w 12192000"/>
              <a:gd name="connsiteY8-18" fmla="*/ 113111 h 3396142"/>
              <a:gd name="connsiteX9-19" fmla="*/ 12192000 w 12192000"/>
              <a:gd name="connsiteY9-20" fmla="*/ 0 h 3396142"/>
              <a:gd name="connsiteX0-21" fmla="*/ 12192000 w 12192000"/>
              <a:gd name="connsiteY0-22" fmla="*/ 0 h 3396142"/>
              <a:gd name="connsiteX1-23" fmla="*/ 12192000 w 12192000"/>
              <a:gd name="connsiteY1-24" fmla="*/ 3396142 h 3396142"/>
              <a:gd name="connsiteX2-25" fmla="*/ 2026591 w 12192000"/>
              <a:gd name="connsiteY2-26" fmla="*/ 3396142 h 3396142"/>
              <a:gd name="connsiteX3-27" fmla="*/ 83533 w 12192000"/>
              <a:gd name="connsiteY3-28" fmla="*/ 1887945 h 3396142"/>
              <a:gd name="connsiteX4-29" fmla="*/ 0 w 12192000"/>
              <a:gd name="connsiteY4-30" fmla="*/ 208004 h 3396142"/>
              <a:gd name="connsiteX5-31" fmla="*/ 180509 w 12192000"/>
              <a:gd name="connsiteY5-32" fmla="*/ 327593 h 3396142"/>
              <a:gd name="connsiteX6-33" fmla="*/ 5941644 w 12192000"/>
              <a:gd name="connsiteY6-34" fmla="*/ 1973744 h 3396142"/>
              <a:gd name="connsiteX7-35" fmla="*/ 12032939 w 12192000"/>
              <a:gd name="connsiteY7-36" fmla="*/ 113111 h 3396142"/>
              <a:gd name="connsiteX8-37" fmla="*/ 12192000 w 12192000"/>
              <a:gd name="connsiteY8-38" fmla="*/ 0 h 3396142"/>
              <a:gd name="connsiteX0-39" fmla="*/ 12210194 w 12210194"/>
              <a:gd name="connsiteY0-40" fmla="*/ 0 h 3426198"/>
              <a:gd name="connsiteX1-41" fmla="*/ 12210194 w 12210194"/>
              <a:gd name="connsiteY1-42" fmla="*/ 3396142 h 3426198"/>
              <a:gd name="connsiteX2-43" fmla="*/ 2044785 w 12210194"/>
              <a:gd name="connsiteY2-44" fmla="*/ 3396142 h 3426198"/>
              <a:gd name="connsiteX3-45" fmla="*/ 0 w 12210194"/>
              <a:gd name="connsiteY3-46" fmla="*/ 3426198 h 3426198"/>
              <a:gd name="connsiteX4-47" fmla="*/ 18194 w 12210194"/>
              <a:gd name="connsiteY4-48" fmla="*/ 208004 h 3426198"/>
              <a:gd name="connsiteX5-49" fmla="*/ 198703 w 12210194"/>
              <a:gd name="connsiteY5-50" fmla="*/ 327593 h 3426198"/>
              <a:gd name="connsiteX6-51" fmla="*/ 5959838 w 12210194"/>
              <a:gd name="connsiteY6-52" fmla="*/ 1973744 h 3426198"/>
              <a:gd name="connsiteX7-53" fmla="*/ 12051133 w 12210194"/>
              <a:gd name="connsiteY7-54" fmla="*/ 113111 h 3426198"/>
              <a:gd name="connsiteX8-55" fmla="*/ 12210194 w 12210194"/>
              <a:gd name="connsiteY8-56" fmla="*/ 0 h 34261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210194" h="3426198">
                <a:moveTo>
                  <a:pt x="12210194" y="0"/>
                </a:moveTo>
                <a:lnTo>
                  <a:pt x="12210194" y="3396142"/>
                </a:lnTo>
                <a:lnTo>
                  <a:pt x="2044785" y="3396142"/>
                </a:lnTo>
                <a:lnTo>
                  <a:pt x="0" y="3426198"/>
                </a:lnTo>
                <a:lnTo>
                  <a:pt x="18194" y="208004"/>
                </a:lnTo>
                <a:lnTo>
                  <a:pt x="198703" y="327593"/>
                </a:lnTo>
                <a:cubicBezTo>
                  <a:pt x="1869979" y="1370880"/>
                  <a:pt x="3844504" y="1973744"/>
                  <a:pt x="5959838" y="1973744"/>
                </a:cubicBezTo>
                <a:cubicBezTo>
                  <a:pt x="8216190" y="1973744"/>
                  <a:pt x="10312337" y="1287818"/>
                  <a:pt x="12051133" y="113111"/>
                </a:cubicBezTo>
                <a:lnTo>
                  <a:pt x="12210194" y="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任意多边形: 形状 9"/>
          <p:cNvSpPr/>
          <p:nvPr userDrawn="1"/>
        </p:nvSpPr>
        <p:spPr>
          <a:xfrm rot="21343941">
            <a:off x="97056" y="2568014"/>
            <a:ext cx="12073064" cy="3466933"/>
          </a:xfrm>
          <a:custGeom>
            <a:avLst/>
            <a:gdLst>
              <a:gd name="connsiteX0" fmla="*/ 23314 w 12071456"/>
              <a:gd name="connsiteY0" fmla="*/ 0 h 3674739"/>
              <a:gd name="connsiteX1" fmla="*/ 118044 w 12071456"/>
              <a:gd name="connsiteY1" fmla="*/ 109689 h 3674739"/>
              <a:gd name="connsiteX2" fmla="*/ 7574592 w 12071456"/>
              <a:gd name="connsiteY2" fmla="*/ 3450155 h 3674739"/>
              <a:gd name="connsiteX3" fmla="*/ 11879273 w 12071456"/>
              <a:gd name="connsiteY3" fmla="*/ 2477937 h 3674739"/>
              <a:gd name="connsiteX4" fmla="*/ 12071456 w 12071456"/>
              <a:gd name="connsiteY4" fmla="*/ 2382071 h 3674739"/>
              <a:gd name="connsiteX5" fmla="*/ 12052028 w 12071456"/>
              <a:gd name="connsiteY5" fmla="*/ 2642417 h 3674739"/>
              <a:gd name="connsiteX6" fmla="*/ 11835629 w 12071456"/>
              <a:gd name="connsiteY6" fmla="*/ 2746482 h 3674739"/>
              <a:gd name="connsiteX7" fmla="*/ 7574591 w 12071456"/>
              <a:gd name="connsiteY7" fmla="*/ 3674739 h 3674739"/>
              <a:gd name="connsiteX8" fmla="*/ 168459 w 12071456"/>
              <a:gd name="connsiteY8" fmla="*/ 495849 h 3674739"/>
              <a:gd name="connsiteX9" fmla="*/ 0 w 12071456"/>
              <a:gd name="connsiteY9" fmla="*/ 312433 h 367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71456" h="3674739">
                <a:moveTo>
                  <a:pt x="23314" y="0"/>
                </a:moveTo>
                <a:lnTo>
                  <a:pt x="118044" y="109689"/>
                </a:lnTo>
                <a:cubicBezTo>
                  <a:pt x="1947940" y="2159572"/>
                  <a:pt x="4610550" y="3450155"/>
                  <a:pt x="7574592" y="3450155"/>
                </a:cubicBezTo>
                <a:cubicBezTo>
                  <a:pt x="9115894" y="3450155"/>
                  <a:pt x="10575689" y="3101181"/>
                  <a:pt x="11879273" y="2477937"/>
                </a:cubicBezTo>
                <a:lnTo>
                  <a:pt x="12071456" y="2382071"/>
                </a:lnTo>
                <a:lnTo>
                  <a:pt x="12052028" y="2642417"/>
                </a:lnTo>
                <a:lnTo>
                  <a:pt x="11835629" y="2746482"/>
                </a:lnTo>
                <a:cubicBezTo>
                  <a:pt x="10538661" y="3342438"/>
                  <a:pt x="9095433" y="3674739"/>
                  <a:pt x="7574591" y="3674739"/>
                </a:cubicBezTo>
                <a:cubicBezTo>
                  <a:pt x="4659644" y="3674739"/>
                  <a:pt x="2029819" y="2453994"/>
                  <a:pt x="168459" y="495849"/>
                </a:cubicBezTo>
                <a:lnTo>
                  <a:pt x="0" y="312433"/>
                </a:lnTo>
                <a:close/>
              </a:path>
            </a:pathLst>
          </a:custGeom>
          <a:solidFill>
            <a:schemeClr val="accent1">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文本占位符 11"/>
          <p:cNvSpPr>
            <a:spLocks noGrp="1"/>
          </p:cNvSpPr>
          <p:nvPr>
            <p:ph type="body" sz="quarter" idx="10" hasCustomPrompt="1"/>
          </p:nvPr>
        </p:nvSpPr>
        <p:spPr>
          <a:xfrm>
            <a:off x="4704431" y="2734322"/>
            <a:ext cx="2780170" cy="817563"/>
          </a:xfrm>
          <a:prstGeom prst="rect">
            <a:avLst/>
          </a:prstGeom>
        </p:spPr>
        <p:txBody>
          <a:bodyPr/>
          <a:lstStyle>
            <a:lvl1pPr marL="0" indent="0" algn="dist">
              <a:buNone/>
              <a:defRPr sz="4000" b="1" spc="-300">
                <a:latin typeface="+mj-ea"/>
                <a:ea typeface="+mj-ea"/>
              </a:defRPr>
            </a:lvl1pPr>
          </a:lstStyle>
          <a:p>
            <a:pPr lvl="0"/>
            <a:r>
              <a:rPr lang="en-US" altLang="zh-CN" dirty="0"/>
              <a:t>THANKS</a:t>
            </a:r>
            <a:endParaRPr lang="zh-CN" altLang="en-US" dirty="0"/>
          </a:p>
        </p:txBody>
      </p:sp>
      <p:sp>
        <p:nvSpPr>
          <p:cNvPr id="14" name="灯片编号占位符 1"/>
          <p:cNvSpPr>
            <a:spLocks noGrp="1"/>
          </p:cNvSpPr>
          <p:nvPr>
            <p:ph type="sldNum" sz="quarter" idx="4"/>
          </p:nvPr>
        </p:nvSpPr>
        <p:spPr>
          <a:xfrm>
            <a:off x="11033760" y="6250138"/>
            <a:ext cx="316992" cy="262467"/>
          </a:xfrm>
          <a:prstGeom prst="rect">
            <a:avLst/>
          </a:prstGeom>
        </p:spPr>
        <p:txBody>
          <a:bodyPr/>
          <a:lstStyle/>
          <a:p>
            <a:fld id="{86CB4B4D-7CA3-9044-876B-883B54F8677D}" type="slidenum">
              <a:rPr lang="en-US" altLang="zh-CN" smtClean="0">
                <a:latin typeface="+mn-lt"/>
                <a:cs typeface="+mn-ea"/>
                <a:sym typeface="+mn-lt"/>
              </a:rPr>
            </a:fld>
            <a:endParaRPr lang="zh-CN" altLang="en-US" dirty="0">
              <a:latin typeface="+mn-lt"/>
              <a:cs typeface="+mn-ea"/>
              <a:sym typeface="+mn-lt"/>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0AA277DB-22BF-421D-A9E4-4650984A941D}" type="slidenum">
              <a:rPr lang="en-US" smtClean="0"/>
            </a:fld>
            <a:endParaRPr 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13" name="组合 12"/>
          <p:cNvGrpSpPr/>
          <p:nvPr userDrawn="1"/>
        </p:nvGrpSpPr>
        <p:grpSpPr>
          <a:xfrm>
            <a:off x="-15240" y="0"/>
            <a:ext cx="12268200" cy="6588760"/>
            <a:chOff x="23167" y="1798"/>
            <a:chExt cx="19320" cy="10376"/>
          </a:xfrm>
        </p:grpSpPr>
        <p:pic>
          <p:nvPicPr>
            <p:cNvPr id="2" name="图片 1"/>
            <p:cNvPicPr>
              <a:picLocks noChangeAspect="1"/>
            </p:cNvPicPr>
            <p:nvPr userDrawn="1"/>
          </p:nvPicPr>
          <p:blipFill>
            <a:blip r:embed="rId2">
              <a:alphaModFix amt="71000"/>
              <a:extLst>
                <a:ext uri="{BEBA8EAE-BF5A-486C-A8C5-ECC9F3942E4B}">
                  <a14:imgProps xmlns:a14="http://schemas.microsoft.com/office/drawing/2010/main">
                    <a14:imgLayer r:embed="rId3">
                      <a14:imgEffect>
                        <a14:saturation sat="63000"/>
                      </a14:imgEffect>
                    </a14:imgLayer>
                  </a14:imgProps>
                </a:ext>
              </a:extLst>
            </a:blip>
            <a:srcRect l="653"/>
            <a:stretch>
              <a:fillRect/>
            </a:stretch>
          </p:blipFill>
          <p:spPr>
            <a:xfrm>
              <a:off x="23170" y="1944"/>
              <a:ext cx="19313" cy="9660"/>
            </a:xfrm>
            <a:prstGeom prst="rect">
              <a:avLst/>
            </a:prstGeom>
          </p:spPr>
        </p:pic>
        <p:sp>
          <p:nvSpPr>
            <p:cNvPr id="5" name="矩形 4"/>
            <p:cNvSpPr/>
            <p:nvPr userDrawn="1"/>
          </p:nvSpPr>
          <p:spPr>
            <a:xfrm>
              <a:off x="23167" y="1798"/>
              <a:ext cx="19320" cy="10376"/>
            </a:xfrm>
            <a:prstGeom prst="rect">
              <a:avLst/>
            </a:prstGeom>
            <a:gradFill>
              <a:gsLst>
                <a:gs pos="0">
                  <a:schemeClr val="bg1"/>
                </a:gs>
                <a:gs pos="100000">
                  <a:schemeClr val="bg1">
                    <a:alpha val="8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Light" panose="020B0502040204020203" pitchFamily="34" charset="-122"/>
                <a:ea typeface="微软雅黑" panose="020B0503020204020204" pitchFamily="34" charset="-122"/>
              </a:endParaRPr>
            </a:p>
          </p:txBody>
        </p:sp>
      </p:grpSp>
      <p:sp>
        <p:nvSpPr>
          <p:cNvPr id="3" name="灯片编号占位符 2"/>
          <p:cNvSpPr>
            <a:spLocks noGrp="1"/>
          </p:cNvSpPr>
          <p:nvPr>
            <p:ph type="sldNum" sz="quarter" idx="10"/>
          </p:nvPr>
        </p:nvSpPr>
        <p:spPr/>
        <p:txBody>
          <a:bodyPr/>
          <a:lstStyle/>
          <a:p>
            <a:fld id="{0AA277DB-22BF-421D-A9E4-4650984A941D}" type="slidenum">
              <a:rPr lang="en-US" smtClean="0"/>
            </a:fld>
            <a:endParaRPr lang="en-US" dirty="0"/>
          </a:p>
        </p:txBody>
      </p:sp>
      <p:sp>
        <p:nvSpPr>
          <p:cNvPr id="4" name="Slide Number Placeholder 5"/>
          <p:cNvSpPr txBox="1"/>
          <p:nvPr userDrawn="1"/>
        </p:nvSpPr>
        <p:spPr>
          <a:xfrm>
            <a:off x="10875264" y="6195060"/>
            <a:ext cx="316992" cy="262467"/>
          </a:xfrm>
          <a:prstGeom prst="rect">
            <a:avLst/>
          </a:prstGeom>
        </p:spPr>
        <p:txBody>
          <a:bodyPr lIns="0" tIns="18288" rIns="0" bIns="18288"/>
          <a:lstStyle>
            <a:defPPr>
              <a:defRPr lang="en-US"/>
            </a:defPPr>
            <a:lvl1pPr marL="0" algn="ctr" defTabSz="457200" rtl="0" eaLnBrk="1" latinLnBrk="0" hangingPunct="1">
              <a:defRPr sz="1065" b="1" kern="1200" baseline="0">
                <a:solidFill>
                  <a:schemeClr val="bg1">
                    <a:lumMod val="50000"/>
                  </a:schemeClr>
                </a:solidFill>
                <a:latin typeface="+mn-ea"/>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AA277DB-22BF-421D-A9E4-4650984A941D}" type="slidenum">
              <a:rPr lang="en-US" smtClean="0"/>
            </a:fld>
            <a:endParaRPr lang="en-US" dirty="0"/>
          </a:p>
        </p:txBody>
      </p:sp>
      <p:sp>
        <p:nvSpPr>
          <p:cNvPr id="7" name="任意多边形: 形状 6"/>
          <p:cNvSpPr/>
          <p:nvPr userDrawn="1"/>
        </p:nvSpPr>
        <p:spPr>
          <a:xfrm>
            <a:off x="0" y="3585136"/>
            <a:ext cx="12192000" cy="2672390"/>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396142">
                <a:moveTo>
                  <a:pt x="12192000" y="0"/>
                </a:moveTo>
                <a:lnTo>
                  <a:pt x="12192000" y="3396142"/>
                </a:lnTo>
                <a:lnTo>
                  <a:pt x="2026591" y="3396142"/>
                </a:lnTo>
                <a:lnTo>
                  <a:pt x="1684712" y="3181120"/>
                </a:lnTo>
                <a:cubicBezTo>
                  <a:pt x="1110521" y="2800697"/>
                  <a:pt x="574473" y="2367317"/>
                  <a:pt x="83533" y="1887945"/>
                </a:cubicBezTo>
                <a:lnTo>
                  <a:pt x="0" y="1803411"/>
                </a:lnTo>
                <a:lnTo>
                  <a:pt x="0" y="208004"/>
                </a:lnTo>
                <a:lnTo>
                  <a:pt x="180509" y="327593"/>
                </a:lnTo>
                <a:cubicBezTo>
                  <a:pt x="1851785" y="1370880"/>
                  <a:pt x="3826310" y="1973744"/>
                  <a:pt x="5941644" y="1973744"/>
                </a:cubicBezTo>
                <a:cubicBezTo>
                  <a:pt x="8197996" y="1973744"/>
                  <a:pt x="10294143" y="1287818"/>
                  <a:pt x="12032939" y="1131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 name="TextBox 14"/>
          <p:cNvSpPr txBox="1"/>
          <p:nvPr userDrawn="1"/>
        </p:nvSpPr>
        <p:spPr>
          <a:xfrm>
            <a:off x="3148040" y="3363308"/>
            <a:ext cx="5505813" cy="414020"/>
          </a:xfrm>
          <a:prstGeom prst="rect">
            <a:avLst/>
          </a:prstGeom>
          <a:noFill/>
        </p:spPr>
        <p:txBody>
          <a:bodyPr wrap="square" rtlCol="0">
            <a:spAutoFit/>
          </a:bodyPr>
          <a:lstStyle/>
          <a:p>
            <a:pPr lvl="1" algn="dist">
              <a:lnSpc>
                <a:spcPct val="150000"/>
              </a:lnSpc>
            </a:pPr>
            <a:r>
              <a:rPr lang="zh-CN" altLang="en-US" sz="1400" spc="300" dirty="0">
                <a:solidFill>
                  <a:schemeClr val="accent4"/>
                </a:solidFill>
                <a:cs typeface="+mn-ea"/>
                <a:sym typeface="+mn-lt"/>
              </a:rPr>
              <a:t>诚信铸就品牌 专业创造价值</a:t>
            </a:r>
            <a:endParaRPr lang="en-US" sz="1400" spc="300" dirty="0">
              <a:solidFill>
                <a:schemeClr val="accent4"/>
              </a:solidFill>
              <a:cs typeface="+mn-ea"/>
              <a:sym typeface="+mn-lt"/>
            </a:endParaRPr>
          </a:p>
        </p:txBody>
      </p:sp>
      <p:sp>
        <p:nvSpPr>
          <p:cNvPr id="10" name="任意多边形: 形状 9"/>
          <p:cNvSpPr/>
          <p:nvPr userDrawn="1"/>
        </p:nvSpPr>
        <p:spPr>
          <a:xfrm>
            <a:off x="-18172" y="3773714"/>
            <a:ext cx="12225376" cy="3111582"/>
          </a:xfrm>
          <a:custGeom>
            <a:avLst/>
            <a:gdLst>
              <a:gd name="connsiteX0" fmla="*/ 12192000 w 12192000"/>
              <a:gd name="connsiteY0" fmla="*/ 0 h 3396142"/>
              <a:gd name="connsiteX1" fmla="*/ 12192000 w 12192000"/>
              <a:gd name="connsiteY1" fmla="*/ 3396142 h 3396142"/>
              <a:gd name="connsiteX2" fmla="*/ 2026591 w 12192000"/>
              <a:gd name="connsiteY2" fmla="*/ 3396142 h 3396142"/>
              <a:gd name="connsiteX3" fmla="*/ 1684712 w 12192000"/>
              <a:gd name="connsiteY3" fmla="*/ 3181120 h 3396142"/>
              <a:gd name="connsiteX4" fmla="*/ 83533 w 12192000"/>
              <a:gd name="connsiteY4" fmla="*/ 1887945 h 3396142"/>
              <a:gd name="connsiteX5" fmla="*/ 0 w 12192000"/>
              <a:gd name="connsiteY5" fmla="*/ 1803411 h 3396142"/>
              <a:gd name="connsiteX6" fmla="*/ 0 w 12192000"/>
              <a:gd name="connsiteY6" fmla="*/ 208004 h 3396142"/>
              <a:gd name="connsiteX7" fmla="*/ 180509 w 12192000"/>
              <a:gd name="connsiteY7" fmla="*/ 327593 h 3396142"/>
              <a:gd name="connsiteX8" fmla="*/ 5941644 w 12192000"/>
              <a:gd name="connsiteY8" fmla="*/ 1973744 h 3396142"/>
              <a:gd name="connsiteX9" fmla="*/ 12032939 w 12192000"/>
              <a:gd name="connsiteY9" fmla="*/ 113111 h 3396142"/>
              <a:gd name="connsiteX0-1" fmla="*/ 12192000 w 12192000"/>
              <a:gd name="connsiteY0-2" fmla="*/ 0 h 3396142"/>
              <a:gd name="connsiteX1-3" fmla="*/ 12192000 w 12192000"/>
              <a:gd name="connsiteY1-4" fmla="*/ 3396142 h 3396142"/>
              <a:gd name="connsiteX2-5" fmla="*/ 2026591 w 12192000"/>
              <a:gd name="connsiteY2-6" fmla="*/ 3396142 h 3396142"/>
              <a:gd name="connsiteX3-7" fmla="*/ 1684712 w 12192000"/>
              <a:gd name="connsiteY3-8" fmla="*/ 3181120 h 3396142"/>
              <a:gd name="connsiteX4-9" fmla="*/ 83533 w 12192000"/>
              <a:gd name="connsiteY4-10" fmla="*/ 1887945 h 3396142"/>
              <a:gd name="connsiteX5-11" fmla="*/ 0 w 12192000"/>
              <a:gd name="connsiteY5-12" fmla="*/ 208004 h 3396142"/>
              <a:gd name="connsiteX6-13" fmla="*/ 180509 w 12192000"/>
              <a:gd name="connsiteY6-14" fmla="*/ 327593 h 3396142"/>
              <a:gd name="connsiteX7-15" fmla="*/ 5941644 w 12192000"/>
              <a:gd name="connsiteY7-16" fmla="*/ 1973744 h 3396142"/>
              <a:gd name="connsiteX8-17" fmla="*/ 12032939 w 12192000"/>
              <a:gd name="connsiteY8-18" fmla="*/ 113111 h 3396142"/>
              <a:gd name="connsiteX9-19" fmla="*/ 12192000 w 12192000"/>
              <a:gd name="connsiteY9-20" fmla="*/ 0 h 3396142"/>
              <a:gd name="connsiteX0-21" fmla="*/ 12192000 w 12192000"/>
              <a:gd name="connsiteY0-22" fmla="*/ 0 h 3396142"/>
              <a:gd name="connsiteX1-23" fmla="*/ 12192000 w 12192000"/>
              <a:gd name="connsiteY1-24" fmla="*/ 3396142 h 3396142"/>
              <a:gd name="connsiteX2-25" fmla="*/ 2026591 w 12192000"/>
              <a:gd name="connsiteY2-26" fmla="*/ 3396142 h 3396142"/>
              <a:gd name="connsiteX3-27" fmla="*/ 83533 w 12192000"/>
              <a:gd name="connsiteY3-28" fmla="*/ 1887945 h 3396142"/>
              <a:gd name="connsiteX4-29" fmla="*/ 0 w 12192000"/>
              <a:gd name="connsiteY4-30" fmla="*/ 208004 h 3396142"/>
              <a:gd name="connsiteX5-31" fmla="*/ 180509 w 12192000"/>
              <a:gd name="connsiteY5-32" fmla="*/ 327593 h 3396142"/>
              <a:gd name="connsiteX6-33" fmla="*/ 5941644 w 12192000"/>
              <a:gd name="connsiteY6-34" fmla="*/ 1973744 h 3396142"/>
              <a:gd name="connsiteX7-35" fmla="*/ 12032939 w 12192000"/>
              <a:gd name="connsiteY7-36" fmla="*/ 113111 h 3396142"/>
              <a:gd name="connsiteX8-37" fmla="*/ 12192000 w 12192000"/>
              <a:gd name="connsiteY8-38" fmla="*/ 0 h 3396142"/>
              <a:gd name="connsiteX0-39" fmla="*/ 12210194 w 12210194"/>
              <a:gd name="connsiteY0-40" fmla="*/ 0 h 3426198"/>
              <a:gd name="connsiteX1-41" fmla="*/ 12210194 w 12210194"/>
              <a:gd name="connsiteY1-42" fmla="*/ 3396142 h 3426198"/>
              <a:gd name="connsiteX2-43" fmla="*/ 2044785 w 12210194"/>
              <a:gd name="connsiteY2-44" fmla="*/ 3396142 h 3426198"/>
              <a:gd name="connsiteX3-45" fmla="*/ 0 w 12210194"/>
              <a:gd name="connsiteY3-46" fmla="*/ 3426198 h 3426198"/>
              <a:gd name="connsiteX4-47" fmla="*/ 18194 w 12210194"/>
              <a:gd name="connsiteY4-48" fmla="*/ 208004 h 3426198"/>
              <a:gd name="connsiteX5-49" fmla="*/ 198703 w 12210194"/>
              <a:gd name="connsiteY5-50" fmla="*/ 327593 h 3426198"/>
              <a:gd name="connsiteX6-51" fmla="*/ 5959838 w 12210194"/>
              <a:gd name="connsiteY6-52" fmla="*/ 1973744 h 3426198"/>
              <a:gd name="connsiteX7-53" fmla="*/ 12051133 w 12210194"/>
              <a:gd name="connsiteY7-54" fmla="*/ 113111 h 3426198"/>
              <a:gd name="connsiteX8-55" fmla="*/ 12210194 w 12210194"/>
              <a:gd name="connsiteY8-56" fmla="*/ 0 h 34261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2210194" h="3426198">
                <a:moveTo>
                  <a:pt x="12210194" y="0"/>
                </a:moveTo>
                <a:lnTo>
                  <a:pt x="12210194" y="3396142"/>
                </a:lnTo>
                <a:lnTo>
                  <a:pt x="2044785" y="3396142"/>
                </a:lnTo>
                <a:lnTo>
                  <a:pt x="0" y="3426198"/>
                </a:lnTo>
                <a:lnTo>
                  <a:pt x="18194" y="208004"/>
                </a:lnTo>
                <a:lnTo>
                  <a:pt x="198703" y="327593"/>
                </a:lnTo>
                <a:cubicBezTo>
                  <a:pt x="1869979" y="1370880"/>
                  <a:pt x="3844504" y="1973744"/>
                  <a:pt x="5959838" y="1973744"/>
                </a:cubicBezTo>
                <a:cubicBezTo>
                  <a:pt x="8216190" y="1973744"/>
                  <a:pt x="10312337" y="1287818"/>
                  <a:pt x="12051133" y="113111"/>
                </a:cubicBezTo>
                <a:lnTo>
                  <a:pt x="12210194" y="0"/>
                </a:lnTo>
                <a:close/>
              </a:path>
            </a:pathLst>
          </a:custGeom>
          <a:solidFill>
            <a:schemeClr val="accent3">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1" name="任意多边形: 形状 10"/>
          <p:cNvSpPr/>
          <p:nvPr userDrawn="1"/>
        </p:nvSpPr>
        <p:spPr>
          <a:xfrm rot="21343941">
            <a:off x="97056" y="2568014"/>
            <a:ext cx="12073064" cy="3466933"/>
          </a:xfrm>
          <a:custGeom>
            <a:avLst/>
            <a:gdLst>
              <a:gd name="connsiteX0" fmla="*/ 23314 w 12071456"/>
              <a:gd name="connsiteY0" fmla="*/ 0 h 3674739"/>
              <a:gd name="connsiteX1" fmla="*/ 118044 w 12071456"/>
              <a:gd name="connsiteY1" fmla="*/ 109689 h 3674739"/>
              <a:gd name="connsiteX2" fmla="*/ 7574592 w 12071456"/>
              <a:gd name="connsiteY2" fmla="*/ 3450155 h 3674739"/>
              <a:gd name="connsiteX3" fmla="*/ 11879273 w 12071456"/>
              <a:gd name="connsiteY3" fmla="*/ 2477937 h 3674739"/>
              <a:gd name="connsiteX4" fmla="*/ 12071456 w 12071456"/>
              <a:gd name="connsiteY4" fmla="*/ 2382071 h 3674739"/>
              <a:gd name="connsiteX5" fmla="*/ 12052028 w 12071456"/>
              <a:gd name="connsiteY5" fmla="*/ 2642417 h 3674739"/>
              <a:gd name="connsiteX6" fmla="*/ 11835629 w 12071456"/>
              <a:gd name="connsiteY6" fmla="*/ 2746482 h 3674739"/>
              <a:gd name="connsiteX7" fmla="*/ 7574591 w 12071456"/>
              <a:gd name="connsiteY7" fmla="*/ 3674739 h 3674739"/>
              <a:gd name="connsiteX8" fmla="*/ 168459 w 12071456"/>
              <a:gd name="connsiteY8" fmla="*/ 495849 h 3674739"/>
              <a:gd name="connsiteX9" fmla="*/ 0 w 12071456"/>
              <a:gd name="connsiteY9" fmla="*/ 312433 h 367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71456" h="3674739">
                <a:moveTo>
                  <a:pt x="23314" y="0"/>
                </a:moveTo>
                <a:lnTo>
                  <a:pt x="118044" y="109689"/>
                </a:lnTo>
                <a:cubicBezTo>
                  <a:pt x="1947940" y="2159572"/>
                  <a:pt x="4610550" y="3450155"/>
                  <a:pt x="7574592" y="3450155"/>
                </a:cubicBezTo>
                <a:cubicBezTo>
                  <a:pt x="9115894" y="3450155"/>
                  <a:pt x="10575689" y="3101181"/>
                  <a:pt x="11879273" y="2477937"/>
                </a:cubicBezTo>
                <a:lnTo>
                  <a:pt x="12071456" y="2382071"/>
                </a:lnTo>
                <a:lnTo>
                  <a:pt x="12052028" y="2642417"/>
                </a:lnTo>
                <a:lnTo>
                  <a:pt x="11835629" y="2746482"/>
                </a:lnTo>
                <a:cubicBezTo>
                  <a:pt x="10538661" y="3342438"/>
                  <a:pt x="9095433" y="3674739"/>
                  <a:pt x="7574591" y="3674739"/>
                </a:cubicBezTo>
                <a:cubicBezTo>
                  <a:pt x="4659644" y="3674739"/>
                  <a:pt x="2029819" y="2453994"/>
                  <a:pt x="168459" y="495849"/>
                </a:cubicBezTo>
                <a:lnTo>
                  <a:pt x="0" y="312433"/>
                </a:lnTo>
                <a:close/>
              </a:path>
            </a:pathLst>
          </a:custGeom>
          <a:solidFill>
            <a:schemeClr val="accent1">
              <a:lumMod val="60000"/>
              <a:lumOff val="40000"/>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文本占位符 11"/>
          <p:cNvSpPr>
            <a:spLocks noGrp="1"/>
          </p:cNvSpPr>
          <p:nvPr>
            <p:ph type="body" sz="quarter" idx="11" hasCustomPrompt="1"/>
          </p:nvPr>
        </p:nvSpPr>
        <p:spPr>
          <a:xfrm>
            <a:off x="3606775" y="2750947"/>
            <a:ext cx="4975481" cy="817563"/>
          </a:xfrm>
          <a:prstGeom prst="rect">
            <a:avLst/>
          </a:prstGeom>
        </p:spPr>
        <p:txBody>
          <a:bodyPr/>
          <a:lstStyle>
            <a:lvl1pPr marL="0" indent="0" algn="ctr">
              <a:buNone/>
              <a:defRPr sz="4000" b="1" spc="300">
                <a:latin typeface="+mj-ea"/>
                <a:ea typeface="+mj-ea"/>
              </a:defRPr>
            </a:lvl1pPr>
          </a:lstStyle>
          <a:p>
            <a:pPr lvl="0"/>
            <a:r>
              <a:rPr lang="zh-CN" altLang="en-US" dirty="0"/>
              <a:t>北京兴华控股集团</a:t>
            </a:r>
            <a:endParaRPr lang="zh-CN" altLang="en-US" dirty="0"/>
          </a:p>
        </p:txBody>
      </p:sp>
      <p:pic>
        <p:nvPicPr>
          <p:cNvPr id="14" name="图片 13" descr="图层 1"/>
          <p:cNvPicPr>
            <a:picLocks noChangeAspect="1"/>
          </p:cNvPicPr>
          <p:nvPr userDrawn="1"/>
        </p:nvPicPr>
        <p:blipFill>
          <a:blip r:embed="rId4"/>
          <a:srcRect l="44519" b="59898"/>
          <a:stretch>
            <a:fillRect/>
          </a:stretch>
        </p:blipFill>
        <p:spPr>
          <a:xfrm>
            <a:off x="5487670" y="635"/>
            <a:ext cx="6704330" cy="2750185"/>
          </a:xfrm>
          <a:prstGeom prst="rect">
            <a:avLst/>
          </a:prstGeom>
        </p:spPr>
      </p:pic>
      <p:pic>
        <p:nvPicPr>
          <p:cNvPr id="16" name="图片 15" descr="图层 12"/>
          <p:cNvPicPr>
            <a:picLocks noChangeAspect="1"/>
          </p:cNvPicPr>
          <p:nvPr userDrawn="1"/>
        </p:nvPicPr>
        <p:blipFill>
          <a:blip r:embed="rId5"/>
          <a:stretch>
            <a:fillRect/>
          </a:stretch>
        </p:blipFill>
        <p:spPr>
          <a:xfrm>
            <a:off x="-19050" y="4926965"/>
            <a:ext cx="12225655" cy="1931035"/>
          </a:xfrm>
          <a:prstGeom prst="rect">
            <a:avLst/>
          </a:prstGeom>
        </p:spPr>
      </p:pic>
    </p:spTree>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0875264" y="6195060"/>
            <a:ext cx="316992" cy="262467"/>
          </a:xfrm>
          <a:prstGeom prst="rect">
            <a:avLst/>
          </a:prstGeom>
        </p:spPr>
        <p:txBody>
          <a:bodyPr lIns="0" tIns="18288" rIns="0" bIns="18288"/>
          <a:lstStyle>
            <a:lvl1pPr algn="ctr">
              <a:defRPr sz="1065" b="1" baseline="0">
                <a:solidFill>
                  <a:schemeClr val="bg1">
                    <a:lumMod val="50000"/>
                  </a:schemeClr>
                </a:solidFill>
                <a:latin typeface="+mn-ea"/>
                <a:ea typeface="+mn-ea"/>
              </a:defRPr>
            </a:lvl1pPr>
          </a:lstStyle>
          <a:p>
            <a:fld id="{0AA277DB-22BF-421D-A9E4-4650984A941D}"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 id="2147483730" r:id="rId82"/>
    <p:sldLayoutId id="2147483731" r:id="rId83"/>
    <p:sldLayoutId id="2147483732" r:id="rId84"/>
    <p:sldLayoutId id="2147483733" r:id="rId85"/>
    <p:sldLayoutId id="2147483734" r:id="rId86"/>
    <p:sldLayoutId id="2147483735" r:id="rId87"/>
    <p:sldLayoutId id="2147483736" r:id="rId88"/>
    <p:sldLayoutId id="2147483737" r:id="rId89"/>
    <p:sldLayoutId id="2147483738" r:id="rId90"/>
    <p:sldLayoutId id="2147483739" r:id="rId91"/>
    <p:sldLayoutId id="2147483740" r:id="rId92"/>
    <p:sldLayoutId id="2147483741" r:id="rId93"/>
    <p:sldLayoutId id="2147483742" r:id="rId94"/>
    <p:sldLayoutId id="2147483743" r:id="rId95"/>
    <p:sldLayoutId id="2147483744" r:id="rId96"/>
    <p:sldLayoutId id="2147483745" r:id="rId97"/>
    <p:sldLayoutId id="2147483746" r:id="rId98"/>
    <p:sldLayoutId id="2147483747" r:id="rId99"/>
    <p:sldLayoutId id="2147483748" r:id="rId100"/>
    <p:sldLayoutId id="2147483749" r:id="rId101"/>
    <p:sldLayoutId id="2147483750" r:id="rId102"/>
    <p:sldLayoutId id="2147483751" r:id="rId103"/>
    <p:sldLayoutId id="2147483752" r:id="rId104"/>
    <p:sldLayoutId id="2147483753" r:id="rId105"/>
    <p:sldLayoutId id="2147483754" r:id="rId106"/>
    <p:sldLayoutId id="2147483755" r:id="rId107"/>
    <p:sldLayoutId id="2147483756" r:id="rId108"/>
    <p:sldLayoutId id="2147483757" r:id="rId109"/>
    <p:sldLayoutId id="2147483758" r:id="rId110"/>
    <p:sldLayoutId id="2147483759" r:id="rId1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pPr>
              <a:lnSpc>
                <a:spcPct val="130000"/>
              </a:lnSpc>
            </a:pPr>
            <a:r>
              <a:rPr sz="6600" b="1">
                <a:solidFill>
                  <a:schemeClr val="tx1"/>
                </a:solidFill>
                <a:latin typeface="Microsoft YaHei"/>
              </a:rPr>
              <a:t>北京兴华会计师事务所信息部 2025-2026 年度工作汇报</a:t>
            </a:r>
          </a:p>
        </p:txBody>
      </p:sp>
      <p:sp>
        <p:nvSpPr>
          <p:cNvPr id="3" name="Text Placeholder 2"/>
          <p:cNvSpPr>
            <a:spLocks noGrp="1"/>
          </p:cNvSpPr>
          <p:nvPr>
            <p:ph type="body" idx="11" sz="quarter"/>
          </p:nvPr>
        </p:nvSpPr>
        <p:spPr/>
        <p:txBody>
          <a:bodyPr/>
          <a:lstStyle/>
          <a:p>
            <a:pPr/>
            <a:r>
              <a:rPr sz="1800">
                <a:solidFill>
                  <a:schemeClr val="bg1"/>
                </a:solidFill>
                <a:latin typeface="Arial"/>
              </a:rPr>
              <a:t>BEIJING XINGHUA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pPr>
              <a:lnSpc>
                <a:spcPct val="130000"/>
              </a:lnSpc>
            </a:pPr>
            <a:r>
              <a:rPr sz="1800" b="0">
                <a:solidFill>
                  <a:schemeClr val="tx1"/>
                </a:solidFill>
                <a:latin typeface="Microsoft YaHei"/>
              </a:rPr>
              <a:t>第一章：2025 年工作回顾</a:t>
            </a:r>
          </a:p>
        </p:txBody>
      </p:sp>
      <p:sp>
        <p:nvSpPr>
          <p:cNvPr id="3" name="Text Placeholder 2"/>
          <p:cNvSpPr>
            <a:spLocks noGrp="1"/>
          </p:cNvSpPr>
          <p:nvPr>
            <p:ph type="body" idx="20" sz="quarter"/>
          </p:nvPr>
        </p:nvSpPr>
        <p:spPr/>
        <p:txBody>
          <a:bodyPr/>
          <a:lstStyle/>
          <a:p/>
        </p:txBody>
      </p:sp>
      <p:sp>
        <p:nvSpPr>
          <p:cNvPr id="4" name="Text Placeholder 3"/>
          <p:cNvSpPr>
            <a:spLocks noGrp="1"/>
          </p:cNvSpPr>
          <p:nvPr>
            <p:ph type="body" idx="21" sz="quarter"/>
          </p:nvPr>
        </p:nvSpPr>
        <p:spPr/>
        <p:txBody>
          <a:bodyPr/>
          <a:lstStyle/>
          <a:p>
            <a:pPr>
              <a:lnSpc>
                <a:spcPct val="130000"/>
              </a:lnSpc>
            </a:pPr>
            <a:r>
              <a:rPr sz="1800" b="0">
                <a:solidFill>
                  <a:schemeClr val="tx1"/>
                </a:solidFill>
                <a:latin typeface="Microsoft YaHei"/>
              </a:rPr>
              <a:t>第二章：2025 年重点专项工作</a:t>
            </a:r>
          </a:p>
        </p:txBody>
      </p:sp>
      <p:sp>
        <p:nvSpPr>
          <p:cNvPr id="5" name="Text Placeholder 4"/>
          <p:cNvSpPr>
            <a:spLocks noGrp="1"/>
          </p:cNvSpPr>
          <p:nvPr>
            <p:ph type="body" idx="22" sz="quarter"/>
          </p:nvPr>
        </p:nvSpPr>
        <p:spPr/>
        <p:txBody>
          <a:bodyPr/>
          <a:lstStyle/>
          <a:p/>
        </p:txBody>
      </p:sp>
      <p:sp>
        <p:nvSpPr>
          <p:cNvPr id="6" name="Text Placeholder 5"/>
          <p:cNvSpPr>
            <a:spLocks noGrp="1"/>
          </p:cNvSpPr>
          <p:nvPr>
            <p:ph type="body" idx="23" sz="quarter"/>
          </p:nvPr>
        </p:nvSpPr>
        <p:spPr/>
        <p:txBody>
          <a:bodyPr/>
          <a:lstStyle/>
          <a:p>
            <a:pPr>
              <a:lnSpc>
                <a:spcPct val="130000"/>
              </a:lnSpc>
            </a:pPr>
            <a:r>
              <a:rPr sz="1800" b="0">
                <a:solidFill>
                  <a:schemeClr val="tx1"/>
                </a:solidFill>
                <a:latin typeface="Microsoft YaHei"/>
              </a:rPr>
              <a:t>第三章：主要不足与风险</a:t>
            </a:r>
          </a:p>
        </p:txBody>
      </p:sp>
      <p:sp>
        <p:nvSpPr>
          <p:cNvPr id="7" name="Text Placeholder 6"/>
          <p:cNvSpPr>
            <a:spLocks noGrp="1"/>
          </p:cNvSpPr>
          <p:nvPr>
            <p:ph type="body" idx="24" sz="quarter"/>
          </p:nvPr>
        </p:nvSpPr>
        <p:spPr/>
        <p:txBody>
          <a:bodyPr/>
          <a:lstStyle/>
          <a:p/>
        </p:txBody>
      </p:sp>
      <p:sp>
        <p:nvSpPr>
          <p:cNvPr id="8" name="Text Placeholder 7"/>
          <p:cNvSpPr>
            <a:spLocks noGrp="1"/>
          </p:cNvSpPr>
          <p:nvPr>
            <p:ph type="body" idx="25" sz="quarter"/>
          </p:nvPr>
        </p:nvSpPr>
        <p:spPr/>
        <p:txBody>
          <a:bodyPr/>
          <a:lstStyle/>
          <a:p>
            <a:pPr>
              <a:lnSpc>
                <a:spcPct val="130000"/>
              </a:lnSpc>
            </a:pPr>
            <a:r>
              <a:rPr sz="1800" b="0">
                <a:solidFill>
                  <a:schemeClr val="tx1"/>
                </a:solidFill>
                <a:latin typeface="Microsoft YaHei"/>
              </a:rPr>
              <a:t>第四章：2026 年工作思路与重点</a:t>
            </a:r>
          </a:p>
        </p:txBody>
      </p:sp>
      <p:sp>
        <p:nvSpPr>
          <p:cNvPr id="9" name="Text Placeholder 8"/>
          <p:cNvSpPr>
            <a:spLocks noGrp="1"/>
          </p:cNvSpPr>
          <p:nvPr>
            <p:ph type="body" idx="26" sz="quarter"/>
          </p:nvPr>
        </p:nvSpPr>
        <p:spPr/>
        <p:txBody>
          <a:bodyPr/>
          <a:lstStyle/>
          <a:p/>
        </p:txBody>
      </p:sp>
      <p:sp>
        <p:nvSpPr>
          <p:cNvPr id="10" name="Text Placeholder 9"/>
          <p:cNvSpPr>
            <a:spLocks noGrp="1"/>
          </p:cNvSpPr>
          <p:nvPr>
            <p:ph type="body" idx="27" sz="quarter"/>
          </p:nvPr>
        </p:nvSpPr>
        <p:spPr/>
        <p:txBody>
          <a:bodyPr/>
          <a:lstStyle/>
          <a:p>
            <a:pPr>
              <a:lnSpc>
                <a:spcPct val="130000"/>
              </a:lnSpc>
            </a:pPr>
            <a:r>
              <a:rPr sz="1800" b="0">
                <a:solidFill>
                  <a:schemeClr val="tx1"/>
                </a:solidFill>
                <a:latin typeface="Microsoft YaHei"/>
              </a:rPr>
              <a:t>1</a:t>
            </a:r>
          </a:p>
        </p:txBody>
      </p:sp>
      <p:sp>
        <p:nvSpPr>
          <p:cNvPr id="11" name="Text Placeholder 10"/>
          <p:cNvSpPr>
            <a:spLocks noGrp="1"/>
          </p:cNvSpPr>
          <p:nvPr>
            <p:ph type="body" idx="28" sz="quarter"/>
          </p:nvPr>
        </p:nvSpPr>
        <p:spPr/>
        <p:txBody>
          <a:bodyPr/>
          <a:lstStyle/>
          <a:p/>
        </p:txBody>
      </p:sp>
      <p:sp>
        <p:nvSpPr>
          <p:cNvPr id="12" name="Text Placeholder 11"/>
          <p:cNvSpPr>
            <a:spLocks noGrp="1"/>
          </p:cNvSpPr>
          <p:nvPr>
            <p:ph type="body" idx="29" sz="quarter"/>
          </p:nvPr>
        </p:nvSpPr>
        <p:spPr/>
        <p:txBody>
          <a:bodyPr/>
          <a:lstStyle/>
          <a:p>
            <a:pPr>
              <a:lnSpc>
                <a:spcPct val="130000"/>
              </a:lnSpc>
            </a:pPr>
            <a:r>
              <a:rPr sz="1800" b="0">
                <a:solidFill>
                  <a:schemeClr val="tx1"/>
                </a:solidFill>
                <a:latin typeface="Microsoft YaHei"/>
              </a:rPr>
              <a:t>2</a:t>
            </a:r>
          </a:p>
        </p:txBody>
      </p:sp>
      <p:sp>
        <p:nvSpPr>
          <p:cNvPr id="13" name="Text Placeholder 12"/>
          <p:cNvSpPr>
            <a:spLocks noGrp="1"/>
          </p:cNvSpPr>
          <p:nvPr>
            <p:ph type="body" idx="30" sz="quarter"/>
          </p:nvPr>
        </p:nvSpPr>
        <p:spPr/>
        <p:txBody>
          <a:bodyPr/>
          <a:lstStyle/>
          <a:p/>
        </p:txBody>
      </p:sp>
      <p:sp>
        <p:nvSpPr>
          <p:cNvPr id="14" name="Text Placeholder 13"/>
          <p:cNvSpPr>
            <a:spLocks noGrp="1"/>
          </p:cNvSpPr>
          <p:nvPr>
            <p:ph type="body" idx="31" sz="quarter"/>
          </p:nvPr>
        </p:nvSpPr>
        <p:spPr/>
        <p:txBody>
          <a:bodyPr/>
          <a:lstStyle/>
          <a:p>
            <a:pPr>
              <a:lnSpc>
                <a:spcPct val="130000"/>
              </a:lnSpc>
            </a:pPr>
            <a:r>
              <a:rPr sz="1800" b="0">
                <a:solidFill>
                  <a:schemeClr val="tx1"/>
                </a:solidFill>
                <a:latin typeface="Microsoft YaHei"/>
              </a:rPr>
              <a:t>3</a:t>
            </a:r>
          </a:p>
        </p:txBody>
      </p:sp>
      <p:sp>
        <p:nvSpPr>
          <p:cNvPr id="15" name="Text Placeholder 14"/>
          <p:cNvSpPr>
            <a:spLocks noGrp="1"/>
          </p:cNvSpPr>
          <p:nvPr>
            <p:ph type="body" idx="32" sz="quarter"/>
          </p:nvPr>
        </p:nvSpPr>
        <p:spPr/>
        <p:txBody>
          <a:bodyPr/>
          <a:lstStyle/>
          <a:p/>
        </p:txBody>
      </p:sp>
      <p:sp>
        <p:nvSpPr>
          <p:cNvPr id="16" name="Text Placeholder 15"/>
          <p:cNvSpPr>
            <a:spLocks noGrp="1"/>
          </p:cNvSpPr>
          <p:nvPr>
            <p:ph type="body" idx="33" sz="quarter"/>
          </p:nvPr>
        </p:nvSpPr>
        <p:spPr/>
        <p:txBody>
          <a:bodyPr/>
          <a:lstStyle/>
          <a:p>
            <a:pPr>
              <a:lnSpc>
                <a:spcPct val="130000"/>
              </a:lnSpc>
            </a:pPr>
            <a:r>
              <a:rPr sz="1800" b="0">
                <a:solidFill>
                  <a:schemeClr val="tx1"/>
                </a:solidFill>
                <a:latin typeface="Microsoft YaHei"/>
              </a:rPr>
              <a:t>4</a:t>
            </a:r>
          </a:p>
        </p:txBody>
      </p:sp>
      <p:sp>
        <p:nvSpPr>
          <p:cNvPr id="17" name="Text Placeholder 16"/>
          <p:cNvSpPr>
            <a:spLocks noGrp="1"/>
          </p:cNvSpPr>
          <p:nvPr>
            <p:ph type="body" idx="34" sz="quarter"/>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pPr>
              <a:lnSpc>
                <a:spcPct val="130000"/>
              </a:lnSpc>
            </a:pPr>
            <a:r>
              <a:rPr sz="2400" b="1">
                <a:solidFill>
                  <a:schemeClr val="tx1"/>
                </a:solidFill>
                <a:latin typeface="Microsoft YaHei"/>
              </a:rPr>
              <a:t>第一章：2025 年工作回顾</a:t>
            </a:r>
          </a:p>
        </p:txBody>
      </p:sp>
      <p:sp>
        <p:nvSpPr>
          <p:cNvPr id="3" name="Text Placeholder 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以"数字化</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系统推进信息</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强化 IT </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以"数字化、智能化"为主线</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系统推进信息化建设、人工智能应用探索</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强化 IT 内控专业能力,夯实网络安全合规</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总体定位</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信息部从"信</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工作重心从单</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主动服务业务</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信息部从"信息支撑部门"向"数据智能部门"转变</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工作重心从单点支持到体系化推进</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主动服务业务、赋能业务的工作模式逐步建立</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部门角色升级</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pPr>
              <a:lnSpc>
                <a:spcPct val="130000"/>
              </a:lnSpc>
            </a:pPr>
            <a:r>
              <a:rPr sz="2400" b="1">
                <a:solidFill>
                  <a:schemeClr val="tx1"/>
                </a:solidFill>
                <a:latin typeface="Microsoft YaHei"/>
              </a:rPr>
              <a:t>第二章：2025 年重点专项工作</a:t>
            </a:r>
          </a:p>
        </p:txBody>
      </p:sp>
      <p:sp>
        <p:nvSpPr>
          <p:cNvPr id="3" name="Text Placeholder 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各业务系统优</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协同办公</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ACE 移动</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各业务系统优化升级推进,系统性解决"数据分散"问题</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协同办公、函证、税务、风险管理系统陆续投用</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ACE 移动办公全面上线,实现单点登录、消息集成、业务闭环</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专项一：夯实数字化基础,推进业务系统协同</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围绕大模型应</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内部知识库</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RPA 在函证</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围绕大模型应用体系,分阶段引入主流模型并对比择优</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内部知识库、招投标智能分析、合同要点抽取等场景落地</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RPA 在函证、报税等高频场景规模化应用,释放人力</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专项二：探索人工智能应用,赋能业务部门</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组建跨条线 </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协助业务团队</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重塑 IT </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组建跨条线 IT 内控专业团队,驻场重大实施项目</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协助业务团队识别系统缺陷,挖掘对财务报表的潜在影响</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重塑 IT 内控底稿模板,统一标准、提炼要点</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专项三：强化 IT 内控与运营</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围绕等级保护要求</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顺利通过核心</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建立数据热备</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围绕等级保护要求,完善安全管理体系</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顺利通过核心系统等保测评</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建立数据热备与备份机制,确保运维可回溯</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专项四：夯实安全合规,服务风险防范</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pPr>
              <a:lnSpc>
                <a:spcPct val="130000"/>
              </a:lnSpc>
            </a:pPr>
            <a:r>
              <a:rPr sz="2400" b="1">
                <a:solidFill>
                  <a:schemeClr val="tx1"/>
                </a:solidFill>
                <a:latin typeface="Microsoft YaHei"/>
              </a:rPr>
              <a:t>第三章：主要不足与风险</a:t>
            </a:r>
          </a:p>
        </p:txBody>
      </p:sp>
      <p:sp>
        <p:nvSpPr>
          <p:cNvPr id="3" name="Text Placeholder 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业务连续性管</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账号与权限管</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应用系统治理</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业务连续性管理:数据治理、灾备恢复等机制尚未健全</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账号与权限管理:跨条线、跨职级权限分配存在风险</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应用系统治理:流程控制、日志、版本管理有改进空间</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三大待改进方向</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部分机房设施老化</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需在后续年度</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数据安全与运</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部分机房设施老化,网络带宽对业务响应形成压力</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需在后续年度通过基础设施升级缓解</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数据安全与运维保障是后续投入重点</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基础设施与运维风险</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pPr>
              <a:lnSpc>
                <a:spcPct val="130000"/>
              </a:lnSpc>
            </a:pPr>
            <a:r>
              <a:rPr sz="2400" b="1">
                <a:solidFill>
                  <a:schemeClr val="tx1"/>
                </a:solidFill>
                <a:latin typeface="Microsoft YaHei"/>
              </a:rPr>
              <a:t>第四章：2026 年工作思路与重点</a:t>
            </a:r>
          </a:p>
        </p:txBody>
      </p:sp>
      <p:sp>
        <p:nvSpPr>
          <p:cNvPr id="3" name="Text Placeholder 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以"问题目标</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重点部署四项</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通过示范项目</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以"问题目标导向 + 业务发展战略"为引领</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重点部署四项工作:合规建设、信息化基础设施、人工智能应用、人才发展</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通过示范项目扩大 AI 应用范围,加强数据与安全体系</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总体方向</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推进人工智能</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完善数据治理</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持续加强 I</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推进人工智能在高频场景的试点应用</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完善数据治理与安全体系,为智能化应用提供可靠数据底座</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持续加强 IT 内控专业能力建设,推动技术与管理融合</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AI 落地与数据基础</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pPr>
              <a:lnSpc>
                <a:spcPct val="130000"/>
              </a:lnSpc>
            </a:pPr>
            <a:r>
              <a:rPr sz="2400" b="1">
                <a:solidFill>
                  <a:schemeClr val="tx1"/>
                </a:solidFill>
                <a:latin typeface="Microsoft YaHei"/>
              </a:rPr>
              <a:t>总结</a:t>
            </a:r>
          </a:p>
        </p:txBody>
      </p:sp>
      <p:sp>
        <p:nvSpPr>
          <p:cNvPr id="3" name="Text Placeholder 2"/>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7" sz="quarter"/>
          </p:nvPr>
        </p:nvSpPr>
        <p:spPr/>
        <p:txBody>
          <a:bodyPr/>
          <a:lstStyle/>
          <a:p>
            <a:pPr>
              <a:lnSpc>
                <a:spcPct val="130000"/>
              </a:lnSpc>
            </a:pPr>
            <a:r>
              <a:rPr sz="1600" b="1">
                <a:solidFill>
                  <a:schemeClr val="tx1"/>
                </a:solidFill>
                <a:latin typeface="Microsoft YaHei"/>
              </a:rPr>
              <a:t>2025 年</a:t>
            </a:r>
          </a:p>
        </p:txBody>
      </p:sp>
      <p:sp>
        <p:nvSpPr>
          <p:cNvPr id="3" name="Text Placeholder 2"/>
          <p:cNvSpPr>
            <a:spLocks noGrp="1"/>
          </p:cNvSpPr>
          <p:nvPr>
            <p:ph type="body" idx="28" sz="quarter"/>
          </p:nvPr>
        </p:nvSpPr>
        <p:spPr/>
        <p:txBody>
          <a:bodyPr/>
          <a:lstStyle/>
          <a:p>
            <a:pPr>
              <a:lnSpc>
                <a:spcPct val="130000"/>
              </a:lnSpc>
            </a:pPr>
            <a:r>
              <a:rPr sz="1400" b="0">
                <a:solidFill>
                  <a:schemeClr val="tx1"/>
                </a:solidFill>
                <a:latin typeface="Microsoft YaHei"/>
              </a:rPr>
              <a:t>2025 年走过了数字化、智能化转型的坚实一步</a:t>
            </a:r>
          </a:p>
        </p:txBody>
      </p:sp>
      <p:sp>
        <p:nvSpPr>
          <p:cNvPr id="4" name="Text Placeholder 3"/>
          <p:cNvSpPr>
            <a:spLocks noGrp="1"/>
          </p:cNvSpPr>
          <p:nvPr>
            <p:ph type="body" idx="29" sz="quarter"/>
          </p:nvPr>
        </p:nvSpPr>
        <p:spPr/>
        <p:txBody>
          <a:bodyPr/>
          <a:lstStyle/>
          <a:p>
            <a:pPr>
              <a:lnSpc>
                <a:spcPct val="130000"/>
              </a:lnSpc>
            </a:pPr>
            <a:r>
              <a:rPr sz="1600" b="1">
                <a:solidFill>
                  <a:schemeClr val="tx1"/>
                </a:solidFill>
                <a:latin typeface="Microsoft YaHei"/>
              </a:rPr>
              <a:t>2026 年</a:t>
            </a:r>
          </a:p>
        </p:txBody>
      </p:sp>
      <p:sp>
        <p:nvSpPr>
          <p:cNvPr id="5" name="Text Placeholder 4"/>
          <p:cNvSpPr>
            <a:spLocks noGrp="1"/>
          </p:cNvSpPr>
          <p:nvPr>
            <p:ph type="body" idx="30" sz="quarter"/>
          </p:nvPr>
        </p:nvSpPr>
        <p:spPr/>
        <p:txBody>
          <a:bodyPr/>
          <a:lstStyle/>
          <a:p>
            <a:pPr>
              <a:lnSpc>
                <a:spcPct val="130000"/>
              </a:lnSpc>
            </a:pPr>
            <a:r>
              <a:rPr sz="1400" b="0">
                <a:solidFill>
                  <a:schemeClr val="tx1"/>
                </a:solidFill>
                <a:latin typeface="Microsoft YaHei"/>
              </a:rPr>
              <a:t>2026 年将在合伙人大会统一领导下,继续夯实基础</a:t>
            </a:r>
          </a:p>
        </p:txBody>
      </p:sp>
      <p:sp>
        <p:nvSpPr>
          <p:cNvPr id="6" name="Text Placeholder 5"/>
          <p:cNvSpPr>
            <a:spLocks noGrp="1"/>
          </p:cNvSpPr>
          <p:nvPr>
            <p:ph type="body" idx="31" sz="quarter"/>
          </p:nvPr>
        </p:nvSpPr>
        <p:spPr/>
        <p:txBody>
          <a:bodyPr/>
          <a:lstStyle/>
          <a:p>
            <a:pPr>
              <a:lnSpc>
                <a:spcPct val="130000"/>
              </a:lnSpc>
            </a:pPr>
            <a:r>
              <a:rPr sz="1600" b="1">
                <a:solidFill>
                  <a:schemeClr val="tx1"/>
                </a:solidFill>
                <a:latin typeface="Microsoft YaHei"/>
              </a:rPr>
              <a:t>强化责任意识</a:t>
            </a:r>
          </a:p>
        </p:txBody>
      </p:sp>
      <p:sp>
        <p:nvSpPr>
          <p:cNvPr id="7" name="Text Placeholder 6"/>
          <p:cNvSpPr>
            <a:spLocks noGrp="1"/>
          </p:cNvSpPr>
          <p:nvPr>
            <p:ph type="body" idx="32" sz="quarter"/>
          </p:nvPr>
        </p:nvSpPr>
        <p:spPr/>
        <p:txBody>
          <a:bodyPr/>
          <a:lstStyle/>
          <a:p>
            <a:pPr>
              <a:lnSpc>
                <a:spcPct val="130000"/>
              </a:lnSpc>
            </a:pPr>
            <a:r>
              <a:rPr sz="1400" b="0">
                <a:solidFill>
                  <a:schemeClr val="tx1"/>
                </a:solidFill>
                <a:latin typeface="Microsoft YaHei"/>
              </a:rPr>
              <a:t>强化责任意识与执行力度,提升技术与服务能力</a:t>
            </a:r>
          </a:p>
        </p:txBody>
      </p:sp>
      <p:sp>
        <p:nvSpPr>
          <p:cNvPr id="8" name="Text Placeholder 7"/>
          <p:cNvSpPr>
            <a:spLocks noGrp="1"/>
          </p:cNvSpPr>
          <p:nvPr>
            <p:ph type="body" idx="33" sz="quarter"/>
          </p:nvPr>
        </p:nvSpPr>
        <p:spPr/>
        <p:txBody>
          <a:bodyPr/>
          <a:lstStyle/>
          <a:p>
            <a:pPr>
              <a:lnSpc>
                <a:spcPct val="130000"/>
              </a:lnSpc>
            </a:pPr>
            <a:r>
              <a:rPr sz="1600" b="1">
                <a:solidFill>
                  <a:schemeClr val="tx1"/>
                </a:solidFill>
                <a:latin typeface="Microsoft YaHei"/>
              </a:rPr>
              <a:t>为事务所高质</a:t>
            </a:r>
          </a:p>
        </p:txBody>
      </p:sp>
      <p:sp>
        <p:nvSpPr>
          <p:cNvPr id="9" name="Text Placeholder 8"/>
          <p:cNvSpPr>
            <a:spLocks noGrp="1"/>
          </p:cNvSpPr>
          <p:nvPr>
            <p:ph type="body" idx="34" sz="quarter"/>
          </p:nvPr>
        </p:nvSpPr>
        <p:spPr/>
        <p:txBody>
          <a:bodyPr/>
          <a:lstStyle/>
          <a:p>
            <a:pPr>
              <a:lnSpc>
                <a:spcPct val="130000"/>
              </a:lnSpc>
            </a:pPr>
            <a:r>
              <a:rPr sz="1400" b="0">
                <a:solidFill>
                  <a:schemeClr val="tx1"/>
                </a:solidFill>
                <a:latin typeface="Microsoft YaHei"/>
              </a:rPr>
              <a:t>为事务所高质量发展与核心竞争力建设提供支撑</a:t>
            </a:r>
          </a:p>
        </p:txBody>
      </p:sp>
      <p:sp>
        <p:nvSpPr>
          <p:cNvPr id="10" name="Text Placeholder 9"/>
          <p:cNvSpPr>
            <a:spLocks noGrp="1"/>
          </p:cNvSpPr>
          <p:nvPr>
            <p:ph type="body" idx="35" sz="quarter"/>
          </p:nvPr>
        </p:nvSpPr>
        <p:spPr/>
        <p:txBody>
          <a:bodyPr/>
          <a:lstStyle/>
          <a:p/>
        </p:txBody>
      </p:sp>
      <p:sp>
        <p:nvSpPr>
          <p:cNvPr id="11" name="Text Placeholder 10"/>
          <p:cNvSpPr>
            <a:spLocks noGrp="1"/>
          </p:cNvSpPr>
          <p:nvPr>
            <p:ph type="body" idx="11" sz="quarter"/>
          </p:nvPr>
        </p:nvSpPr>
        <p:spPr/>
        <p:txBody>
          <a:bodyPr/>
          <a:lstStyle/>
          <a:p>
            <a:pPr>
              <a:lnSpc>
                <a:spcPct val="130000"/>
              </a:lnSpc>
            </a:pPr>
            <a:r>
              <a:rPr sz="2000" b="1">
                <a:solidFill>
                  <a:schemeClr val="tx1"/>
                </a:solidFill>
                <a:latin typeface="Microsoft YaHei"/>
              </a:rPr>
              <a:t>2025 成果与 2026 展望</a:t>
            </a:r>
          </a:p>
        </p:txBody>
      </p:sp>
      <p:sp>
        <p:nvSpPr>
          <p:cNvPr id="12" name="Text Placeholder 11"/>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5" sz="quarter"/>
          </p:nvPr>
        </p:nvSpPr>
        <p:spPr/>
        <p:txBody>
          <a:bodyPr/>
          <a:lstStyle/>
          <a:p>
            <a:pPr>
              <a:lnSpc>
                <a:spcPct val="130000"/>
              </a:lnSpc>
            </a:pPr>
            <a:r>
              <a:rPr sz="1600" b="1">
                <a:solidFill>
                  <a:schemeClr val="tx1"/>
                </a:solidFill>
                <a:latin typeface="Microsoft YaHei"/>
              </a:rPr>
              <a:t>信息部 20</a:t>
            </a:r>
          </a:p>
        </p:txBody>
      </p:sp>
      <p:sp>
        <p:nvSpPr>
          <p:cNvPr id="3" name="Text Placeholder 2"/>
          <p:cNvSpPr>
            <a:spLocks noGrp="1"/>
          </p:cNvSpPr>
          <p:nvPr>
            <p:ph type="body" idx="16" sz="quarter"/>
          </p:nvPr>
        </p:nvSpPr>
        <p:spPr/>
        <p:txBody>
          <a:bodyPr/>
          <a:lstStyle/>
          <a:p>
            <a:pPr>
              <a:lnSpc>
                <a:spcPct val="130000"/>
              </a:lnSpc>
            </a:pPr>
            <a:r>
              <a:rPr sz="1600" b="1">
                <a:solidFill>
                  <a:schemeClr val="tx1"/>
                </a:solidFill>
                <a:latin typeface="Microsoft YaHei"/>
              </a:rPr>
              <a:t>访问链接</a:t>
            </a:r>
          </a:p>
        </p:txBody>
      </p:sp>
      <p:sp>
        <p:nvSpPr>
          <p:cNvPr id="4" name="Text Placeholder 3"/>
          <p:cNvSpPr>
            <a:spLocks noGrp="1"/>
          </p:cNvSpPr>
          <p:nvPr>
            <p:ph type="body" idx="17" sz="quarter"/>
          </p:nvPr>
        </p:nvSpPr>
        <p:spPr/>
        <p:txBody>
          <a:bodyPr/>
          <a:lstStyle/>
          <a:p>
            <a:pPr>
              <a:lnSpc>
                <a:spcPct val="130000"/>
              </a:lnSpc>
            </a:pPr>
            <a:r>
              <a:rPr sz="1600" b="1">
                <a:solidFill>
                  <a:schemeClr val="tx1"/>
                </a:solidFill>
                <a:latin typeface="Microsoft YaHei"/>
              </a:rPr>
              <a:t>(扫一扫右上</a:t>
            </a:r>
          </a:p>
        </p:txBody>
      </p:sp>
      <p:sp>
        <p:nvSpPr>
          <p:cNvPr id="5" name="Text Placeholder 4"/>
          <p:cNvSpPr>
            <a:spLocks noGrp="1"/>
          </p:cNvSpPr>
          <p:nvPr>
            <p:ph type="body" idx="18" sz="quarter"/>
          </p:nvPr>
        </p:nvSpPr>
        <p:spPr/>
        <p:txBody>
          <a:bodyPr/>
          <a:lstStyle/>
          <a:p>
            <a:pPr>
              <a:lnSpc>
                <a:spcPct val="130000"/>
              </a:lnSpc>
            </a:pPr>
            <a:r>
              <a:rPr sz="1400" b="0">
                <a:solidFill>
                  <a:schemeClr val="tx1"/>
                </a:solidFill>
                <a:latin typeface="Microsoft YaHei"/>
              </a:rPr>
              <a:t>信息部 2026-2030 年数字化转型思路图</a:t>
            </a:r>
          </a:p>
        </p:txBody>
      </p:sp>
      <p:sp>
        <p:nvSpPr>
          <p:cNvPr id="6" name="Text Placeholder 5"/>
          <p:cNvSpPr>
            <a:spLocks noGrp="1"/>
          </p:cNvSpPr>
          <p:nvPr>
            <p:ph type="body" idx="19" sz="quarter"/>
          </p:nvPr>
        </p:nvSpPr>
        <p:spPr/>
        <p:txBody>
          <a:bodyPr/>
          <a:lstStyle/>
          <a:p>
            <a:pPr>
              <a:lnSpc>
                <a:spcPct val="130000"/>
              </a:lnSpc>
            </a:pPr>
            <a:r>
              <a:rPr sz="1400" b="0">
                <a:solidFill>
                  <a:schemeClr val="tx1"/>
                </a:solidFill>
                <a:latin typeface="Microsoft YaHei"/>
              </a:rPr>
              <a:t>访问链接:https://www.kdocs.cn/l/cj6pN9vBQ9nD</a:t>
            </a:r>
          </a:p>
        </p:txBody>
      </p:sp>
      <p:sp>
        <p:nvSpPr>
          <p:cNvPr id="7" name="Text Placeholder 6"/>
          <p:cNvSpPr>
            <a:spLocks noGrp="1"/>
          </p:cNvSpPr>
          <p:nvPr>
            <p:ph type="body" idx="20" sz="quarter"/>
          </p:nvPr>
        </p:nvSpPr>
        <p:spPr/>
        <p:txBody>
          <a:bodyPr/>
          <a:lstStyle/>
          <a:p>
            <a:pPr>
              <a:lnSpc>
                <a:spcPct val="130000"/>
              </a:lnSpc>
            </a:pPr>
            <a:r>
              <a:rPr sz="1400" b="0">
                <a:solidFill>
                  <a:schemeClr val="tx1"/>
                </a:solidFill>
                <a:latin typeface="Microsoft YaHei"/>
              </a:rPr>
              <a:t>(扫一扫右上角二维码可下载完整 PDF)</a:t>
            </a:r>
          </a:p>
        </p:txBody>
      </p:sp>
      <p:sp>
        <p:nvSpPr>
          <p:cNvPr id="8" name="Text Placeholder 7"/>
          <p:cNvSpPr>
            <a:spLocks noGrp="1"/>
          </p:cNvSpPr>
          <p:nvPr>
            <p:ph type="body" idx="11" sz="quarter"/>
          </p:nvPr>
        </p:nvSpPr>
        <p:spPr/>
        <p:txBody>
          <a:bodyPr/>
          <a:lstStyle/>
          <a:p>
            <a:pPr>
              <a:lnSpc>
                <a:spcPct val="130000"/>
              </a:lnSpc>
            </a:pPr>
            <a:r>
              <a:rPr sz="2000" b="1">
                <a:solidFill>
                  <a:schemeClr val="tx1"/>
                </a:solidFill>
                <a:latin typeface="Microsoft YaHei"/>
              </a:rPr>
              <a:t>附件</a:t>
            </a:r>
          </a:p>
        </p:txBody>
      </p:sp>
      <p:sp>
        <p:nvSpPr>
          <p:cNvPr id="9" name="Text Placeholder 8"/>
          <p:cNvSpPr>
            <a:spLocks noGrp="1"/>
          </p:cNvSpPr>
          <p:nvPr>
            <p:ph type="body" idx="12" sz="quarter"/>
          </p:nvPr>
        </p:nvSpPr>
        <p:spPr/>
        <p:txBody>
          <a:bodyPr/>
          <a:lstStyle/>
          <a:p>
            <a:pPr>
              <a:lnSpc>
                <a:spcPct val="130000"/>
              </a:lnSpc>
            </a:pPr>
            <a:r>
              <a:rPr sz="1400" b="0">
                <a:solidFill>
                  <a:schemeClr val="tx1"/>
                </a:solidFill>
                <a:latin typeface="Microsoft YaHei"/>
              </a:rPr>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3602736" y="2286000"/>
            <a:ext cx="4974336" cy="813816"/>
          </a:xfrm>
        </p:spPr>
        <p:txBody>
          <a:bodyPr/>
          <a:lstStyle/>
          <a:p>
            <a:pPr>
              <a:lnSpc>
                <a:spcPct val="130000"/>
              </a:lnSpc>
            </a:pPr>
            <a:r>
              <a:rPr sz="4000" b="1">
                <a:solidFill>
                  <a:schemeClr val="tx1"/>
                </a:solidFill>
                <a:latin typeface="Microsoft YaHei"/>
              </a:rPr>
              <a:t>北京兴华集团</a:t>
            </a:r>
          </a:p>
        </p:txBody>
      </p:sp>
      <p:sp>
        <p:nvSpPr>
          <p:cNvPr id="3" name="TextBox 2"/>
          <p:cNvSpPr txBox="1"/>
          <p:nvPr/>
        </p:nvSpPr>
        <p:spPr>
          <a:xfrm>
            <a:off x="859536" y="5477256"/>
            <a:ext cx="7315200" cy="822960"/>
          </a:xfrm>
          <a:prstGeom prst="rect">
            <a:avLst/>
          </a:prstGeom>
          <a:noFill/>
        </p:spPr>
        <p:txBody>
          <a:bodyPr wrap="square">
            <a:spAutoFit/>
          </a:bodyPr>
          <a:lstStyle/>
          <a:p>
            <a:r>
              <a:rPr sz="1600">
                <a:solidFill>
                  <a:srgbClr val="FFFFFF"/>
                </a:solidFill>
                <a:latin typeface="Microsoft YaHei"/>
              </a:rPr>
              <a:t>电话：</a:t>
            </a:r>
            <a:r>
              <a:rPr sz="1600">
                <a:solidFill>
                  <a:srgbClr val="FFFFFF"/>
                </a:solidFill>
                <a:latin typeface="Microsoft YaHei"/>
              </a:rPr>
              <a:t>010-82250666</a:t>
            </a:r>
          </a:p>
          <a:p>
            <a:r>
              <a:rPr sz="1600">
                <a:solidFill>
                  <a:srgbClr val="FFFFFF"/>
                </a:solidFill>
                <a:latin typeface="Microsoft YaHei"/>
              </a:rPr>
              <a:t>传真：</a:t>
            </a:r>
            <a:r>
              <a:rPr sz="1600">
                <a:solidFill>
                  <a:srgbClr val="FFFFFF"/>
                </a:solidFill>
                <a:latin typeface="Microsoft YaHei"/>
              </a:rPr>
              <a:t>010-82250851</a:t>
            </a:r>
          </a:p>
          <a:p>
            <a:r>
              <a:rPr sz="1600">
                <a:solidFill>
                  <a:srgbClr val="FFFFFF"/>
                </a:solidFill>
                <a:latin typeface="Microsoft YaHei"/>
              </a:rPr>
              <a:t>地址：</a:t>
            </a:r>
            <a:r>
              <a:rPr sz="1600">
                <a:solidFill>
                  <a:srgbClr val="FFFFFF"/>
                </a:solidFill>
                <a:latin typeface="Microsoft YaHei"/>
              </a:rPr>
              <a:t>北京市西城区裕民路18号北环中心27层</a:t>
            </a:r>
          </a:p>
        </p:txBody>
      </p:sp>
      <p:pic>
        <p:nvPicPr>
          <p:cNvPr id="4" name="Picture 3" descr="image.png"/>
          <p:cNvPicPr>
            <a:picLocks noChangeAspect="1"/>
          </p:cNvPicPr>
          <p:nvPr/>
        </p:nvPicPr>
        <p:blipFill>
          <a:blip r:embed="rId2"/>
          <a:stretch>
            <a:fillRect/>
          </a:stretch>
        </p:blipFill>
        <p:spPr>
          <a:xfrm>
            <a:off x="859536" y="749808"/>
            <a:ext cx="1810512" cy="466344"/>
          </a:xfrm>
          <a:prstGeom prst="rect">
            <a:avLst/>
          </a:prstGeom>
        </p:spPr>
      </p:pic>
    </p:spTree>
  </p:cSld>
  <p:clrMapOvr>
    <a:masterClrMapping/>
  </p:clrMapOvr>
</p:sld>
</file>

<file path=ppt/tags/tag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20200910_4*m_i*1_1"/>
  <p:tag name="KSO_WM_TEMPLATE_CATEGORY" val="diagram"/>
  <p:tag name="KSO_WM_TEMPLATE_INDEX" val="20200910"/>
  <p:tag name="KSO_WM_UNIT_LAYERLEVEL" val="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5"/>
  <p:tag name="KSO_WM_UNIT_ID" val="diagram20200910_4*m_h_i*1_1_5"/>
  <p:tag name="KSO_WM_TEMPLATE_CATEGORY" val="diagram"/>
  <p:tag name="KSO_WM_TEMPLATE_INDEX" val="20200910"/>
  <p:tag name="KSO_WM_UNIT_LAYERLEVEL" val="1_1_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3.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8"/>
  <p:tag name="KSO_WM_UNIT_ID" val="diagram20200910_4*m_h_i*1_2_8"/>
  <p:tag name="KSO_WM_TEMPLATE_CATEGORY" val="diagram"/>
  <p:tag name="KSO_WM_TEMPLATE_INDEX" val="20200910"/>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UNIT_USESOURCEFORMAT_APPLY" val="1"/>
</p:tagLst>
</file>

<file path=ppt/tags/tag4.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9"/>
  <p:tag name="KSO_WM_UNIT_ID" val="diagram20200910_4*m_h_i*1_2_9"/>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5.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4"/>
  <p:tag name="KSO_WM_UNIT_ID" val="diagram20200910_4*m_h_i*1_3_4"/>
  <p:tag name="KSO_WM_TEMPLATE_CATEGORY" val="diagram"/>
  <p:tag name="KSO_WM_TEMPLATE_INDEX" val="20200910"/>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5"/>
  <p:tag name="KSO_WM_UNIT_ID" val="diagram20200910_4*m_h_i*1_4_5"/>
  <p:tag name="KSO_WM_TEMPLATE_CATEGORY" val="diagram"/>
  <p:tag name="KSO_WM_TEMPLATE_INDEX" val="20200910"/>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5_7"/>
  <p:tag name="KSO_WM_UNIT_ID" val="diagram20200910_4*m_h_i*1_5_7"/>
  <p:tag name="KSO_WM_TEMPLATE_CATEGORY" val="diagram"/>
  <p:tag name="KSO_WM_TEMPLATE_INDEX" val="20200910"/>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UNIT_USESOURCEFORMAT_APPLY" val="1"/>
</p:tagLst>
</file>

<file path=ppt/tags/tag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5_6"/>
  <p:tag name="KSO_WM_UNIT_ID" val="diagram20200910_4*m_h_i*1_5_6"/>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diagram20200910_4*m_h_i*1_4_4"/>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0910_4*m_h_i*1_3_3"/>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6"/>
  <p:tag name="KSO_WM_UNIT_ID" val="diagram20200910_4*m_h_i*1_1_6"/>
  <p:tag name="KSO_WM_TEMPLATE_CATEGORY" val="diagram"/>
  <p:tag name="KSO_WM_TEMPLATE_INDEX" val="20200910"/>
  <p:tag name="KSO_WM_UNIT_LAYERLEVEL" val="1_1_1"/>
  <p:tag name="KSO_WM_TAG_VERSION" val="1.0"/>
  <p:tag name="KSO_WM_BEAUTIFY_FLAG" val="#wm#"/>
  <p:tag name="KSO_WM_UNIT_TEXT_FILL_FORE_SCHEMECOLOR_INDEX" val="14"/>
  <p:tag name="KSO_WM_UNIT_TEXT_FILL_TYPE" val="1"/>
  <p:tag name="KSO_WM_UNIT_USESOURCEFORMAT_APPLY" val="1"/>
</p:tagLst>
</file>

<file path=ppt/tags/tag12.xml><?xml version="1.0" encoding="utf-8"?>
<p:tagLst xmlns:p="http://schemas.openxmlformats.org/presentationml/2006/main">
  <p:tag name="PA" val="v5.2.2"/>
</p:tagLst>
</file>

<file path=ppt/tags/tag13.xml><?xml version="1.0" encoding="utf-8"?>
<p:tagLst xmlns:p="http://schemas.openxmlformats.org/presentationml/2006/main">
  <p:tag name="PA" val="v5.2.2"/>
</p:tagLst>
</file>

<file path=ppt/tags/tag14.xml><?xml version="1.0" encoding="utf-8"?>
<p:tagLst xmlns:p="http://schemas.openxmlformats.org/presentationml/2006/main">
  <p:tag name="PA" val="v5.2.2"/>
</p:tagLst>
</file>

<file path=ppt/tags/tag15.xml><?xml version="1.0" encoding="utf-8"?>
<p:tagLst xmlns:p="http://schemas.openxmlformats.org/presentationml/2006/main">
  <p:tag name="PA" val="v5.2.2"/>
</p:tagLst>
</file>

<file path=ppt/tags/tag16.xml><?xml version="1.0" encoding="utf-8"?>
<p:tagLst xmlns:p="http://schemas.openxmlformats.org/presentationml/2006/main">
  <p:tag name="PA" val="v5.2.2"/>
</p:tagLst>
</file>

<file path=ppt/tags/tag17.xml><?xml version="1.0" encoding="utf-8"?>
<p:tagLst xmlns:p="http://schemas.openxmlformats.org/presentationml/2006/main">
  <p:tag name="PA" val="v5.2.2"/>
</p:tagLst>
</file>

<file path=ppt/tags/tag18.xml><?xml version="1.0" encoding="utf-8"?>
<p:tagLst xmlns:p="http://schemas.openxmlformats.org/presentationml/2006/main">
  <p:tag name="PA" val="v5.2.2"/>
</p:tagLst>
</file>

<file path=ppt/tags/tag19.xml><?xml version="1.0" encoding="utf-8"?>
<p:tagLst xmlns:p="http://schemas.openxmlformats.org/presentationml/2006/main">
  <p:tag name="PA" val="v5.2.2"/>
</p:tagLst>
</file>

<file path=ppt/tags/tag20.xml><?xml version="1.0" encoding="utf-8"?>
<p:tagLst xmlns:p="http://schemas.openxmlformats.org/presentationml/2006/main">
  <p:tag name="PA" val="v5.2.2"/>
</p:tagLst>
</file>

<file path=ppt/tags/tag21.xml><?xml version="1.0" encoding="utf-8"?>
<p:tagLst xmlns:p="http://schemas.openxmlformats.org/presentationml/2006/main">
  <p:tag name="PA" val="v5.2.2"/>
</p:tagLst>
</file>

<file path=ppt/tags/tag22.xml><?xml version="1.0" encoding="utf-8"?>
<p:tagLst xmlns:p="http://schemas.openxmlformats.org/presentationml/2006/main">
  <p:tag name="PA" val="v5.2.2"/>
</p:tagLst>
</file>

<file path=ppt/tags/tag23.xml><?xml version="1.0" encoding="utf-8"?>
<p:tagLst xmlns:p="http://schemas.openxmlformats.org/presentationml/2006/main">
  <p:tag name="PA" val="v5.2.2"/>
</p:tagLst>
</file>

<file path=ppt/tags/tag24.xml><?xml version="1.0" encoding="utf-8"?>
<p:tagLst xmlns:p="http://schemas.openxmlformats.org/presentationml/2006/main">
  <p:tag name="PA" val="v5.2.2"/>
</p:tagLst>
</file>

<file path=ppt/tags/tag25.xml><?xml version="1.0" encoding="utf-8"?>
<p:tagLst xmlns:p="http://schemas.openxmlformats.org/presentationml/2006/main">
  <p:tag name="PA" val="v5.2.2"/>
</p:tagLst>
</file>

<file path=ppt/tags/tag26.xml><?xml version="1.0" encoding="utf-8"?>
<p:tagLst xmlns:p="http://schemas.openxmlformats.org/presentationml/2006/main">
  <p:tag name="PA" val="v5.2.2"/>
</p:tagLst>
</file>

<file path=ppt/tags/tag27.xml><?xml version="1.0" encoding="utf-8"?>
<p:tagLst xmlns:p="http://schemas.openxmlformats.org/presentationml/2006/main">
  <p:tag name="PA" val="v5.2.2"/>
</p:tagLst>
</file>

<file path=ppt/tags/tag28.xml><?xml version="1.0" encoding="utf-8"?>
<p:tagLst xmlns:p="http://schemas.openxmlformats.org/presentationml/2006/main">
  <p:tag name="PA" val="v5.2.2"/>
</p:tagLst>
</file>

<file path=ppt/tags/tag29.xml><?xml version="1.0" encoding="utf-8"?>
<p:tagLst xmlns:p="http://schemas.openxmlformats.org/presentationml/2006/main">
  <p:tag name="PA" val="v5.2.2"/>
</p:tagLst>
</file>

<file path=ppt/tags/tag30.xml><?xml version="1.0" encoding="utf-8"?>
<p:tagLst xmlns:p="http://schemas.openxmlformats.org/presentationml/2006/main">
  <p:tag name="PA" val="v5.2.2"/>
</p:tagLst>
</file>

<file path=ppt/tags/tag31.xml><?xml version="1.0" encoding="utf-8"?>
<p:tagLst xmlns:p="http://schemas.openxmlformats.org/presentationml/2006/main">
  <p:tag name="PA" val="v5.2.2"/>
</p:tagLst>
</file>

<file path=ppt/tags/tag32.xml><?xml version="1.0" encoding="utf-8"?>
<p:tagLst xmlns:p="http://schemas.openxmlformats.org/presentationml/2006/main">
  <p:tag name="PA" val="v5.2.2"/>
</p:tagLst>
</file>

<file path=ppt/theme/theme1.xml><?xml version="1.0" encoding="utf-8"?>
<a:theme xmlns:a="http://schemas.openxmlformats.org/drawingml/2006/main" name="模板">
  <a:themeElements>
    <a:clrScheme name="可以试-3">
      <a:dk1>
        <a:srgbClr val="3E3A39"/>
      </a:dk1>
      <a:lt1>
        <a:srgbClr val="F8F8F8"/>
      </a:lt1>
      <a:dk2>
        <a:srgbClr val="F8F8F8"/>
      </a:dk2>
      <a:lt2>
        <a:srgbClr val="ABABAB"/>
      </a:lt2>
      <a:accent1>
        <a:srgbClr val="E6E6E5"/>
      </a:accent1>
      <a:accent2>
        <a:srgbClr val="ABABAB"/>
      </a:accent2>
      <a:accent3>
        <a:srgbClr val="C81428"/>
      </a:accent3>
      <a:accent4>
        <a:srgbClr val="3E3A39"/>
      </a:accent4>
      <a:accent5>
        <a:srgbClr val="ED9027"/>
      </a:accent5>
      <a:accent6>
        <a:srgbClr val="5D5C5B"/>
      </a:accent6>
      <a:hlink>
        <a:srgbClr val="F8D3A9"/>
      </a:hlink>
      <a:folHlink>
        <a:srgbClr val="954F72"/>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9525">
          <a:noFill/>
        </a:ln>
      </a:spPr>
      <a:bodyPr rtlCol="0" anchor="ctr">
        <a:spAutoFit/>
      </a:bodyPr>
      <a:lstStyle>
        <a:defPPr algn="ctr">
          <a:defRPr sz="2135" dirty="0">
            <a:solidFill>
              <a:srgbClr val="CCECFF"/>
            </a:solidFill>
            <a:latin typeface="+mj-ea"/>
            <a:ea typeface="+mj-ea"/>
            <a:sym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876</Words>
  <Application>WPS 演示</Application>
  <PresentationFormat>宽屏</PresentationFormat>
  <Paragraphs>116</Paragraphs>
  <Slides>8</Slides>
  <Notes>3</Notes>
  <HiddenSlides>0</HiddenSlides>
  <MMClips>0</MMClips>
  <ScaleCrop>false</ScaleCrop>
  <HeadingPairs>
    <vt:vector size="6" baseType="variant">
      <vt:variant>
        <vt:lpstr>已用的字体</vt:lpstr>
      </vt:variant>
      <vt:variant>
        <vt:i4>31</vt:i4>
      </vt:variant>
      <vt:variant>
        <vt:lpstr>主题</vt:lpstr>
      </vt:variant>
      <vt:variant>
        <vt:i4>1</vt:i4>
      </vt:variant>
      <vt:variant>
        <vt:lpstr>幻灯片标题</vt:lpstr>
      </vt:variant>
      <vt:variant>
        <vt:i4>8</vt:i4>
      </vt:variant>
    </vt:vector>
  </HeadingPairs>
  <TitlesOfParts>
    <vt:vector size="40" baseType="lpstr">
      <vt:lpstr>Arial</vt:lpstr>
      <vt:lpstr>宋体</vt:lpstr>
      <vt:lpstr>Wingdings</vt:lpstr>
      <vt:lpstr>Calibri</vt:lpstr>
      <vt:lpstr>Arial Black</vt:lpstr>
      <vt:lpstr>Lato</vt:lpstr>
      <vt:lpstr>阿里巴巴普惠体</vt:lpstr>
      <vt:lpstr>阿里巴巴普惠体 B</vt:lpstr>
      <vt:lpstr>阿里巴巴普惠体 H</vt:lpstr>
      <vt:lpstr>微软雅黑</vt:lpstr>
      <vt:lpstr>等线</vt:lpstr>
      <vt:lpstr>OPPOSans B</vt:lpstr>
      <vt:lpstr>Lato Light</vt:lpstr>
      <vt:lpstr>Euphorigenic</vt:lpstr>
      <vt:lpstr>OPPOSans R</vt:lpstr>
      <vt:lpstr>Canela Text Regular</vt:lpstr>
      <vt:lpstr>Avenir Next Regular</vt:lpstr>
      <vt:lpstr>微软雅黑 Light</vt:lpstr>
      <vt:lpstr>Arial</vt:lpstr>
      <vt:lpstr>Gilroy</vt:lpstr>
      <vt:lpstr>Gotham Rounded Book</vt:lpstr>
      <vt:lpstr>思源黑体 CN Regular</vt:lpstr>
      <vt:lpstr>Lato Heavy</vt:lpstr>
      <vt:lpstr>Lato</vt:lpstr>
      <vt:lpstr>Calibri Light</vt:lpstr>
      <vt:lpstr>Symbol</vt:lpstr>
      <vt:lpstr>Calibri</vt:lpstr>
      <vt:lpstr>华文细黑</vt:lpstr>
      <vt:lpstr>Times New Roman</vt:lpstr>
      <vt:lpstr>Arial Unicode MS</vt:lpstr>
      <vt:lpstr>Yellowtail</vt:lpstr>
      <vt:lpstr>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姚磊</cp:lastModifiedBy>
  <cp:revision>867</cp:revision>
  <cp:lastPrinted>2023-02-20T08:57:00Z</cp:lastPrinted>
  <dcterms:created xsi:type="dcterms:W3CDTF">2019-07-11T04:52:00Z</dcterms:created>
  <dcterms:modified xsi:type="dcterms:W3CDTF">2026-06-11T07:25:14Z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2052-12.8.2.18205</vt:lpwstr>
  </property>
  <property fmtid="{D5CDD505-2E9C-101B-9397-08002B2CF9AE}" pid="3" name="ICV">
    <vt:lpwstr>530E1A3EF95440398299CB57F62C63C8_13</vt:lpwstr>
  </property>
</Properties>
</file>